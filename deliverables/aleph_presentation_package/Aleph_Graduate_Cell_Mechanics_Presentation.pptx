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07a590f3aaa40f7" /><Relationship Type="http://schemas.openxmlformats.org/officeDocument/2006/relationships/extended-properties" Target="/docProps/app.xml" Id="R05ad4f54404e4900" /><Relationship Type="http://schemas.openxmlformats.org/officeDocument/2006/relationships/officeDocument" Target="/ppt/presentation.xml" Id="R570c01c05cdf42fd" /></Relationships>
</file>

<file path=ppt/presentation.xml><?xml version="1.0" encoding="utf-8"?>
<p:presentation xmlns:p="http://schemas.openxmlformats.org/presentationml/2006/main">
  <p:sldMasterIdLst>
    <p:sldMasterId xmlns:r="http://schemas.openxmlformats.org/officeDocument/2006/relationships" id="2147483648" r:id="R7f12b5f7eda248c0"/>
  </p:sldMasterIdLst>
  <p:notesMasterIdLst>
    <p:notesMasterId xmlns:r="http://schemas.openxmlformats.org/officeDocument/2006/relationships" r:id="R664906ab11a7403c"/>
  </p:notesMasterIdLst>
  <p:sldIdLst>
    <p:sldId xmlns:r="http://schemas.openxmlformats.org/officeDocument/2006/relationships" id="256" r:id="R13011762749242f6"/>
    <p:sldId xmlns:r="http://schemas.openxmlformats.org/officeDocument/2006/relationships" id="257" r:id="R6fc414b394454f7d"/>
    <p:sldId xmlns:r="http://schemas.openxmlformats.org/officeDocument/2006/relationships" id="258" r:id="Rb831ac33a32a4502"/>
    <p:sldId xmlns:r="http://schemas.openxmlformats.org/officeDocument/2006/relationships" id="259" r:id="Rb9139011f0404aa7"/>
    <p:sldId xmlns:r="http://schemas.openxmlformats.org/officeDocument/2006/relationships" id="260" r:id="R47f7b06f38444f9b"/>
    <p:sldId xmlns:r="http://schemas.openxmlformats.org/officeDocument/2006/relationships" id="261" r:id="R1d080e0bc60941e4"/>
    <p:sldId xmlns:r="http://schemas.openxmlformats.org/officeDocument/2006/relationships" id="262" r:id="Rd5eaf977fa0c4559"/>
    <p:sldId xmlns:r="http://schemas.openxmlformats.org/officeDocument/2006/relationships" id="263" r:id="Rc38ffaa9a33046ba"/>
    <p:sldId xmlns:r="http://schemas.openxmlformats.org/officeDocument/2006/relationships" id="264" r:id="Rad51ba30352d4052"/>
    <p:sldId xmlns:r="http://schemas.openxmlformats.org/officeDocument/2006/relationships" id="265" r:id="Rc04c64d3c7664656"/>
    <p:sldId xmlns:r="http://schemas.openxmlformats.org/officeDocument/2006/relationships" id="266" r:id="Raf5b564797f24af2"/>
    <p:sldId xmlns:r="http://schemas.openxmlformats.org/officeDocument/2006/relationships" id="267" r:id="Rbe6254af473b4c4a"/>
    <p:sldId xmlns:r="http://schemas.openxmlformats.org/officeDocument/2006/relationships" id="268" r:id="Rb4206b960bd142ab"/>
    <p:sldId xmlns:r="http://schemas.openxmlformats.org/officeDocument/2006/relationships" id="269" r:id="R07caa2122b58436f"/>
    <p:sldId xmlns:r="http://schemas.openxmlformats.org/officeDocument/2006/relationships" id="270" r:id="Ra74ccbe709414e25"/>
    <p:sldId xmlns:r="http://schemas.openxmlformats.org/officeDocument/2006/relationships" id="271" r:id="R8de6c000003c438c"/>
    <p:sldId xmlns:r="http://schemas.openxmlformats.org/officeDocument/2006/relationships" id="272" r:id="Rb8d58f9cfdcf4ac8"/>
    <p:sldId xmlns:r="http://schemas.openxmlformats.org/officeDocument/2006/relationships" id="273" r:id="R6bb9e8a1ec0644c8"/>
    <p:sldId xmlns:r="http://schemas.openxmlformats.org/officeDocument/2006/relationships" id="274" r:id="R81327536ff094501"/>
    <p:sldId xmlns:r="http://schemas.openxmlformats.org/officeDocument/2006/relationships" id="275" r:id="Rfc5bd904cb834e7f"/>
    <p:sldId xmlns:r="http://schemas.openxmlformats.org/officeDocument/2006/relationships" id="276" r:id="R45ba687ca2314b46"/>
    <p:sldId xmlns:r="http://schemas.openxmlformats.org/officeDocument/2006/relationships" id="277" r:id="R1c5df267c2e24a76"/>
    <p:sldId xmlns:r="http://schemas.openxmlformats.org/officeDocument/2006/relationships" id="278" r:id="Rba6df9e02a844f3b"/>
    <p:sldId xmlns:r="http://schemas.openxmlformats.org/officeDocument/2006/relationships" id="279" r:id="R1f1eea2b1a754d6a"/>
    <p:sldId xmlns:r="http://schemas.openxmlformats.org/officeDocument/2006/relationships" id="280" r:id="R18b45a0a3bf741a5"/>
    <p:sldId xmlns:r="http://schemas.openxmlformats.org/officeDocument/2006/relationships" id="281" r:id="R3d64434edaab4d26"/>
    <p:sldId xmlns:r="http://schemas.openxmlformats.org/officeDocument/2006/relationships" id="282" r:id="Rf0ef6950ea844146"/>
    <p:sldId xmlns:r="http://schemas.openxmlformats.org/officeDocument/2006/relationships" id="283" r:id="Ra9fd5b9ef84a4308"/>
    <p:sldId xmlns:r="http://schemas.openxmlformats.org/officeDocument/2006/relationships" id="284" r:id="R29cf8beb4a004dae"/>
    <p:sldId xmlns:r="http://schemas.openxmlformats.org/officeDocument/2006/relationships" id="285" r:id="Rd8be890fbb6e447d"/>
    <p:sldId xmlns:r="http://schemas.openxmlformats.org/officeDocument/2006/relationships" id="286" r:id="Redd6a8486ab740f2"/>
    <p:sldId xmlns:r="http://schemas.openxmlformats.org/officeDocument/2006/relationships" id="287" r:id="R04e891cbac884af2"/>
    <p:sldId xmlns:r="http://schemas.openxmlformats.org/officeDocument/2006/relationships" id="288" r:id="R0499747afb2d44f1"/>
    <p:sldId xmlns:r="http://schemas.openxmlformats.org/officeDocument/2006/relationships" id="289" r:id="R2f870ac9d66f4ce0"/>
    <p:sldId xmlns:r="http://schemas.openxmlformats.org/officeDocument/2006/relationships" id="290" r:id="R18a0b8d381234691"/>
    <p:sldId xmlns:r="http://schemas.openxmlformats.org/officeDocument/2006/relationships" id="291" r:id="Rd185cf0d247543c1"/>
    <p:sldId xmlns:r="http://schemas.openxmlformats.org/officeDocument/2006/relationships" id="292" r:id="Rf06de48851a4483b"/>
    <p:sldId xmlns:r="http://schemas.openxmlformats.org/officeDocument/2006/relationships" id="293" r:id="R0b038b234ad04e10"/>
    <p:sldId xmlns:r="http://schemas.openxmlformats.org/officeDocument/2006/relationships" id="294" r:id="R316ac4251aaf4baf"/>
    <p:sldId xmlns:r="http://schemas.openxmlformats.org/officeDocument/2006/relationships" id="295" r:id="R81d1ff413f004014"/>
    <p:sldId xmlns:r="http://schemas.openxmlformats.org/officeDocument/2006/relationships" id="296" r:id="R9b95eee0807e48cb"/>
    <p:sldId xmlns:r="http://schemas.openxmlformats.org/officeDocument/2006/relationships" id="297" r:id="R1a9146eb335b4fcc"/>
    <p:sldId xmlns:r="http://schemas.openxmlformats.org/officeDocument/2006/relationships" id="298" r:id="R7f0e57260019450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b7237a8116243fa" /><Relationship Type="http://schemas.openxmlformats.org/officeDocument/2006/relationships/slideMaster" Target="/ppt/slideMasters/slideMaster1.xml" Id="R7f12b5f7eda248c0" /><Relationship Type="http://schemas.openxmlformats.org/officeDocument/2006/relationships/notesMaster" Target="/ppt/notesMasters/notesMaster1.xml" Id="R664906ab11a7403c" /><Relationship Type="http://schemas.openxmlformats.org/officeDocument/2006/relationships/presProps" Target="/ppt/presProps.xml" Id="R8c00db434db64574" /><Relationship Type="http://schemas.openxmlformats.org/officeDocument/2006/relationships/tableStyles" Target="/ppt/tableStyles.xml" Id="Rc8331e723fc54ede" /><Relationship Type="http://schemas.openxmlformats.org/officeDocument/2006/relationships/slide" Target="/ppt/slides/slide1.xml" Id="R13011762749242f6" /><Relationship Type="http://schemas.openxmlformats.org/officeDocument/2006/relationships/slide" Target="/ppt/slides/slide2.xml" Id="R6fc414b394454f7d" /><Relationship Type="http://schemas.openxmlformats.org/officeDocument/2006/relationships/slide" Target="/ppt/slides/slide3.xml" Id="Rb831ac33a32a4502" /><Relationship Type="http://schemas.openxmlformats.org/officeDocument/2006/relationships/slide" Target="/ppt/slides/slide4.xml" Id="Rb9139011f0404aa7" /><Relationship Type="http://schemas.openxmlformats.org/officeDocument/2006/relationships/slide" Target="/ppt/slides/slide5.xml" Id="R47f7b06f38444f9b" /><Relationship Type="http://schemas.openxmlformats.org/officeDocument/2006/relationships/slide" Target="/ppt/slides/slide6.xml" Id="R1d080e0bc60941e4" /><Relationship Type="http://schemas.openxmlformats.org/officeDocument/2006/relationships/slide" Target="/ppt/slides/slide7.xml" Id="Rd5eaf977fa0c4559" /><Relationship Type="http://schemas.openxmlformats.org/officeDocument/2006/relationships/slide" Target="/ppt/slides/slide8.xml" Id="Rc38ffaa9a33046ba" /><Relationship Type="http://schemas.openxmlformats.org/officeDocument/2006/relationships/slide" Target="/ppt/slides/slide9.xml" Id="Rad51ba30352d4052" /><Relationship Type="http://schemas.openxmlformats.org/officeDocument/2006/relationships/slide" Target="/ppt/slides/slide10.xml" Id="Rc04c64d3c7664656" /><Relationship Type="http://schemas.openxmlformats.org/officeDocument/2006/relationships/slide" Target="/ppt/slides/slide11.xml" Id="Raf5b564797f24af2" /><Relationship Type="http://schemas.openxmlformats.org/officeDocument/2006/relationships/slide" Target="/ppt/slides/slide12.xml" Id="Rbe6254af473b4c4a" /><Relationship Type="http://schemas.openxmlformats.org/officeDocument/2006/relationships/slide" Target="/ppt/slides/slide13.xml" Id="Rb4206b960bd142ab" /><Relationship Type="http://schemas.openxmlformats.org/officeDocument/2006/relationships/slide" Target="/ppt/slides/slide14.xml" Id="R07caa2122b58436f" /><Relationship Type="http://schemas.openxmlformats.org/officeDocument/2006/relationships/slide" Target="/ppt/slides/slide15.xml" Id="Ra74ccbe709414e25" /><Relationship Type="http://schemas.openxmlformats.org/officeDocument/2006/relationships/slide" Target="/ppt/slides/slide16.xml" Id="R8de6c000003c438c" /><Relationship Type="http://schemas.openxmlformats.org/officeDocument/2006/relationships/slide" Target="/ppt/slides/slide17.xml" Id="Rb8d58f9cfdcf4ac8" /><Relationship Type="http://schemas.openxmlformats.org/officeDocument/2006/relationships/slide" Target="/ppt/slides/slide18.xml" Id="R6bb9e8a1ec0644c8" /><Relationship Type="http://schemas.openxmlformats.org/officeDocument/2006/relationships/slide" Target="/ppt/slides/slide19.xml" Id="R81327536ff094501" /><Relationship Type="http://schemas.openxmlformats.org/officeDocument/2006/relationships/slide" Target="/ppt/slides/slide20.xml" Id="Rfc5bd904cb834e7f" /><Relationship Type="http://schemas.openxmlformats.org/officeDocument/2006/relationships/slide" Target="/ppt/slides/slide21.xml" Id="R45ba687ca2314b46" /><Relationship Type="http://schemas.openxmlformats.org/officeDocument/2006/relationships/slide" Target="/ppt/slides/slide22.xml" Id="R1c5df267c2e24a76" /><Relationship Type="http://schemas.openxmlformats.org/officeDocument/2006/relationships/slide" Target="/ppt/slides/slide23.xml" Id="Rba6df9e02a844f3b" /><Relationship Type="http://schemas.openxmlformats.org/officeDocument/2006/relationships/slide" Target="/ppt/slides/slide24.xml" Id="R1f1eea2b1a754d6a" /><Relationship Type="http://schemas.openxmlformats.org/officeDocument/2006/relationships/slide" Target="/ppt/slides/slide25.xml" Id="R18b45a0a3bf741a5" /><Relationship Type="http://schemas.openxmlformats.org/officeDocument/2006/relationships/slide" Target="/ppt/slides/slide26.xml" Id="R3d64434edaab4d26" /><Relationship Type="http://schemas.openxmlformats.org/officeDocument/2006/relationships/slide" Target="/ppt/slides/slide27.xml" Id="Rf0ef6950ea844146" /><Relationship Type="http://schemas.openxmlformats.org/officeDocument/2006/relationships/slide" Target="/ppt/slides/slide28.xml" Id="Ra9fd5b9ef84a4308" /><Relationship Type="http://schemas.openxmlformats.org/officeDocument/2006/relationships/slide" Target="/ppt/slides/slide29.xml" Id="R29cf8beb4a004dae" /><Relationship Type="http://schemas.openxmlformats.org/officeDocument/2006/relationships/slide" Target="/ppt/slides/slide30.xml" Id="Rd8be890fbb6e447d" /><Relationship Type="http://schemas.openxmlformats.org/officeDocument/2006/relationships/slide" Target="/ppt/slides/slide31.xml" Id="Redd6a8486ab740f2" /><Relationship Type="http://schemas.openxmlformats.org/officeDocument/2006/relationships/slide" Target="/ppt/slides/slide32.xml" Id="R04e891cbac884af2" /><Relationship Type="http://schemas.openxmlformats.org/officeDocument/2006/relationships/slide" Target="/ppt/slides/slide33.xml" Id="R0499747afb2d44f1" /><Relationship Type="http://schemas.openxmlformats.org/officeDocument/2006/relationships/slide" Target="/ppt/slides/slide34.xml" Id="R2f870ac9d66f4ce0" /><Relationship Type="http://schemas.openxmlformats.org/officeDocument/2006/relationships/slide" Target="/ppt/slides/slide35.xml" Id="R18a0b8d381234691" /><Relationship Type="http://schemas.openxmlformats.org/officeDocument/2006/relationships/slide" Target="/ppt/slides/slide36.xml" Id="Rd185cf0d247543c1" /><Relationship Type="http://schemas.openxmlformats.org/officeDocument/2006/relationships/slide" Target="/ppt/slides/slide37.xml" Id="Rf06de48851a4483b" /><Relationship Type="http://schemas.openxmlformats.org/officeDocument/2006/relationships/slide" Target="/ppt/slides/slide38.xml" Id="R0b038b234ad04e10" /><Relationship Type="http://schemas.openxmlformats.org/officeDocument/2006/relationships/slide" Target="/ppt/slides/slide39.xml" Id="R316ac4251aaf4baf" /><Relationship Type="http://schemas.openxmlformats.org/officeDocument/2006/relationships/slide" Target="/ppt/slides/slide40.xml" Id="R81d1ff413f004014" /><Relationship Type="http://schemas.openxmlformats.org/officeDocument/2006/relationships/slide" Target="/ppt/slides/slide41.xml" Id="R9b95eee0807e48cb" /><Relationship Type="http://schemas.openxmlformats.org/officeDocument/2006/relationships/slide" Target="/ppt/slides/slide42.xml" Id="R1a9146eb335b4fcc" /><Relationship Type="http://schemas.openxmlformats.org/officeDocument/2006/relationships/slide" Target="/ppt/slides/slide43.xml" Id="R7f0e57260019450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3f00c8de1c04a4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3a9d9a1e5c4352" /><Relationship Type="http://schemas.openxmlformats.org/officeDocument/2006/relationships/notesMaster" Target="/ppt/notesMasters/notesMaster1.xml" Id="Rbfeb00d9cbea4d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16305ea5bdee4297" /><Relationship Type="http://schemas.openxmlformats.org/officeDocument/2006/relationships/notesMaster" Target="/ppt/notesMasters/notesMaster1.xml" Id="R1b4a900a422c4001" /></Relationships>
</file>

<file path=ppt/notesSlides/_rels/notesSlide3.xml.rels>&#65279;<?xml version="1.0" encoding="utf-8"?><Relationships xmlns="http://schemas.openxmlformats.org/package/2006/relationships"><Relationship Type="http://schemas.openxmlformats.org/officeDocument/2006/relationships/slide" Target="/ppt/slides/slide3.xml" Id="R5913c332ae1e4804" /><Relationship Type="http://schemas.openxmlformats.org/officeDocument/2006/relationships/notesMaster" Target="/ppt/notesMasters/notesMaster1.xml" Id="Ra4a92d5f5c0441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395435890fd04cc3" /><Relationship Type="http://schemas.openxmlformats.org/officeDocument/2006/relationships/notesMaster" Target="/ppt/notesMasters/notesMaster1.xml" Id="R08fcf4e85c354dc3" /></Relationships>
</file>

<file path=ppt/notesSlides/_rels/notesSlide5.xml.rels>&#65279;<?xml version="1.0" encoding="utf-8"?><Relationships xmlns="http://schemas.openxmlformats.org/package/2006/relationships"><Relationship Type="http://schemas.openxmlformats.org/officeDocument/2006/relationships/slide" Target="/ppt/slides/slide5.xml" Id="R15fd0dda17d34834" /><Relationship Type="http://schemas.openxmlformats.org/officeDocument/2006/relationships/notesMaster" Target="/ppt/notesMasters/notesMaster1.xml" Id="Rc29bf05f589a42f9" /></Relationships>
</file>

<file path=ppt/notesSlides/_rels/notesSlide6.xml.rels>&#65279;<?xml version="1.0" encoding="utf-8"?><Relationships xmlns="http://schemas.openxmlformats.org/package/2006/relationships"><Relationship Type="http://schemas.openxmlformats.org/officeDocument/2006/relationships/slide" Target="/ppt/slides/slide6.xml" Id="Rdf437b464167451f" /><Relationship Type="http://schemas.openxmlformats.org/officeDocument/2006/relationships/notesMaster" Target="/ppt/notesMasters/notesMaster1.xml" Id="R487b85daff734998" /></Relationships>
</file>

<file path=ppt/notesSlides/_rels/notesSlide7.xml.rels>&#65279;<?xml version="1.0" encoding="utf-8"?><Relationships xmlns="http://schemas.openxmlformats.org/package/2006/relationships"><Relationship Type="http://schemas.openxmlformats.org/officeDocument/2006/relationships/slide" Target="/ppt/slides/slide7.xml" Id="R061c70e8b19c4e17" /><Relationship Type="http://schemas.openxmlformats.org/officeDocument/2006/relationships/notesMaster" Target="/ppt/notesMasters/notesMaster1.xml" Id="Rc5f45ffbb10c4a0c" /></Relationships>
</file>

<file path=ppt/notesSlides/_rels/notesSlide8.xml.rels>&#65279;<?xml version="1.0" encoding="utf-8"?><Relationships xmlns="http://schemas.openxmlformats.org/package/2006/relationships"><Relationship Type="http://schemas.openxmlformats.org/officeDocument/2006/relationships/slide" Target="/ppt/slides/slide8.xml" Id="Ra4a4922d3fe845a7" /><Relationship Type="http://schemas.openxmlformats.org/officeDocument/2006/relationships/notesMaster" Target="/ppt/notesMasters/notesMaster1.xml" Id="Rb9e18ed3a655494a" /></Relationships>
</file>

<file path=ppt/notesSlides/_rels/notesSlide9.xml.rels>&#65279;<?xml version="1.0" encoding="utf-8"?><Relationships xmlns="http://schemas.openxmlformats.org/package/2006/relationships"><Relationship Type="http://schemas.openxmlformats.org/officeDocument/2006/relationships/slide" Target="/ppt/slides/slide9.xml" Id="R2cf16de987a646e6" /><Relationship Type="http://schemas.openxmlformats.org/officeDocument/2006/relationships/notesMaster" Target="/ppt/notesMasters/notesMaster1.xml" Id="R9a24052a6d484e1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e7aacae0b674ecb" /><Relationship Type="http://schemas.openxmlformats.org/officeDocument/2006/relationships/notesMaster" Target="/ppt/notesMasters/notesMaster1.xml" Id="Re2a996f7e4704e9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8eed06c4a9b4168" /><Relationship Type="http://schemas.openxmlformats.org/officeDocument/2006/relationships/notesMaster" Target="/ppt/notesMasters/notesMaster1.xml" Id="R80f4fa34094b457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2fa64c657bc4ae4" /><Relationship Type="http://schemas.openxmlformats.org/officeDocument/2006/relationships/notesMaster" Target="/ppt/notesMasters/notesMaster1.xml" Id="Rd8f63bc3a9d6448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95daa63a7624af1" /><Relationship Type="http://schemas.openxmlformats.org/officeDocument/2006/relationships/notesMaster" Target="/ppt/notesMasters/notesMaster1.xml" Id="Reca444a08c0f4f3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e68adba4684407b" /><Relationship Type="http://schemas.openxmlformats.org/officeDocument/2006/relationships/notesMaster" Target="/ppt/notesMasters/notesMaster1.xml" Id="R59f386f43e18412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ba37dccf4a544e8" /><Relationship Type="http://schemas.openxmlformats.org/officeDocument/2006/relationships/notesMaster" Target="/ppt/notesMasters/notesMaster1.xml" Id="R01559331b975423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6d8df0f2e8b4557" /><Relationship Type="http://schemas.openxmlformats.org/officeDocument/2006/relationships/notesMaster" Target="/ppt/notesMasters/notesMaster1.xml" Id="Rd38140534122467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495562cdd554030" /><Relationship Type="http://schemas.openxmlformats.org/officeDocument/2006/relationships/notesMaster" Target="/ppt/notesMasters/notesMaster1.xml" Id="R636228b44a9d4e7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3fd24f6f9b64c3a" /><Relationship Type="http://schemas.openxmlformats.org/officeDocument/2006/relationships/notesMaster" Target="/ppt/notesMasters/notesMaster1.xml" Id="Rea2d0e5074aa4db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fcb1382f98e477a" /><Relationship Type="http://schemas.openxmlformats.org/officeDocument/2006/relationships/notesMaster" Target="/ppt/notesMasters/notesMaster1.xml" Id="Rbc75a08ec8554e7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97bf34709ff4be0" /><Relationship Type="http://schemas.openxmlformats.org/officeDocument/2006/relationships/notesMaster" Target="/ppt/notesMasters/notesMaster1.xml" Id="R74dfa7d537a549f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d5c1bbbc4ec4bd4" /><Relationship Type="http://schemas.openxmlformats.org/officeDocument/2006/relationships/notesMaster" Target="/ppt/notesMasters/notesMaster1.xml" Id="R33c34d9849a8419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fe212345f4d41ce" /><Relationship Type="http://schemas.openxmlformats.org/officeDocument/2006/relationships/notesMaster" Target="/ppt/notesMasters/notesMaster1.xml" Id="R611390cbc03e4ef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fc6ece9e0b84c72" /><Relationship Type="http://schemas.openxmlformats.org/officeDocument/2006/relationships/notesMaster" Target="/ppt/notesMasters/notesMaster1.xml" Id="R5a1a0562d2f24fa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c62f3fb7f84410e" /><Relationship Type="http://schemas.openxmlformats.org/officeDocument/2006/relationships/notesMaster" Target="/ppt/notesMasters/notesMaster1.xml" Id="R533714437dbb470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48cfc67fdef477c" /><Relationship Type="http://schemas.openxmlformats.org/officeDocument/2006/relationships/notesMaster" Target="/ppt/notesMasters/notesMaster1.xml" Id="R7960ff103c0e48a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012de10a3ab477d" /><Relationship Type="http://schemas.openxmlformats.org/officeDocument/2006/relationships/notesMaster" Target="/ppt/notesMasters/notesMaster1.xml" Id="Ra7a57861f689400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c491505a3134699" /><Relationship Type="http://schemas.openxmlformats.org/officeDocument/2006/relationships/notesMaster" Target="/ppt/notesMasters/notesMaster1.xml" Id="Rd232591f27e0461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75b558a1fdf4e36" /><Relationship Type="http://schemas.openxmlformats.org/officeDocument/2006/relationships/notesMaster" Target="/ppt/notesMasters/notesMaster1.xml" Id="R4e760297dfe74a9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99af288a8e0424a" /><Relationship Type="http://schemas.openxmlformats.org/officeDocument/2006/relationships/notesMaster" Target="/ppt/notesMasters/notesMaster1.xml" Id="Rce298e5117af448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b96a04f6ed7433b" /><Relationship Type="http://schemas.openxmlformats.org/officeDocument/2006/relationships/notesMaster" Target="/ppt/notesMasters/notesMaster1.xml" Id="R884c1a1d629242a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572f2c9b1c643ed" /><Relationship Type="http://schemas.openxmlformats.org/officeDocument/2006/relationships/notesMaster" Target="/ppt/notesMasters/notesMaster1.xml" Id="R062405a209074e9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1f8b0927d3f4279" /><Relationship Type="http://schemas.openxmlformats.org/officeDocument/2006/relationships/notesMaster" Target="/ppt/notesMasters/notesMaster1.xml" Id="R369d4d13214640b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51a9437dd724470" /><Relationship Type="http://schemas.openxmlformats.org/officeDocument/2006/relationships/notesMaster" Target="/ppt/notesMasters/notesMaster1.xml" Id="R3ce3aadfb7104ed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5c14cd932ba41e6" /><Relationship Type="http://schemas.openxmlformats.org/officeDocument/2006/relationships/notesMaster" Target="/ppt/notesMasters/notesMaster1.xml" Id="R3142f663ff4541a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2572f00db8b4c81" /><Relationship Type="http://schemas.openxmlformats.org/officeDocument/2006/relationships/notesMaster" Target="/ppt/notesMasters/notesMaster1.xml" Id="R9283509450e1465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1855444867a4de6" /><Relationship Type="http://schemas.openxmlformats.org/officeDocument/2006/relationships/notesMaster" Target="/ppt/notesMasters/notesMaster1.xml" Id="R9735f03179734e0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f80643d877f4c72" /><Relationship Type="http://schemas.openxmlformats.org/officeDocument/2006/relationships/notesMaster" Target="/ppt/notesMasters/notesMaster1.xml" Id="Rbcead171298f421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7ecc80d0dc642b8" /><Relationship Type="http://schemas.openxmlformats.org/officeDocument/2006/relationships/notesMaster" Target="/ppt/notesMasters/notesMaster1.xml" Id="R133c3a2efb36448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382e1d528214d11" /><Relationship Type="http://schemas.openxmlformats.org/officeDocument/2006/relationships/notesMaster" Target="/ppt/notesMasters/notesMaster1.xml" Id="R7b80c11fc51647bc"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81b3cdd9d1c49b9" /><Relationship Type="http://schemas.openxmlformats.org/officeDocument/2006/relationships/notesMaster" Target="/ppt/notesMasters/notesMaster1.xml" Id="Ra59573fd43ef4c20"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fc82fa55ae74ec4" /><Relationship Type="http://schemas.openxmlformats.org/officeDocument/2006/relationships/notesMaster" Target="/ppt/notesMasters/notesMaster1.xml" Id="R5feecccf8bc64784"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155069d23caf4182" /><Relationship Type="http://schemas.openxmlformats.org/officeDocument/2006/relationships/notesMaster" Target="/ppt/notesMasters/notesMaster1.xml" Id="R07eba96e9c314b5a"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0b43947398fc4589" /><Relationship Type="http://schemas.openxmlformats.org/officeDocument/2006/relationships/notesMaster" Target="/ppt/notesMasters/notesMaster1.xml" Id="Rd01060753087434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This talk reconstructs the lineage from ffn_cellsim, through the separate Project_Aleph experimental tree, to the current Aleph successor. The central claim is not that we have a finished simulated cell. It is that we are building a mechanism-first instrument that reports uncertainty and evidence boundaries alongside predictions.</a:t>
            </a:r>
          </a:p>
          <a:p xmlns:a="http://schemas.openxmlformats.org/drawingml/2006/main">
            <a:r>
              <a:t/>
            </a:r>
          </a:p>
          <a:p xmlns:a="http://schemas.openxmlformats.org/drawingml/2006/main">
            <a:r>
              <a:t>[Sources]</a:t>
            </a:r>
          </a:p>
          <a:p xmlns:a="http://schemas.openxmlformats.org/drawingml/2006/main">
            <a:r>
              <a:t>Project records: CLAUDE.md; STATE.md (10 Aug 2026); CELL_ENGINE_ARCHITECTURE.md; ROLLING_ROADMAP.md.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goal. By the end of the talk, I want you to see Aleph as a system-identification program. The mechanics engine is necessary but not sufficient. The product is a posterior over state, mechanisms, and parameters, together with an honest statement of what the data cannot determine.</a:t>
            </a:r>
          </a:p>
          <a:p xmlns:a="http://schemas.openxmlformats.org/drawingml/2006/main">
            <a:r>
              <a:t/>
            </a:r>
          </a:p>
          <a:p xmlns:a="http://schemas.openxmlformats.org/drawingml/2006/main">
            <a:r>
              <a:t>[Sources]</a:t>
            </a:r>
          </a:p>
          <a:p xmlns:a="http://schemas.openxmlformats.org/drawingml/2006/main">
            <a:r>
              <a:t>Project records: CLAUDE.md; STATE.md (10 Aug 2026); CELL_ENGINE_ARCHITECTURE.md; ROLLING_ROADMAP.md.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Lineage. The historical story is useful because it is not a triumphal march. Structural audit showed that a model can have many local tests and still lack the load paths required for a scientific conclusion. Aleph retains mechanisms selectively, but rebuilds the composition contract around ownership, connectors, and evidence.</a:t>
            </a:r>
          </a:p>
          <a:p xmlns:a="http://schemas.openxmlformats.org/drawingml/2006/main">
            <a:r>
              <a:t/>
            </a:r>
          </a:p>
          <a:p xmlns:a="http://schemas.openxmlformats.org/drawingml/2006/main">
            <a:r>
              <a:t>[Sources]</a:t>
            </a:r>
          </a:p>
          <a:p xmlns:a="http://schemas.openxmlformats.org/drawingml/2006/main">
            <a:r>
              <a:t>TRAJECTORY_HOW_WE_GOT_TO_AC_2026-07-25.md; AUDIT_WHOLE_REPO_2026-07-25.md.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Selective migration. Project_Aleph was a separate experimental and replacement tree, not a coequal current project. The current repository selectively imported its external research-corpus pipeline, while rebuilding the mechanics composition and retaining the current charter and state registry as authority. This distinction prevents a historical result from being presented as current evidence.</a:t>
            </a:r>
          </a:p>
          <a:p xmlns:a="http://schemas.openxmlformats.org/drawingml/2006/main">
            <a:r>
              <a:t/>
            </a:r>
          </a:p>
          <a:p xmlns:a="http://schemas.openxmlformats.org/drawingml/2006/main">
            <a:r>
              <a:t>[Sources]</a:t>
            </a:r>
          </a:p>
          <a:p xmlns:a="http://schemas.openxmlformats.org/drawingml/2006/main">
            <a:r>
              <a:t>aleph/outer/__init__.py; STATE.md §(f), 2026-08-09; /Users/sw1/Project_Aleph/CLAUDE.md (historical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Decision matrix. This is the design decision that connects the histories. We adopted useful research and provenance infrastructure. We rebuilt the architecture where the old import direction fused laws and assembly. We deferred learning until an experiment and accepted corpus exist. And we rejected alternate simulation authority because an oracle and a production mechanics runtime must not be the same convenient shortcut.</a:t>
            </a:r>
          </a:p>
          <a:p xmlns:a="http://schemas.openxmlformats.org/drawingml/2006/main">
            <a:r>
              <a:t/>
            </a:r>
          </a:p>
          <a:p xmlns:a="http://schemas.openxmlformats.org/drawingml/2006/main">
            <a:r>
              <a:t>[Sources]</a:t>
            </a:r>
          </a:p>
          <a:p xmlns:a="http://schemas.openxmlformats.org/drawingml/2006/main">
            <a:r>
              <a:t>aleph/outer/__init__.py; aleph/inner/__init__.py; aleph/tests/architecture/test_layer_directions.py; CLAUDE.md.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Rejected shortcuts. The rejected choices matter because all three can make a system look easier to simulate. But they remove the object we need to test: a force path, a state transition, or a native reference. The cost of explicitness is intentional; it makes the model scientifically falsifiable.</a:t>
            </a:r>
          </a:p>
          <a:p xmlns:a="http://schemas.openxmlformats.org/drawingml/2006/main">
            <a:r>
              <a:t/>
            </a:r>
          </a:p>
          <a:p xmlns:a="http://schemas.openxmlformats.org/drawingml/2006/main">
            <a:r>
              <a:t>[Sources]</a:t>
            </a:r>
          </a:p>
          <a:p xmlns:a="http://schemas.openxmlformats.org/drawingml/2006/main">
            <a:r>
              <a:t>CLAUDE.md hard contracts; CELL_ENGINE_ARCHITECTURE.md; ROLLING_ROADMAP.md.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census. Say the three numbers together. Fourteen components and thirty-eight connectors describe a structural census. Every connector names a runtime, but the registry explicitly records zero device-run connectors. Production cortex kernels do fire behind engine cortex. None of those facts licenses a whole-cell connected mechanics magnitude.</a:t>
            </a:r>
          </a:p>
          <a:p xmlns:a="http://schemas.openxmlformats.org/drawingml/2006/main">
            <a:r>
              <a:t/>
            </a:r>
          </a:p>
          <a:p xmlns:a="http://schemas.openxmlformats.org/drawingml/2006/main">
            <a:r>
              <a:t>[Sources]</a:t>
            </a:r>
          </a:p>
          <a:p xmlns:a="http://schemas.openxmlformats.org/drawingml/2006/main">
            <a:r>
              <a:t>STATE.md §(a), §(f), last verified 2026-08-10; CELL_ENGINE_ARCHITECTURE.md.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Representation visual. This is an intentionally schematic model anatomy. It is useful for explaining compartments, typed endpoints, and a proposed load path. It is not a data figure: neither the colours nor the geometry should be read as a validated force magnitude. I use it as an anatomy of the model, then move to the evidence ladder for what is established.</a:t>
            </a:r>
          </a:p>
          <a:p xmlns:a="http://schemas.openxmlformats.org/drawingml/2006/main">
            <a:r>
              <a:t/>
            </a:r>
          </a:p>
          <a:p xmlns:a="http://schemas.openxmlformats.org/drawingml/2006/main">
            <a:r>
              <a:t>[Sources]</a:t>
            </a:r>
          </a:p>
          <a:p xmlns:a="http://schemas.openxmlformats.org/drawingml/2006/main">
            <a:r>
              <a:t>CELL_ENGINE_ARCHITECTURE.md; STATE.md §(b)–(c).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Learning status. This slide corrects an easy overstatement. The inner network is an intended stage, not a trained Aleph surrogate: it lacks a declared target experiment and accepted-run corpus. The outer research layer is real and has an imported pipeline, but current state records its external comparison as blocked. The mechanistic engine remains the reference oracle.</a:t>
            </a:r>
          </a:p>
          <a:p xmlns:a="http://schemas.openxmlformats.org/drawingml/2006/main">
            <a:r>
              <a:t/>
            </a:r>
          </a:p>
          <a:p xmlns:a="http://schemas.openxmlformats.org/drawingml/2006/main">
            <a:r>
              <a:t>[Sources]</a:t>
            </a:r>
          </a:p>
          <a:p xmlns:a="http://schemas.openxmlformats.org/drawingml/2006/main">
            <a:r>
              <a:t>aleph/inner/__init__.py; aleph/outer/__init__.py; STATE.md §(f), 2026-08-10; CLAUDE.md.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Inverse problem. A force curve, a deformation, or a traction map is not a molecular state. It is a projection. The appropriate scientific object is therefore a posterior over latent state, parameters, and even competing mechanism classes. A single fit deletes correlations and non-identifiability from the answer.</a:t>
            </a:r>
          </a:p>
          <a:p xmlns:a="http://schemas.openxmlformats.org/drawingml/2006/main">
            <a:r>
              <a:t/>
            </a:r>
          </a:p>
          <a:p xmlns:a="http://schemas.openxmlformats.org/drawingml/2006/main">
            <a:r>
              <a:t>[Sources]</a:t>
            </a:r>
          </a:p>
          <a:p xmlns:a="http://schemas.openxmlformats.org/drawingml/2006/main">
            <a:r>
              <a:t>Gonçalves et al., eLife 2020 (PMID 32940606); Engelhardt et al. 2017 (PMID 28615495). Project records: CLAUDE.md; STATE.md (10 Aug 2026); CELL_ENGINE_ARCHITECTURE.md; ROLLING_ROADMAP.md.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ladder. This ladder is the most important visual to keep in mind. It stops us from making category mistakes. A declared connector is not yet a force path. A device run is not necessarily native. A native build is not a converged physical magnitude. The presentation uses these labels deliberately.</a:t>
            </a:r>
          </a:p>
          <a:p xmlns:a="http://schemas.openxmlformats.org/drawingml/2006/main">
            <a:r>
              <a:t/>
            </a:r>
          </a:p>
          <a:p xmlns:a="http://schemas.openxmlformats.org/drawingml/2006/main">
            <a:r>
              <a:t>[Sources]</a:t>
            </a:r>
          </a:p>
          <a:p xmlns:a="http://schemas.openxmlformats.org/drawingml/2006/main">
            <a:r>
              <a:t>CELL_ENGINE_ARCHITECTURE.md; STATE.md §(b)–(c).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evolution. At the highest level, the virtual cell combines constrained mechanics, field transport, and discrete event dynamics. The equation is a conceptual guide rather than a claim that every contributor is a simple potential. Active motors and kinetic events are deliberately non-conservative.</a:t>
            </a:r>
          </a:p>
          <a:p xmlns:a="http://schemas.openxmlformats.org/drawingml/2006/main">
            <a:r>
              <a:t/>
            </a:r>
          </a:p>
          <a:p xmlns:a="http://schemas.openxmlformats.org/drawingml/2006/main">
            <a:r>
              <a:t>[Sources]</a:t>
            </a:r>
          </a:p>
          <a:p xmlns:a="http://schemas.openxmlformats.org/drawingml/2006/main">
            <a:r>
              <a:t>Representative theory: Nédélec et al. 2007; Moeendarbary et al. 2013; standard constrained mechanics.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Filament mechanics. This is the minimum elastic picture: extension and bending are evaluated on explicit filaments. Aleph’s representation needs more than a generic mesh because attachment, turnover, branch history, and connector eligibility depend on individual identities. Regional cytoskeletal populations cannot be treated as labels on one shared filament set.</a:t>
            </a:r>
          </a:p>
          <a:p xmlns:a="http://schemas.openxmlformats.org/drawingml/2006/main">
            <a:r>
              <a:t/>
            </a:r>
          </a:p>
          <a:p xmlns:a="http://schemas.openxmlformats.org/drawingml/2006/main">
            <a:r>
              <a:t>[Sources]</a:t>
            </a:r>
          </a:p>
          <a:p xmlns:a="http://schemas.openxmlformats.org/drawingml/2006/main">
            <a:r>
              <a:t>Representative theory: Nédélec et al. 2007; Moeendarbary et al. 2013; standard constrained mechanics. Project records: CLAUDE.md; STATE.md (10 Aug 2026); CELL_ENGINE_ARCHITECTURE.md; ROLLING_ROADMAP.md.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Membrane and cortex. The membrane equation describes bending, tension, and pressure work. It is not an excuse to collapse cortex into an effective tension. The mechanics happens through an explicit connector such as an ERM-mediated attachment, with endpoints, reactions, events, and a ledger.</a:t>
            </a:r>
          </a:p>
          <a:p xmlns:a="http://schemas.openxmlformats.org/drawingml/2006/main">
            <a:r>
              <a:t/>
            </a:r>
          </a:p>
          <a:p xmlns:a="http://schemas.openxmlformats.org/drawingml/2006/main">
            <a:r>
              <a:t>[Sources]</a:t>
            </a:r>
          </a:p>
          <a:p xmlns:a="http://schemas.openxmlformats.org/drawingml/2006/main">
            <a:r>
              <a:t>Helfrich membrane framework; CELL_ENGINE_ARCHITECTURE.md; PARAM_PROVENANCE_AUDIT_2026-07-24.md.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Actomyosin. The Hill-like curve is a useful limit and a sanity oracle. It is not the runtime biology. The intended mechanism is head-resolved NMII whose binding, stroke, and detachment events change forces and reactions. That distinction matters whenever we claim emergent tension rather than impose a prestress.</a:t>
            </a:r>
          </a:p>
          <a:p xmlns:a="http://schemas.openxmlformats.org/drawingml/2006/main">
            <a:r>
              <a:t/>
            </a:r>
          </a:p>
          <a:p xmlns:a="http://schemas.openxmlformats.org/drawingml/2006/main">
            <a:r>
              <a:t>[Sources]</a:t>
            </a:r>
          </a:p>
          <a:p xmlns:a="http://schemas.openxmlformats.org/drawingml/2006/main">
            <a:r>
              <a:t>Project charter; PARAM_PROVENANCE_AUDIT_2026-07-24.md.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KMC transaction. Event rates are continuous-time hazards, but events are not final just because they were sampled. They travel with a candidate mechanical step and commit only when the acceptance predicate accepts the physical step. This makes retries deterministic with respect to chemistry and topology.</a:t>
            </a:r>
          </a:p>
          <a:p xmlns:a="http://schemas.openxmlformats.org/drawingml/2006/main">
            <a:r>
              <a:t/>
            </a:r>
          </a:p>
          <a:p xmlns:a="http://schemas.openxmlformats.org/drawingml/2006/main">
            <a:r>
              <a:t>[Sources]</a:t>
            </a:r>
          </a:p>
          <a:p xmlns:a="http://schemas.openxmlformats.org/drawingml/2006/main">
            <a:r>
              <a:t>Project charter; ROLLING_ROADMAP.md R7.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Molecular clutch. Adhesion is not merely a boundary condition. Force changes bond lifetime, which changes load sharing, which changes force. Aleph needs a composite series joint across adhesion and collagen, with the kinetics, the elastic state, and the far-field reaction all within the accepted-step transaction.</a:t>
            </a:r>
          </a:p>
          <a:p xmlns:a="http://schemas.openxmlformats.org/drawingml/2006/main">
            <a:r>
              <a:t/>
            </a:r>
          </a:p>
          <a:p xmlns:a="http://schemas.openxmlformats.org/drawingml/2006/main">
            <a:r>
              <a:t>[Sources]</a:t>
            </a:r>
          </a:p>
          <a:p xmlns:a="http://schemas.openxmlformats.org/drawingml/2006/main">
            <a:r>
              <a:t>Bell-type kinetics; PARAM_PROVENANCE_AUDIT_2026-07-24.md; ROLLING_ROADMAP.md R3–R4.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Accepted-step transaction. This is a core architectural invariant. In a coupled active system, partial commits are unphysical. The same transaction decision must protect mechanical state, fields, topology, and event ledgers. That is why the architecture treats transaction participation as part of a connector contract.</a:t>
            </a:r>
          </a:p>
          <a:p xmlns:a="http://schemas.openxmlformats.org/drawingml/2006/main">
            <a:r>
              <a:t/>
            </a:r>
          </a:p>
          <a:p xmlns:a="http://schemas.openxmlformats.org/drawingml/2006/main">
            <a:r>
              <a:t>[Sources]</a:t>
            </a:r>
          </a:p>
          <a:p xmlns:a="http://schemas.openxmlformats.org/drawingml/2006/main">
            <a:r>
              <a:t>Project records: CLAUDE.md; STATE.md (10 Aug 2026); CELL_ENGINE_ARCHITECTURE.md; ROLLING_ROADMAP.md.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Canonical engine. The canonical composition layer is aleph engine. It binds the laws layer to state-owning components. The graph visual is simplified, but the principle is exact: components own state; connectors are the only mechanical connections and have to carry dispatch, transaction, and ledger semantics.</a:t>
            </a:r>
          </a:p>
          <a:p xmlns:a="http://schemas.openxmlformats.org/drawingml/2006/main">
            <a:r>
              <a:t/>
            </a:r>
          </a:p>
          <a:p xmlns:a="http://schemas.openxmlformats.org/drawingml/2006/main">
            <a:r>
              <a:t>[Sources]</a:t>
            </a:r>
          </a:p>
          <a:p xmlns:a="http://schemas.openxmlformats.org/drawingml/2006/main">
            <a:r>
              <a:t>STATE.md §(a), 10 Aug 2026; CELL_ENGINE_ARCHITECTURE.md.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Components. These examples show why ownership is a biological as well as computational concept. Cortex, stress fibers, lamellipodium, and filopodia must own disjoint filament populations. Surface, fluid, nucleus, adhesion, and ECM have different state lifecycles and laws, so treating them as one anonymous array hides the physics we need to test.</a:t>
            </a:r>
          </a:p>
          <a:p xmlns:a="http://schemas.openxmlformats.org/drawingml/2006/main">
            <a:r>
              <a:t/>
            </a:r>
          </a:p>
          <a:p xmlns:a="http://schemas.openxmlformats.org/drawingml/2006/main">
            <a:r>
              <a:t>[Sources]</a:t>
            </a:r>
          </a:p>
          <a:p xmlns:a="http://schemas.openxmlformats.org/drawingml/2006/main">
            <a:r>
              <a:t>STATE.md §(a); CELL_ENGINE_ARCHITECTURE.md.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Connector contract. For an audience used to constitutive models, think of a connector as the explicit site where a constitutive relation meets two state owners. It has a scope, signs, topology behavior, and observables. That makes a connection ablatable and testable, unlike an implicit coupling hidden in shared storage.</a:t>
            </a:r>
          </a:p>
          <a:p xmlns:a="http://schemas.openxmlformats.org/drawingml/2006/main">
            <a:r>
              <a:t/>
            </a:r>
          </a:p>
          <a:p xmlns:a="http://schemas.openxmlformats.org/drawingml/2006/main">
            <a:r>
              <a:t>[Sources]</a:t>
            </a:r>
          </a:p>
          <a:p xmlns:a="http://schemas.openxmlformats.org/drawingml/2006/main">
            <a:r>
              <a:t>CELL_ENGINE_ARCHITECTURE.md; ROLLING_ROADMAP.md R1.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Traction spine. This is the near-term experiment that connects many ideas in the talk. The target is a bidirectional causal chain from motor activity to far-field ECM reaction. Each arrow needs a real connector, a transaction path, and a ledger. Once this closes, it becomes a powerful experimental and inference target.</a:t>
            </a:r>
          </a:p>
          <a:p xmlns:a="http://schemas.openxmlformats.org/drawingml/2006/main">
            <a:r>
              <a:t/>
            </a:r>
          </a:p>
          <a:p xmlns:a="http://schemas.openxmlformats.org/drawingml/2006/main">
            <a:r>
              <a:t>[Sources]</a:t>
            </a:r>
          </a:p>
          <a:p xmlns:a="http://schemas.openxmlformats.org/drawingml/2006/main">
            <a:r>
              <a:t>ROLLING_ROADMAP.md R3–R4; STATE.md §(f).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Runtime contract. Warp CUDA is not an optional acceleration layer. It is the only simulation runtime. Python can organize a run and inspect accepted state, but it cannot mutate authoritative physics inside the loop. This matters because the evidence contract excludes CPU and legacy HOOMD paths from development and validation.</a:t>
            </a:r>
          </a:p>
          <a:p xmlns:a="http://schemas.openxmlformats.org/drawingml/2006/main">
            <a:r>
              <a:t/>
            </a:r>
          </a:p>
          <a:p xmlns:a="http://schemas.openxmlformats.org/drawingml/2006/main">
            <a:r>
              <a:t>[Sources]</a:t>
            </a:r>
          </a:p>
          <a:p xmlns:a="http://schemas.openxmlformats.org/drawingml/2006/main">
            <a:r>
              <a:t>Project records: CLAUDE.md; STATE.md (10 Aug 2026); CELL_ENGINE_ARCHITECTURE.md; ROLLING_ROADMAP.md.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Parameter provenance. This four-way classification is one of Aleph’s practical innovations. It separates a sourced parameter from a derivation, an overt numerical convenience, and an acknowledged PI-gated gap. It lets us demonstrate a mechanism while withholding a magnitude that rests on an unsourced force scale.</a:t>
            </a:r>
          </a:p>
          <a:p xmlns:a="http://schemas.openxmlformats.org/drawingml/2006/main">
            <a:r>
              <a:t/>
            </a:r>
          </a:p>
          <a:p xmlns:a="http://schemas.openxmlformats.org/drawingml/2006/main">
            <a:r>
              <a:t>[Sources]</a:t>
            </a:r>
          </a:p>
          <a:p xmlns:a="http://schemas.openxmlformats.org/drawingml/2006/main">
            <a:r>
              <a:t>PARAM_PROVENANCE_AUDIT_2026-07-24.md; STATE.md §(c).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Sweeps. The curse of dimensionality is not a vague concern here. A regular grid becomes impossible almost immediately, and it would still fail to diagnose non-identifiability. The disciplined alternative starts with source-constrained coverage, then uses observations and uncertainty to decide which native runs or experiments are informative.</a:t>
            </a:r>
          </a:p>
          <a:p xmlns:a="http://schemas.openxmlformats.org/drawingml/2006/main">
            <a:r>
              <a:t/>
            </a:r>
          </a:p>
          <a:p xmlns:a="http://schemas.openxmlformats.org/drawingml/2006/main">
            <a:r>
              <a:t>[Sources]</a:t>
            </a:r>
          </a:p>
          <a:p xmlns:a="http://schemas.openxmlformats.org/drawingml/2006/main">
            <a:r>
              <a:t>ROADMAP.md; project parameter governance.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Designed sweeps. A good design is not trying to improve an arbitrary objective. It is trying to learn. We start with a feasible domain, assess which observables change with which parameters, then choose a point or experiment that is expected to reduce uncertainty or discriminate mechanisms.</a:t>
            </a:r>
          </a:p>
          <a:p xmlns:a="http://schemas.openxmlformats.org/drawingml/2006/main">
            <a:r>
              <a:t/>
            </a:r>
          </a:p>
          <a:p xmlns:a="http://schemas.openxmlformats.org/drawingml/2006/main">
            <a:r>
              <a:t>[Sources]</a:t>
            </a:r>
          </a:p>
          <a:p xmlns:a="http://schemas.openxmlformats.org/drawingml/2006/main">
            <a:r>
              <a:t>ROADMAP.md; standard design-of-experiments and inverse-problem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Bayesian optimization. Bayesian optimization is useful when a native run is costly. The surrogate proposes an informative candidate, but the native simulator remains the oracle. The acquisition function has to be scientific: uncertainty reduction, mechanism discrimination, or held-out prediction—not retroactive gate optimization.</a:t>
            </a:r>
          </a:p>
          <a:p xmlns:a="http://schemas.openxmlformats.org/drawingml/2006/main">
            <a:r>
              <a:t/>
            </a:r>
          </a:p>
          <a:p xmlns:a="http://schemas.openxmlformats.org/drawingml/2006/main">
            <a:r>
              <a:t>[Sources]</a:t>
            </a:r>
          </a:p>
          <a:p xmlns:a="http://schemas.openxmlformats.org/drawingml/2006/main">
            <a:r>
              <a:t>Shahriyari et al. 2024 (PMID 38714708); 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Inner and outer neural layers. The project names two neural layers. The inner model is trained on accepted simulator runs and can be a surrogate or posterior estimator. The outer model organizes external research and provenance. The important caveat is that neither layer gets to turn unverified literature or a convenient simulation into a validated quantitative claim.</a:t>
            </a:r>
          </a:p>
          <a:p xmlns:a="http://schemas.openxmlformats.org/drawingml/2006/main">
            <a:r>
              <a:t/>
            </a:r>
          </a:p>
          <a:p xmlns:a="http://schemas.openxmlformats.org/drawingml/2006/main">
            <a:r>
              <a:t>[Sources]</a:t>
            </a:r>
          </a:p>
          <a:p xmlns:a="http://schemas.openxmlformats.org/drawingml/2006/main">
            <a:r>
              <a:t>Project records: CLAUDE.md; STATE.md (10 Aug 2026); CELL_ENGINE_ARCHITECTURE.md; ROLLING_ROADMAP.md.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Simulator-based inference. The neural network here is not a forward mechanics replacement. It is a conditional density estimator. We simulate parameter and observation pairs, train the estimator, then use it to infer a posterior for experimental data. We still need calibrated coverage, prior-domain awareness, and posterior predictive checks.</a:t>
            </a:r>
          </a:p>
          <a:p xmlns:a="http://schemas.openxmlformats.org/drawingml/2006/main">
            <a:r>
              <a:t/>
            </a:r>
          </a:p>
          <a:p xmlns:a="http://schemas.openxmlformats.org/drawingml/2006/main">
            <a:r>
              <a:t>[Sources]</a:t>
            </a:r>
          </a:p>
          <a:p xmlns:a="http://schemas.openxmlformats.org/drawingml/2006/main">
            <a:r>
              <a:t>Gonçalves et al., eLife 2020 (PMID 32940606); Engelhardt et al. 2017 (PMID 28615495). Project records: CLAUDE.md; STATE.md (10 Aug 2026); CELL_ENGINE_ARCHITECTURE.md; ROLLING_ROADMAP.md.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Gray-box learning. A gray-box strategy is the appropriate compromise. We keep the laws, state ownership, events, and connectors explicit; we learn expensive maps, discrepancy, or posterior density. The learned part must be calibrated against native reference runs and should tell us when it is being asked to extrapolate.</a:t>
            </a:r>
          </a:p>
          <a:p xmlns:a="http://schemas.openxmlformats.org/drawingml/2006/main">
            <a:r>
              <a:t/>
            </a:r>
          </a:p>
          <a:p xmlns:a="http://schemas.openxmlformats.org/drawingml/2006/main">
            <a:r>
              <a:t>[Sources]</a:t>
            </a:r>
          </a:p>
          <a:p xmlns:a="http://schemas.openxmlformats.org/drawingml/2006/main">
            <a:r>
              <a:t>Choi et al. 2026 (PMID 41406632); project charter.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Graph learning. The component–connector graph can guide a graph neural network. But its role is constrained: it may learn a reduced operator or cost predictor while preserving the declared topology. Similarity in a learned embedding is never a license to create a mechanical connector that has not been registered and validated.</a:t>
            </a:r>
          </a:p>
          <a:p xmlns:a="http://schemas.openxmlformats.org/drawingml/2006/main">
            <a:r>
              <a:t/>
            </a:r>
          </a:p>
          <a:p xmlns:a="http://schemas.openxmlformats.org/drawingml/2006/main">
            <a:r>
              <a:t>[Sources]</a:t>
            </a:r>
          </a:p>
          <a:p xmlns:a="http://schemas.openxmlformats.org/drawingml/2006/main">
            <a:r>
              <a:t>CELL_ENGINE_ARCHITECTURE.md; standard message-passing GNN formulation.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Observation model. A good virtual-cell program meets experiments through an observation operator. The same state looks different to AFM, traction microscopy, imaging, aspiration, or ablation. If we compare a raw internal simulator force directly to a measured projection, we have skipped the instrument physics and likely made the wrong inference.</a:t>
            </a:r>
          </a:p>
          <a:p xmlns:a="http://schemas.openxmlformats.org/drawingml/2006/main">
            <a:r>
              <a:t/>
            </a:r>
          </a:p>
          <a:p xmlns:a="http://schemas.openxmlformats.org/drawingml/2006/main">
            <a:r>
              <a:t>[Sources]</a:t>
            </a:r>
          </a:p>
          <a:p xmlns:a="http://schemas.openxmlformats.org/drawingml/2006/main">
            <a:r>
              <a:t>In silico inverse-problem framework, PMID 26309811; project charter.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evidence. This slide is intentionally conservative. The state registry contains evidence that can be quoted, with tightly limited scope. It also contains a non-quotable list. For a graduate audience, this is the lesson: uncertainty and retraction are not defects in the workflow; they are controls against overclaiming.</a:t>
            </a:r>
          </a:p>
          <a:p xmlns:a="http://schemas.openxmlformats.org/drawingml/2006/main">
            <a:r>
              <a:t/>
            </a:r>
          </a:p>
          <a:p xmlns:a="http://schemas.openxmlformats.org/drawingml/2006/main">
            <a:r>
              <a:t>[Sources]</a:t>
            </a:r>
          </a:p>
          <a:p xmlns:a="http://schemas.openxmlformats.org/drawingml/2006/main">
            <a:r>
              <a:t>STATE.md §(b)–(c), last verified 10 Aug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Ongoing roadmap. The sequence matters. The project is closing dispatch and native bindings before making a whole-cell baseline claim. R3 and R4 are especially informative because they complete the ECM and active traction spine. Later waves add connectivity, protrusion, chemistry, then full native composition and systematic perturbation.</a:t>
            </a:r>
          </a:p>
          <a:p xmlns:a="http://schemas.openxmlformats.org/drawingml/2006/main">
            <a:r>
              <a:t/>
            </a:r>
          </a:p>
          <a:p xmlns:a="http://schemas.openxmlformats.org/drawingml/2006/main">
            <a:r>
              <a:t>[Sources]</a:t>
            </a:r>
          </a:p>
          <a:p xmlns:a="http://schemas.openxmlformats.org/drawingml/2006/main">
            <a:r>
              <a:t>ROLLING_ROADMAP.md R1–R10; STATE.md §(f).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Traction experiment. The traction spine is attractive because every link suggests an observable and an ablation. It lets us ask whether a change in traction is more consistent with motor activity, adhesion kinetics, collagen mechanics, or some combination. The simulator can design that discriminating experiment, but only after the full connector path is physically bound.</a:t>
            </a:r>
          </a:p>
          <a:p xmlns:a="http://schemas.openxmlformats.org/drawingml/2006/main">
            <a:r>
              <a:t/>
            </a:r>
          </a:p>
          <a:p xmlns:a="http://schemas.openxmlformats.org/drawingml/2006/main">
            <a:r>
              <a:t>[Sources]</a:t>
            </a:r>
          </a:p>
          <a:p xmlns:a="http://schemas.openxmlformats.org/drawingml/2006/main">
            <a:r>
              <a:t>ROLLING_ROADMAP.md R3–R4; STATE.md §(f).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Whole cell target. The completed virtual cell is not defined by putting all arrays in one process. It requires every actor and connector under the accepted-step transaction, at full physiological population, with ledger closure and a defensible stability or stationarity criterion. That is why whole-cell composition is near the end of the roadmap.</a:t>
            </a:r>
          </a:p>
          <a:p xmlns:a="http://schemas.openxmlformats.org/drawingml/2006/main">
            <a:r>
              <a:t/>
            </a:r>
          </a:p>
          <a:p xmlns:a="http://schemas.openxmlformats.org/drawingml/2006/main">
            <a:r>
              <a:t>[Sources]</a:t>
            </a:r>
          </a:p>
          <a:p xmlns:a="http://schemas.openxmlformats.org/drawingml/2006/main">
            <a:r>
              <a:t>ROLLING_ROADMAP.md R6–R8; project charter.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Validation lattice. A robust mechanism crosses multiple kinds of evidence: units, limits, analytic checks, mesh and population behavior, stochastic variability, literature responses, and self-stamped native artifacts. No single agreement can substitute for the others. The project’s rule that oracles are not runtime mechanisms is central here.</a:t>
            </a:r>
          </a:p>
          <a:p xmlns:a="http://schemas.openxmlformats.org/drawingml/2006/main">
            <a:r>
              <a:t/>
            </a:r>
          </a:p>
          <a:p xmlns:a="http://schemas.openxmlformats.org/drawingml/2006/main">
            <a:r>
              <a:t>[Sources]</a:t>
            </a:r>
          </a:p>
          <a:p xmlns:a="http://schemas.openxmlformats.org/drawingml/2006/main">
            <a:r>
              <a:t>CLAUDE.md; ROLLING_ROADMAP.md R14.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System optimization. Optimization begins after reference physics tells us what is expensive. The charter notes that moving boundaries and fluid grids can dominate, so reducing biological population would not necessarily solve a performance problem and would invalidate the biological conclusion. The performance atlas directs the next safe optimization.</a:t>
            </a:r>
          </a:p>
          <a:p xmlns:a="http://schemas.openxmlformats.org/drawingml/2006/main">
            <a:r>
              <a:t/>
            </a:r>
          </a:p>
          <a:p xmlns:a="http://schemas.openxmlformats.org/drawingml/2006/main">
            <a:r>
              <a:t>[Sources]</a:t>
            </a:r>
          </a:p>
          <a:p xmlns:a="http://schemas.openxmlformats.org/drawingml/2006/main">
            <a:r>
              <a:t>CLAUDE.md; ROLLING_ROADMAP.md R10–R12.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Experimental loop. Here is the practical lab workflow. We begin by declaring a baseline and measurement model, not by fitting. We record provenance, run accepted native cases, train an uncertainty-aware inference layer, choose a new discriminating experiment, and test posterior predictions. The loop remains useful even if it reveals that the current mechanism set is insufficient.</a:t>
            </a:r>
          </a:p>
          <a:p xmlns:a="http://schemas.openxmlformats.org/drawingml/2006/main">
            <a:r>
              <a:t/>
            </a:r>
          </a:p>
          <a:p xmlns:a="http://schemas.openxmlformats.org/drawingml/2006/main">
            <a:r>
              <a:t>[Sources]</a:t>
            </a:r>
          </a:p>
          <a:p xmlns:a="http://schemas.openxmlformats.org/drawingml/2006/main">
            <a:r>
              <a:t>Project charter; PMID 26309811; Gonçalves et al. 2020.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 exercise. For students, the right project is not to find one tuned parameter set. Take a real ambiguity, such as lost traction. Write competing mechanism hypotheses, design a perturbation and observation that separate their predictions, and require native reference evidence plus posterior predictive validation.</a:t>
            </a:r>
          </a:p>
          <a:p xmlns:a="http://schemas.openxmlformats.org/drawingml/2006/main">
            <a:r>
              <a:t/>
            </a:r>
          </a:p>
          <a:p xmlns:a="http://schemas.openxmlformats.org/drawingml/2006/main">
            <a:r>
              <a:t>[Sources]</a:t>
            </a:r>
          </a:p>
          <a:p xmlns:a="http://schemas.openxmlformats.org/drawingml/2006/main">
            <a:r>
              <a:t>Project charter; systems-biology inverse-problem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questions. These questions show the opportunity. Aleph’s value is not simply to predict a cell response faster. It is to clarify what needs to be measured next, which mechanisms are confounded, and which computational improvements preserve the biological representation.</a:t>
            </a:r>
          </a:p>
          <a:p xmlns:a="http://schemas.openxmlformats.org/drawingml/2006/main">
            <a:r>
              <a:t/>
            </a:r>
          </a:p>
          <a:p xmlns:a="http://schemas.openxmlformats.org/drawingml/2006/main">
            <a:r>
              <a:t>[Sources]</a:t>
            </a:r>
          </a:p>
          <a:p xmlns:a="http://schemas.openxmlformats.org/drawingml/2006/main">
            <a:r>
              <a:t>Project records: CLAUDE.md; STATE.md (10 Aug 2026); CELL_ENGINE_ARCHITECTURE.md; ROLLING_ROADMAP.md.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 The core message is that a virtual cell is credible when it keeps three things together: representation, evidence, and uncertainty. Aleph’s components and connectors make mechanics explicit. Its transactions and native reference gates make computation auditable. Its probabilistic and neural layers make uncertainty useful for experiments.</a:t>
            </a:r>
          </a:p>
          <a:p xmlns:a="http://schemas.openxmlformats.org/drawingml/2006/main">
            <a:r>
              <a:t/>
            </a:r>
          </a:p>
          <a:p xmlns:a="http://schemas.openxmlformats.org/drawingml/2006/main">
            <a:r>
              <a:t>[Sources]</a:t>
            </a:r>
          </a:p>
          <a:p xmlns:a="http://schemas.openxmlformats.org/drawingml/2006/main">
            <a:r>
              <a:t>Project records: CLAUDE.md; STATE.md (10 Aug 2026); CELL_ENGINE_ARCHITECTURE.md; ROLLING_ROADMAP.md. Gonçalves et al., eLife 2020 (PMID 32940606); Engelhardt et al. 2017 (PMID 28615495).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Discussion. I would close by inviting the audience to nominate a real measurement ambiguity from their work. The test is whether we can state the latent mechanisms, measurement map, competing predictions, and the next discriminating experiment. That is the practical standard this program aims to support.</a:t>
            </a:r>
          </a:p>
          <a:p xmlns:a="http://schemas.openxmlformats.org/drawingml/2006/main">
            <a:r>
              <a:t/>
            </a:r>
          </a:p>
          <a:p xmlns:a="http://schemas.openxmlformats.org/drawingml/2006/main">
            <a:r>
              <a:t>[Sources]</a:t>
            </a:r>
          </a:p>
          <a:p xmlns:a="http://schemas.openxmlformats.org/drawingml/2006/main">
            <a:r>
              <a:t>All sources cited in this slide and report reference appendix.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a35a5274b8465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ad877c77fd489a" /><Relationship Type="http://schemas.openxmlformats.org/officeDocument/2006/relationships/slideLayout" Target="/ppt/slideLayouts/slideLayout1.xml" Id="Rf02236822ee8443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02236822ee844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38e48617a9a456f" /><Relationship Type="http://schemas.openxmlformats.org/officeDocument/2006/relationships/notesSlide" Target="/ppt/notesSlides/notesSlide1.xml" Id="Rec7bdd45d79a430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5be93bb649143e0" /><Relationship Type="http://schemas.openxmlformats.org/officeDocument/2006/relationships/notesSlide" Target="/ppt/notesSlides/notesSlide2.xml" Id="R8f3cc4aa4eda465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106c217aae24ec9" /><Relationship Type="http://schemas.openxmlformats.org/officeDocument/2006/relationships/notesSlide" Target="/ppt/notesSlides/notesSlide3.xml" Id="R2a9d090daf9a444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1ef603651664cb8" /><Relationship Type="http://schemas.openxmlformats.org/officeDocument/2006/relationships/notesSlide" Target="/ppt/notesSlides/notesSlide4.xml" Id="Rdfbd984e09874a4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789d56ac3d94295" /><Relationship Type="http://schemas.openxmlformats.org/officeDocument/2006/relationships/notesSlide" Target="/ppt/notesSlides/notesSlide5.xml" Id="R7bfdd020e7e2429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6c9f50d5e3c45f1" /><Relationship Type="http://schemas.openxmlformats.org/officeDocument/2006/relationships/notesSlide" Target="/ppt/notesSlides/notesSlide6.xml" Id="Rd62e278e5ab742d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c481c8d75974f75" /><Relationship Type="http://schemas.openxmlformats.org/officeDocument/2006/relationships/notesSlide" Target="/ppt/notesSlides/notesSlide7.xml" Id="Ra65efdae0a974fa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e132393a797421b" /><Relationship Type="http://schemas.openxmlformats.org/officeDocument/2006/relationships/notesSlide" Target="/ppt/notesSlides/notesSlide8.xml" Id="R10d278cc40f04ce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3f87dad2fb14677" /><Relationship Type="http://schemas.openxmlformats.org/officeDocument/2006/relationships/notesSlide" Target="/ppt/notesSlides/notesSlide9.xml" Id="R44c63f5e6e7c473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7799958ee8847bc" /><Relationship Type="http://schemas.openxmlformats.org/officeDocument/2006/relationships/notesSlide" Target="/ppt/notesSlides/notesSlide10.xml" Id="R821e2bac23c442b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2a74a95c64b4e96" /><Relationship Type="http://schemas.openxmlformats.org/officeDocument/2006/relationships/notesSlide" Target="/ppt/notesSlides/notesSlide11.xml" Id="R48b65b201263411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10903c07e9a4db9" /><Relationship Type="http://schemas.openxmlformats.org/officeDocument/2006/relationships/notesSlide" Target="/ppt/notesSlides/notesSlide12.xml" Id="R1696f4d930e14da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6282575d3be47b9" /><Relationship Type="http://schemas.openxmlformats.org/officeDocument/2006/relationships/notesSlide" Target="/ppt/notesSlides/notesSlide13.xml" Id="R86878d1696d34c5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fa74f5236e64df6" /><Relationship Type="http://schemas.openxmlformats.org/officeDocument/2006/relationships/notesSlide" Target="/ppt/notesSlides/notesSlide14.xml" Id="Rcb8226739e98467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8eb7c49eaca4b04" /><Relationship Type="http://schemas.openxmlformats.org/officeDocument/2006/relationships/notesSlide" Target="/ppt/notesSlides/notesSlide15.xml" Id="R7adf03b75905463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d2c7676b6b643e8" /><Relationship Type="http://schemas.openxmlformats.org/officeDocument/2006/relationships/notesSlide" Target="/ppt/notesSlides/notesSlide16.xml" Id="Rdbc4f3cfb8f6428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72d4058f81d4c70" /><Relationship Type="http://schemas.openxmlformats.org/officeDocument/2006/relationships/notesSlide" Target="/ppt/notesSlides/notesSlide17.xml" Id="R01f62d698777465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dfadc35cb4a425c" /><Relationship Type="http://schemas.openxmlformats.org/officeDocument/2006/relationships/notesSlide" Target="/ppt/notesSlides/notesSlide18.xml" Id="R7a83d9b2e2b34ac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6061f62610c45b2" /><Relationship Type="http://schemas.openxmlformats.org/officeDocument/2006/relationships/notesSlide" Target="/ppt/notesSlides/notesSlide19.xml" Id="Rb57c0ad5426c4a7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f97ec9fbbfe48f4" /><Relationship Type="http://schemas.openxmlformats.org/officeDocument/2006/relationships/notesSlide" Target="/ppt/notesSlides/notesSlide20.xml" Id="R5269281e6a084e4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2d08e77bdc24a0a" /><Relationship Type="http://schemas.openxmlformats.org/officeDocument/2006/relationships/notesSlide" Target="/ppt/notesSlides/notesSlide21.xml" Id="R9ba1fe222d7d464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8744fea04754fba" /><Relationship Type="http://schemas.openxmlformats.org/officeDocument/2006/relationships/notesSlide" Target="/ppt/notesSlides/notesSlide22.xml" Id="R1a7e0e9d64884e2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8414d1cb1b74f9e" /><Relationship Type="http://schemas.openxmlformats.org/officeDocument/2006/relationships/notesSlide" Target="/ppt/notesSlides/notesSlide23.xml" Id="R634d661ad19a45f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487c85b7d954053" /><Relationship Type="http://schemas.openxmlformats.org/officeDocument/2006/relationships/notesSlide" Target="/ppt/notesSlides/notesSlide24.xml" Id="R35ded0663047413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683053510414450" /><Relationship Type="http://schemas.openxmlformats.org/officeDocument/2006/relationships/notesSlide" Target="/ppt/notesSlides/notesSlide25.xml" Id="Rd6c0a04fcdf043f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2882098fa12480d" /><Relationship Type="http://schemas.openxmlformats.org/officeDocument/2006/relationships/notesSlide" Target="/ppt/notesSlides/notesSlide26.xml" Id="R51570a36c3954b5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d720213b6914f5d" /><Relationship Type="http://schemas.openxmlformats.org/officeDocument/2006/relationships/notesSlide" Target="/ppt/notesSlides/notesSlide27.xml" Id="Rf816533eb03f4f5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bd21d5d57934440" /><Relationship Type="http://schemas.openxmlformats.org/officeDocument/2006/relationships/notesSlide" Target="/ppt/notesSlides/notesSlide28.xml" Id="R638654859ea1498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d385d5eb2877427e" /><Relationship Type="http://schemas.openxmlformats.org/officeDocument/2006/relationships/notesSlide" Target="/ppt/notesSlides/notesSlide29.xml" Id="Rc253388f2040432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156113de56254954" /><Relationship Type="http://schemas.openxmlformats.org/officeDocument/2006/relationships/notesSlide" Target="/ppt/notesSlides/notesSlide30.xml" Id="R563a64104deb4ad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8388c1f89227489b" /><Relationship Type="http://schemas.openxmlformats.org/officeDocument/2006/relationships/notesSlide" Target="/ppt/notesSlides/notesSlide31.xml" Id="Rce35d97af6204c3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1dba78f9bc59428b" /><Relationship Type="http://schemas.openxmlformats.org/officeDocument/2006/relationships/notesSlide" Target="/ppt/notesSlides/notesSlide32.xml" Id="R6c87d164f0584ce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aa1c4b6d8f14717" /><Relationship Type="http://schemas.openxmlformats.org/officeDocument/2006/relationships/notesSlide" Target="/ppt/notesSlides/notesSlide33.xml" Id="Rabb7f250602743b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15985bafc4784737" /><Relationship Type="http://schemas.openxmlformats.org/officeDocument/2006/relationships/notesSlide" Target="/ppt/notesSlides/notesSlide34.xml" Id="R879f6381e5e34a4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5940db3b2b00443f" /><Relationship Type="http://schemas.openxmlformats.org/officeDocument/2006/relationships/notesSlide" Target="/ppt/notesSlides/notesSlide35.xml" Id="R906df539d7764c8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dbdad9dd50cd4fc3" /><Relationship Type="http://schemas.openxmlformats.org/officeDocument/2006/relationships/notesSlide" Target="/ppt/notesSlides/notesSlide36.xml" Id="Ra1bfbe4fb05e419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9f288a06b54e4280" /><Relationship Type="http://schemas.openxmlformats.org/officeDocument/2006/relationships/notesSlide" Target="/ppt/notesSlides/notesSlide37.xml" Id="Rf0e28710e35c488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8bed9515bdd94795" /><Relationship Type="http://schemas.openxmlformats.org/officeDocument/2006/relationships/notesSlide" Target="/ppt/notesSlides/notesSlide38.xml" Id="R0c0bfd7668ad4e7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51de21a479974b47" /><Relationship Type="http://schemas.openxmlformats.org/officeDocument/2006/relationships/notesSlide" Target="/ppt/notesSlides/notesSlide39.xml" Id="R2a596a2fc3bb468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b5d12a13c2a740f4" /><Relationship Type="http://schemas.openxmlformats.org/officeDocument/2006/relationships/notesSlide" Target="/ppt/notesSlides/notesSlide40.xml" Id="R9f12fc89a138400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8632d75061e946cc" /><Relationship Type="http://schemas.openxmlformats.org/officeDocument/2006/relationships/notesSlide" Target="/ppt/notesSlides/notesSlide41.xml" Id="Rec423cd0ff2d4122"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77e5881daebd4b15" /><Relationship Type="http://schemas.openxmlformats.org/officeDocument/2006/relationships/notesSlide" Target="/ppt/notesSlides/notesSlide42.xml" Id="Re5ed082016384956"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7d65b44602b648af" /><Relationship Type="http://schemas.openxmlformats.org/officeDocument/2006/relationships/notesSlide" Target="/ppt/notesSlides/notesSlide43.xml" Id="R61a70df5f55e442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ext">
            <a:extLst xmlns:a="http://schemas.openxmlformats.org/drawingml/2006/main">
              <a:ext uri="{FF2B5EF4-FFF2-40B4-BE49-F238E27FC236}">
                <a16:creationId xmlns:a16="http://schemas.microsoft.com/office/drawing/2014/main" id="{6E15EBDE-22B6-451B-A647-A1E66520C763}"/>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GRADUATE CELL MECHANICS</a:t>
            </a:r>
          </a:p>
        </p:txBody>
      </p:sp>
      <p:sp>
        <p:nvSpPr>
          <p:cNvPr id="2" name="text">
            <a:extLst xmlns:a="http://schemas.openxmlformats.org/drawingml/2006/main">
              <a:ext uri="{FF2B5EF4-FFF2-40B4-BE49-F238E27FC236}">
                <a16:creationId xmlns:a16="http://schemas.microsoft.com/office/drawing/2014/main" id="{F2B0D3C4-293A-4B9F-AB85-3F5FF73E9877}"/>
              </a:ext>
            </a:extLst>
          </p:cNvPr>
          <p:cNvSpPr>
            <a:spLocks xmlns:a="http://schemas.openxmlformats.org/drawingml/2006/main" noGrp="1"/>
          </p:cNvSpPr>
          <p:nvPr/>
        </p:nvSpPr>
        <p:spPr>
          <a:xfrm xmlns:a="http://schemas.openxmlformats.org/drawingml/2006/main">
            <a:off x="523875" y="1190625"/>
            <a:ext cx="776287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825" b="1">
                <a:solidFill>
                  <a:srgbClr val="0B0F14"/>
                </a:solidFill>
              </a:defRPr>
            </a:pPr>
            <a:r>
              <a:rPr sz="3825" b="1">
                <a:solidFill>
                  <a:srgbClr val="0B0F14"/>
                </a:solidFill>
              </a:rPr>
              <a:t>From ffn_cellsim</a:t>
            </a:r>
          </a:p>
          <a:p xmlns:a="http://schemas.openxmlformats.org/drawingml/2006/main">
            <a:pPr algn="l">
              <a:defRPr sz="3825" b="1">
                <a:solidFill>
                  <a:srgbClr val="0B0F14"/>
                </a:solidFill>
              </a:defRPr>
            </a:pPr>
            <a:r>
              <a:rPr sz="3825" b="1">
                <a:solidFill>
                  <a:srgbClr val="0B0F14"/>
                </a:solidFill>
              </a:rPr>
              <a:t>through Project_Aleph</a:t>
            </a:r>
          </a:p>
          <a:p xmlns:a="http://schemas.openxmlformats.org/drawingml/2006/main">
            <a:pPr algn="l">
              <a:defRPr sz="3825" b="1">
                <a:solidFill>
                  <a:srgbClr val="0B0F14"/>
                </a:solidFill>
              </a:defRPr>
            </a:pPr>
            <a:r>
              <a:rPr sz="3825" b="1">
                <a:solidFill>
                  <a:srgbClr val="0B0F14"/>
                </a:solidFill>
              </a:rPr>
              <a:t>to current Aleph</a:t>
            </a:r>
          </a:p>
        </p:txBody>
      </p:sp>
      <p:sp>
        <p:nvSpPr>
          <p:cNvPr id="3" name="text">
            <a:extLst xmlns:a="http://schemas.openxmlformats.org/drawingml/2006/main">
              <a:ext uri="{FF2B5EF4-FFF2-40B4-BE49-F238E27FC236}">
                <a16:creationId xmlns:a16="http://schemas.microsoft.com/office/drawing/2014/main" id="{1630928F-46B1-4C70-B064-A22CE1E30197}"/>
              </a:ext>
            </a:extLst>
          </p:cNvPr>
          <p:cNvSpPr>
            <a:spLocks xmlns:a="http://schemas.openxmlformats.org/drawingml/2006/main" noGrp="1"/>
          </p:cNvSpPr>
          <p:nvPr/>
        </p:nvSpPr>
        <p:spPr>
          <a:xfrm xmlns:a="http://schemas.openxmlformats.org/drawingml/2006/main">
            <a:off x="552450" y="3238500"/>
            <a:ext cx="7858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0">
                <a:solidFill>
                  <a:srgbClr val="102A43"/>
                </a:solidFill>
              </a:defRPr>
            </a:pPr>
            <a:r>
              <a:rPr sz="1950" b="0">
                <a:solidFill>
                  <a:srgbClr val="102A43"/>
                </a:solidFill>
              </a:rPr>
              <a:t>An evidence-bounded probabilistic mechanistic virtual cell</a:t>
            </a:r>
          </a:p>
        </p:txBody>
      </p:sp>
      <p:sp>
        <p:nvSpPr>
          <p:cNvPr id="4" name="">
            <a:extLst xmlns:a="http://schemas.openxmlformats.org/drawingml/2006/main">
              <a:ext uri="{FF2B5EF4-FFF2-40B4-BE49-F238E27FC236}">
                <a16:creationId xmlns:a16="http://schemas.microsoft.com/office/drawing/2014/main" id="{F36F3693-E728-4E91-90EB-33B48C07FC08}"/>
              </a:ext>
            </a:extLst>
          </p:cNvPr>
          <p:cNvSpPr>
            <a:spLocks xmlns:a="http://schemas.openxmlformats.org/drawingml/2006/main" noGrp="1"/>
          </p:cNvSpPr>
          <p:nvPr/>
        </p:nvSpPr>
        <p:spPr>
          <a:xfrm xmlns:a="http://schemas.openxmlformats.org/drawingml/2006/main">
            <a:off x="8763000" y="1428750"/>
            <a:ext cx="2381250" cy="1952625"/>
          </a:xfrm>
          <a:prstGeom xmlns:a="http://schemas.openxmlformats.org/drawingml/2006/main" prst="ellipse">
            <a:avLst/>
          </a:prstGeom>
          <a:solidFill xmlns:a="http://schemas.openxmlformats.org/drawingml/2006/main">
            <a:srgbClr val="DDF1F2"/>
          </a:solidFill>
          <a:ln xmlns:a="http://schemas.openxmlformats.org/drawingml/2006/main" w="28575">
            <a:solidFill>
              <a:srgbClr val="16A6B6"/>
            </a:solidFill>
            <a:prstDash val="solid"/>
          </a:ln>
        </p:spPr>
      </p:sp>
      <p:sp>
        <p:nvSpPr>
          <p:cNvPr id="5" name="">
            <a:extLst xmlns:a="http://schemas.openxmlformats.org/drawingml/2006/main">
              <a:ext uri="{FF2B5EF4-FFF2-40B4-BE49-F238E27FC236}">
                <a16:creationId xmlns:a16="http://schemas.microsoft.com/office/drawing/2014/main" id="{FB589C6A-2E81-4F01-8644-D8107FA57E9D}"/>
              </a:ext>
            </a:extLst>
          </p:cNvPr>
          <p:cNvSpPr>
            <a:spLocks xmlns:a="http://schemas.openxmlformats.org/drawingml/2006/main" noGrp="1"/>
          </p:cNvSpPr>
          <p:nvPr/>
        </p:nvSpPr>
        <p:spPr>
          <a:xfrm xmlns:a="http://schemas.openxmlformats.org/drawingml/2006/main">
            <a:off x="9572625" y="2076450"/>
            <a:ext cx="742950" cy="666750"/>
          </a:xfrm>
          <a:prstGeom xmlns:a="http://schemas.openxmlformats.org/drawingml/2006/main" prst="ellipse">
            <a:avLst/>
          </a:prstGeom>
          <a:solidFill xmlns:a="http://schemas.openxmlformats.org/drawingml/2006/main">
            <a:srgbClr val="E7DDF4"/>
          </a:solidFill>
          <a:ln xmlns:a="http://schemas.openxmlformats.org/drawingml/2006/main" w="19050">
            <a:solidFill>
              <a:srgbClr val="7454A3"/>
            </a:solidFill>
            <a:prstDash val="solid"/>
          </a:ln>
        </p:spPr>
      </p:sp>
      <p:sp>
        <p:nvSpPr>
          <p:cNvPr id="6" name="text">
            <a:extLst xmlns:a="http://schemas.openxmlformats.org/drawingml/2006/main">
              <a:ext uri="{FF2B5EF4-FFF2-40B4-BE49-F238E27FC236}">
                <a16:creationId xmlns:a16="http://schemas.microsoft.com/office/drawing/2014/main" id="{07216623-D3A1-4223-9660-023F51C9D92B}"/>
              </a:ext>
            </a:extLst>
          </p:cNvPr>
          <p:cNvSpPr>
            <a:spLocks xmlns:a="http://schemas.openxmlformats.org/drawingml/2006/main" noGrp="1"/>
          </p:cNvSpPr>
          <p:nvPr/>
        </p:nvSpPr>
        <p:spPr>
          <a:xfrm xmlns:a="http://schemas.openxmlformats.org/drawingml/2006/main">
            <a:off x="9620250" y="2295525"/>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7454A3"/>
                </a:solidFill>
              </a:defRPr>
            </a:pPr>
            <a:r>
              <a:rPr sz="1050" b="1">
                <a:solidFill>
                  <a:srgbClr val="7454A3"/>
                </a:solidFill>
              </a:rPr>
              <a:t>nucleus</a:t>
            </a:r>
          </a:p>
        </p:txBody>
      </p:sp>
      <p:cxnSp>
        <p:nvCxnSpPr>
          <p:cNvPr id="28" name=""/>
          <p:cNvCxnSpPr/>
          <p:nvPr/>
        </p:nvCxnSpPr>
        <p:spPr>
          <a:xfrm xmlns:a="http://schemas.openxmlformats.org/drawingml/2006/main">
            <a:off x="8972550" y="1857375"/>
            <a:ext cx="1933575" cy="809625"/>
          </a:xfrm>
          <a:prstGeom xmlns:a="http://schemas.openxmlformats.org/drawingml/2006/main" prst="straightConnector1">
            <a:avLst/>
          </a:prstGeom>
          <a:ln xmlns:a="http://schemas.openxmlformats.org/drawingml/2006/main" w="28575">
            <a:solidFill>
              <a:srgbClr val="E76F51"/>
            </a:solidFill>
            <a:prstDash val="solid"/>
          </a:ln>
        </p:spPr>
      </p:cxnSp>
      <p:cxnSp>
        <p:nvCxnSpPr>
          <p:cNvPr id="29" name=""/>
          <p:cNvCxnSpPr/>
          <p:nvPr/>
        </p:nvCxnSpPr>
        <p:spPr>
          <a:xfrm xmlns:a="http://schemas.openxmlformats.org/drawingml/2006/main">
            <a:off x="8972550" y="2019300"/>
            <a:ext cx="1933575" cy="781050"/>
          </a:xfrm>
          <a:prstGeom xmlns:a="http://schemas.openxmlformats.org/drawingml/2006/main" prst="straightConnector1">
            <a:avLst/>
          </a:prstGeom>
          <a:ln xmlns:a="http://schemas.openxmlformats.org/drawingml/2006/main" w="28575">
            <a:solidFill>
              <a:srgbClr val="E76F51"/>
            </a:solidFill>
            <a:prstDash val="solid"/>
          </a:ln>
        </p:spPr>
      </p:cxnSp>
      <p:cxnSp>
        <p:nvCxnSpPr>
          <p:cNvPr id="30" name=""/>
          <p:cNvCxnSpPr/>
          <p:nvPr/>
        </p:nvCxnSpPr>
        <p:spPr>
          <a:xfrm xmlns:a="http://schemas.openxmlformats.org/drawingml/2006/main">
            <a:off x="8972550" y="2181225"/>
            <a:ext cx="1933575" cy="752475"/>
          </a:xfrm>
          <a:prstGeom xmlns:a="http://schemas.openxmlformats.org/drawingml/2006/main" prst="straightConnector1">
            <a:avLst/>
          </a:prstGeom>
          <a:ln xmlns:a="http://schemas.openxmlformats.org/drawingml/2006/main" w="28575">
            <a:solidFill>
              <a:srgbClr val="E76F51"/>
            </a:solidFill>
            <a:prstDash val="solid"/>
          </a:ln>
        </p:spPr>
      </p:cxnSp>
      <p:cxnSp>
        <p:nvCxnSpPr>
          <p:cNvPr id="31" name=""/>
          <p:cNvCxnSpPr/>
          <p:nvPr/>
        </p:nvCxnSpPr>
        <p:spPr>
          <a:xfrm xmlns:a="http://schemas.openxmlformats.org/drawingml/2006/main">
            <a:off x="8972550" y="2343150"/>
            <a:ext cx="1933575" cy="723900"/>
          </a:xfrm>
          <a:prstGeom xmlns:a="http://schemas.openxmlformats.org/drawingml/2006/main" prst="straightConnector1">
            <a:avLst/>
          </a:prstGeom>
          <a:ln xmlns:a="http://schemas.openxmlformats.org/drawingml/2006/main" w="28575">
            <a:solidFill>
              <a:srgbClr val="E76F51"/>
            </a:solidFill>
            <a:prstDash val="solid"/>
          </a:ln>
        </p:spPr>
      </p:cxnSp>
      <p:cxnSp>
        <p:nvCxnSpPr>
          <p:cNvPr id="32" name=""/>
          <p:cNvCxnSpPr/>
          <p:nvPr/>
        </p:nvCxnSpPr>
        <p:spPr>
          <a:xfrm xmlns:a="http://schemas.openxmlformats.org/drawingml/2006/main">
            <a:off x="8972550" y="2505075"/>
            <a:ext cx="1933575" cy="695325"/>
          </a:xfrm>
          <a:prstGeom xmlns:a="http://schemas.openxmlformats.org/drawingml/2006/main" prst="straightConnector1">
            <a:avLst/>
          </a:prstGeom>
          <a:ln xmlns:a="http://schemas.openxmlformats.org/drawingml/2006/main" w="28575">
            <a:solidFill>
              <a:srgbClr val="E76F51"/>
            </a:solidFill>
            <a:prstDash val="solid"/>
          </a:ln>
        </p:spPr>
      </p:cxnSp>
      <p:cxnSp>
        <p:nvCxnSpPr>
          <p:cNvPr id="33" name=""/>
          <p:cNvCxnSpPr/>
          <p:nvPr/>
        </p:nvCxnSpPr>
        <p:spPr>
          <a:xfrm xmlns:a="http://schemas.openxmlformats.org/drawingml/2006/main">
            <a:off x="9096375" y="3381375"/>
            <a:ext cx="190500" cy="647700"/>
          </a:xfrm>
          <a:prstGeom xmlns:a="http://schemas.openxmlformats.org/drawingml/2006/main" prst="straightConnector1">
            <a:avLst/>
          </a:prstGeom>
          <a:ln xmlns:a="http://schemas.openxmlformats.org/drawingml/2006/main" w="38100">
            <a:solidFill>
              <a:srgbClr val="E9C46A"/>
            </a:solidFill>
            <a:prstDash val="solid"/>
          </a:ln>
        </p:spPr>
      </p:cxnSp>
      <p:sp>
        <p:nvSpPr>
          <p:cNvPr id="13" name="">
            <a:extLst xmlns:a="http://schemas.openxmlformats.org/drawingml/2006/main">
              <a:ext uri="{FF2B5EF4-FFF2-40B4-BE49-F238E27FC236}">
                <a16:creationId xmlns:a16="http://schemas.microsoft.com/office/drawing/2014/main" id="{F5E220F1-F363-4E5F-AF9A-59C99B80A30E}"/>
              </a:ext>
            </a:extLst>
          </p:cNvPr>
          <p:cNvSpPr>
            <a:spLocks xmlns:a="http://schemas.openxmlformats.org/drawingml/2006/main" noGrp="1"/>
          </p:cNvSpPr>
          <p:nvPr/>
        </p:nvSpPr>
        <p:spPr>
          <a:xfrm xmlns:a="http://schemas.openxmlformats.org/drawingml/2006/main">
            <a:off x="9201150" y="3943350"/>
            <a:ext cx="171450" cy="171450"/>
          </a:xfrm>
          <a:prstGeom xmlns:a="http://schemas.openxmlformats.org/drawingml/2006/main" prst="ellipse">
            <a:avLst/>
          </a:prstGeom>
          <a:solidFill xmlns:a="http://schemas.openxmlformats.org/drawingml/2006/main">
            <a:srgbClr val="16A6B6"/>
          </a:solidFill>
          <a:ln xmlns:a="http://schemas.openxmlformats.org/drawingml/2006/main" w="0">
            <a:solidFill>
              <a:srgbClr val="16A6B6"/>
            </a:solidFill>
            <a:prstDash val="solid"/>
          </a:ln>
        </p:spPr>
      </p:sp>
      <p:cxnSp>
        <p:nvCxnSpPr>
          <p:cNvPr id="35" name=""/>
          <p:cNvCxnSpPr/>
          <p:nvPr/>
        </p:nvCxnSpPr>
        <p:spPr>
          <a:xfrm xmlns:a="http://schemas.openxmlformats.org/drawingml/2006/main">
            <a:off x="9591675" y="3381375"/>
            <a:ext cx="190500" cy="647700"/>
          </a:xfrm>
          <a:prstGeom xmlns:a="http://schemas.openxmlformats.org/drawingml/2006/main" prst="straightConnector1">
            <a:avLst/>
          </a:prstGeom>
          <a:ln xmlns:a="http://schemas.openxmlformats.org/drawingml/2006/main" w="38100">
            <a:solidFill>
              <a:srgbClr val="E9C46A"/>
            </a:solidFill>
            <a:prstDash val="solid"/>
          </a:ln>
        </p:spPr>
      </p:cxnSp>
      <p:sp>
        <p:nvSpPr>
          <p:cNvPr id="15" name="">
            <a:extLst xmlns:a="http://schemas.openxmlformats.org/drawingml/2006/main">
              <a:ext uri="{FF2B5EF4-FFF2-40B4-BE49-F238E27FC236}">
                <a16:creationId xmlns:a16="http://schemas.microsoft.com/office/drawing/2014/main" id="{7A8320BB-96D2-435F-A042-3399734C2DB8}"/>
              </a:ext>
            </a:extLst>
          </p:cNvPr>
          <p:cNvSpPr>
            <a:spLocks xmlns:a="http://schemas.openxmlformats.org/drawingml/2006/main" noGrp="1"/>
          </p:cNvSpPr>
          <p:nvPr/>
        </p:nvSpPr>
        <p:spPr>
          <a:xfrm xmlns:a="http://schemas.openxmlformats.org/drawingml/2006/main">
            <a:off x="9696450" y="3943350"/>
            <a:ext cx="171450" cy="171450"/>
          </a:xfrm>
          <a:prstGeom xmlns:a="http://schemas.openxmlformats.org/drawingml/2006/main" prst="ellipse">
            <a:avLst/>
          </a:prstGeom>
          <a:solidFill xmlns:a="http://schemas.openxmlformats.org/drawingml/2006/main">
            <a:srgbClr val="16A6B6"/>
          </a:solidFill>
          <a:ln xmlns:a="http://schemas.openxmlformats.org/drawingml/2006/main" w="0">
            <a:solidFill>
              <a:srgbClr val="16A6B6"/>
            </a:solidFill>
            <a:prstDash val="solid"/>
          </a:ln>
        </p:spPr>
      </p:sp>
      <p:cxnSp>
        <p:nvCxnSpPr>
          <p:cNvPr id="37" name=""/>
          <p:cNvCxnSpPr/>
          <p:nvPr/>
        </p:nvCxnSpPr>
        <p:spPr>
          <a:xfrm xmlns:a="http://schemas.openxmlformats.org/drawingml/2006/main">
            <a:off x="10086975" y="3381375"/>
            <a:ext cx="190500" cy="647700"/>
          </a:xfrm>
          <a:prstGeom xmlns:a="http://schemas.openxmlformats.org/drawingml/2006/main" prst="straightConnector1">
            <a:avLst/>
          </a:prstGeom>
          <a:ln xmlns:a="http://schemas.openxmlformats.org/drawingml/2006/main" w="38100">
            <a:solidFill>
              <a:srgbClr val="E9C46A"/>
            </a:solidFill>
            <a:prstDash val="solid"/>
          </a:ln>
        </p:spPr>
      </p:cxnSp>
      <p:sp>
        <p:nvSpPr>
          <p:cNvPr id="17" name="">
            <a:extLst xmlns:a="http://schemas.openxmlformats.org/drawingml/2006/main">
              <a:ext uri="{FF2B5EF4-FFF2-40B4-BE49-F238E27FC236}">
                <a16:creationId xmlns:a16="http://schemas.microsoft.com/office/drawing/2014/main" id="{743AEFB8-25F4-47C2-8666-181C748315ED}"/>
              </a:ext>
            </a:extLst>
          </p:cNvPr>
          <p:cNvSpPr>
            <a:spLocks xmlns:a="http://schemas.openxmlformats.org/drawingml/2006/main" noGrp="1"/>
          </p:cNvSpPr>
          <p:nvPr/>
        </p:nvSpPr>
        <p:spPr>
          <a:xfrm xmlns:a="http://schemas.openxmlformats.org/drawingml/2006/main">
            <a:off x="10191750" y="3943350"/>
            <a:ext cx="171450" cy="171450"/>
          </a:xfrm>
          <a:prstGeom xmlns:a="http://schemas.openxmlformats.org/drawingml/2006/main" prst="ellipse">
            <a:avLst/>
          </a:prstGeom>
          <a:solidFill xmlns:a="http://schemas.openxmlformats.org/drawingml/2006/main">
            <a:srgbClr val="16A6B6"/>
          </a:solidFill>
          <a:ln xmlns:a="http://schemas.openxmlformats.org/drawingml/2006/main" w="0">
            <a:solidFill>
              <a:srgbClr val="16A6B6"/>
            </a:solidFill>
            <a:prstDash val="solid"/>
          </a:ln>
        </p:spPr>
      </p:sp>
      <p:cxnSp>
        <p:nvCxnSpPr>
          <p:cNvPr id="39" name=""/>
          <p:cNvCxnSpPr/>
          <p:nvPr/>
        </p:nvCxnSpPr>
        <p:spPr>
          <a:xfrm xmlns:a="http://schemas.openxmlformats.org/drawingml/2006/main">
            <a:off x="10582275" y="3381375"/>
            <a:ext cx="190500" cy="647700"/>
          </a:xfrm>
          <a:prstGeom xmlns:a="http://schemas.openxmlformats.org/drawingml/2006/main" prst="straightConnector1">
            <a:avLst/>
          </a:prstGeom>
          <a:ln xmlns:a="http://schemas.openxmlformats.org/drawingml/2006/main" w="38100">
            <a:solidFill>
              <a:srgbClr val="E9C46A"/>
            </a:solidFill>
            <a:prstDash val="solid"/>
          </a:ln>
        </p:spPr>
      </p:cxnSp>
      <p:sp>
        <p:nvSpPr>
          <p:cNvPr id="19" name="">
            <a:extLst xmlns:a="http://schemas.openxmlformats.org/drawingml/2006/main">
              <a:ext uri="{FF2B5EF4-FFF2-40B4-BE49-F238E27FC236}">
                <a16:creationId xmlns:a16="http://schemas.microsoft.com/office/drawing/2014/main" id="{12254426-CED0-48FB-B283-58836F4B8301}"/>
              </a:ext>
            </a:extLst>
          </p:cNvPr>
          <p:cNvSpPr>
            <a:spLocks xmlns:a="http://schemas.openxmlformats.org/drawingml/2006/main" noGrp="1"/>
          </p:cNvSpPr>
          <p:nvPr/>
        </p:nvSpPr>
        <p:spPr>
          <a:xfrm xmlns:a="http://schemas.openxmlformats.org/drawingml/2006/main">
            <a:off x="10687050" y="3943350"/>
            <a:ext cx="171450" cy="171450"/>
          </a:xfrm>
          <a:prstGeom xmlns:a="http://schemas.openxmlformats.org/drawingml/2006/main" prst="ellipse">
            <a:avLst/>
          </a:prstGeom>
          <a:solidFill xmlns:a="http://schemas.openxmlformats.org/drawingml/2006/main">
            <a:srgbClr val="16A6B6"/>
          </a:solidFill>
          <a:ln xmlns:a="http://schemas.openxmlformats.org/drawingml/2006/main" w="0">
            <a:solidFill>
              <a:srgbClr val="16A6B6"/>
            </a:solidFill>
            <a:prstDash val="solid"/>
          </a:ln>
        </p:spPr>
      </p:sp>
      <p:sp>
        <p:nvSpPr>
          <p:cNvPr id="20" name="text">
            <a:extLst xmlns:a="http://schemas.openxmlformats.org/drawingml/2006/main">
              <a:ext uri="{FF2B5EF4-FFF2-40B4-BE49-F238E27FC236}">
                <a16:creationId xmlns:a16="http://schemas.microsoft.com/office/drawing/2014/main" id="{779EA175-9AC3-4188-9EF3-B717A1BBF1F5}"/>
              </a:ext>
            </a:extLst>
          </p:cNvPr>
          <p:cNvSpPr>
            <a:spLocks xmlns:a="http://schemas.openxmlformats.org/drawingml/2006/main" noGrp="1"/>
          </p:cNvSpPr>
          <p:nvPr/>
        </p:nvSpPr>
        <p:spPr>
          <a:xfrm xmlns:a="http://schemas.openxmlformats.org/drawingml/2006/main">
            <a:off x="552450" y="523875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16B"/>
                </a:solidFill>
              </a:defRPr>
            </a:pPr>
            <a:r>
              <a:rPr sz="1350" b="0">
                <a:solidFill>
                  <a:srgbClr val="52616B"/>
                </a:solidFill>
              </a:rPr>
              <a:t>explicit mechanics · connectors · inference · uncertainty</a:t>
            </a:r>
          </a:p>
        </p:txBody>
      </p:sp>
      <p:sp>
        <p:nvSpPr>
          <p:cNvPr id="21" name="text">
            <a:extLst xmlns:a="http://schemas.openxmlformats.org/drawingml/2006/main">
              <a:ext uri="{FF2B5EF4-FFF2-40B4-BE49-F238E27FC236}">
                <a16:creationId xmlns:a16="http://schemas.microsoft.com/office/drawing/2014/main" id="{1B1EE039-20F5-42F1-9E4C-DE6BFE88B6AF}"/>
              </a:ext>
            </a:extLst>
          </p:cNvPr>
          <p:cNvSpPr>
            <a:spLocks xmlns:a="http://schemas.openxmlformats.org/drawingml/2006/main" noGrp="1"/>
          </p:cNvSpPr>
          <p:nvPr/>
        </p:nvSpPr>
        <p:spPr>
          <a:xfrm xmlns:a="http://schemas.openxmlformats.org/drawingml/2006/main">
            <a:off x="552450" y="57721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52616B"/>
                </a:solidFill>
              </a:defRPr>
            </a:pPr>
            <a:r>
              <a:rPr sz="1125" b="0">
                <a:solidFill>
                  <a:srgbClr val="52616B"/>
                </a:solidFill>
              </a:rPr>
              <a:t>Status snapshot: 10 August 2026</a:t>
            </a:r>
          </a:p>
        </p:txBody>
      </p:sp>
    </p:spTree>
    <p:extLst>
      <p:ext uri="{BB962C8B-B14F-4D97-AF65-F5344CB8AC3E}">
        <p14:creationId xmlns:p14="http://schemas.microsoft.com/office/powerpoint/2010/main" val="152203490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
            <a:extLst xmlns:a="http://schemas.openxmlformats.org/drawingml/2006/main">
              <a:ext uri="{FF2B5EF4-FFF2-40B4-BE49-F238E27FC236}">
                <a16:creationId xmlns:a16="http://schemas.microsoft.com/office/drawing/2014/main" id="{2A97D4FC-83E0-4C12-8A2E-BDFF6995E496}"/>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THE TAKEAWAY</a:t>
            </a:r>
          </a:p>
        </p:txBody>
      </p:sp>
      <p:sp>
        <p:nvSpPr>
          <p:cNvPr id="2" name="text">
            <a:extLst xmlns:a="http://schemas.openxmlformats.org/drawingml/2006/main">
              <a:ext uri="{FF2B5EF4-FFF2-40B4-BE49-F238E27FC236}">
                <a16:creationId xmlns:a16="http://schemas.microsoft.com/office/drawing/2014/main" id="{9DB7FC03-C978-47E4-9DC5-A0DD29C2214F}"/>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0F14"/>
                </a:solidFill>
              </a:defRPr>
            </a:pPr>
            <a:r>
              <a:rPr sz="2850" b="1">
                <a:solidFill>
                  <a:srgbClr val="0B0F14"/>
                </a:solidFill>
              </a:rPr>
              <a:t>What this program is trying to make possible</a:t>
            </a:r>
          </a:p>
        </p:txBody>
      </p:sp>
      <p:cxnSp>
        <p:nvCxnSpPr>
          <p:cNvPr id="25"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2B65843D-16D9-4CA3-93A2-60B472EB25CC}"/>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02</a:t>
            </a:r>
          </a:p>
        </p:txBody>
      </p:sp>
      <p:sp>
        <p:nvSpPr>
          <p:cNvPr id="5" name="text">
            <a:extLst xmlns:a="http://schemas.openxmlformats.org/drawingml/2006/main">
              <a:ext uri="{FF2B5EF4-FFF2-40B4-BE49-F238E27FC236}">
                <a16:creationId xmlns:a16="http://schemas.microsoft.com/office/drawing/2014/main" id="{B14E801C-D1A9-4A93-AF0B-7ACB0D99E8BB}"/>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sp>
        <p:nvSpPr>
          <p:cNvPr id="6" name="text">
            <a:extLst xmlns:a="http://schemas.openxmlformats.org/drawingml/2006/main">
              <a:ext uri="{FF2B5EF4-FFF2-40B4-BE49-F238E27FC236}">
                <a16:creationId xmlns:a16="http://schemas.microsoft.com/office/drawing/2014/main" id="{2CE02C80-7B0D-43A4-9330-547F38EFB2C9}"/>
              </a:ext>
            </a:extLst>
          </p:cNvPr>
          <p:cNvSpPr>
            <a:spLocks xmlns:a="http://schemas.openxmlformats.org/drawingml/2006/main" noGrp="1"/>
          </p:cNvSpPr>
          <p:nvPr/>
        </p:nvSpPr>
        <p:spPr>
          <a:xfrm xmlns:a="http://schemas.openxmlformats.org/drawingml/2006/main">
            <a:off x="666750" y="1571625"/>
            <a:ext cx="7429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02A43"/>
                </a:solidFill>
              </a:defRPr>
            </a:pPr>
            <a:r>
              <a:rPr sz="3000" b="1">
                <a:solidFill>
                  <a:srgbClr val="102A43"/>
                </a:solidFill>
              </a:rPr>
              <a:t>A virtual cell should help us decide what an experiment can—and cannot—identify.</a:t>
            </a:r>
          </a:p>
        </p:txBody>
      </p:sp>
      <p:sp>
        <p:nvSpPr>
          <p:cNvPr id="7" name="">
            <a:extLst xmlns:a="http://schemas.openxmlformats.org/drawingml/2006/main">
              <a:ext uri="{FF2B5EF4-FFF2-40B4-BE49-F238E27FC236}">
                <a16:creationId xmlns:a16="http://schemas.microsoft.com/office/drawing/2014/main" id="{FFB6399E-D0D9-4FDE-8349-7727EF0BD039}"/>
              </a:ext>
            </a:extLst>
          </p:cNvPr>
          <p:cNvSpPr>
            <a:spLocks xmlns:a="http://schemas.openxmlformats.org/drawingml/2006/main" noGrp="1"/>
          </p:cNvSpPr>
          <p:nvPr/>
        </p:nvSpPr>
        <p:spPr>
          <a:xfrm xmlns:a="http://schemas.openxmlformats.org/drawingml/2006/main">
            <a:off x="742950" y="3238500"/>
            <a:ext cx="76200" cy="76200"/>
          </a:xfrm>
          <a:prstGeom xmlns:a="http://schemas.openxmlformats.org/drawingml/2006/main" prst="ellipse">
            <a:avLst/>
          </a:prstGeom>
          <a:solidFill xmlns:a="http://schemas.openxmlformats.org/drawingml/2006/main">
            <a:srgbClr val="16A6B6"/>
          </a:solidFill>
          <a:ln xmlns:a="http://schemas.openxmlformats.org/drawingml/2006/main" w="0">
            <a:solidFill>
              <a:srgbClr val="16A6B6"/>
            </a:solidFill>
            <a:prstDash val="solid"/>
          </a:ln>
        </p:spPr>
      </p:sp>
      <p:sp>
        <p:nvSpPr>
          <p:cNvPr id="8" name="text">
            <a:extLst xmlns:a="http://schemas.openxmlformats.org/drawingml/2006/main">
              <a:ext uri="{FF2B5EF4-FFF2-40B4-BE49-F238E27FC236}">
                <a16:creationId xmlns:a16="http://schemas.microsoft.com/office/drawing/2014/main" id="{49767724-AEBB-4AB7-9FF5-D55201072A23}"/>
              </a:ext>
            </a:extLst>
          </p:cNvPr>
          <p:cNvSpPr>
            <a:spLocks xmlns:a="http://schemas.openxmlformats.org/drawingml/2006/main" noGrp="1"/>
          </p:cNvSpPr>
          <p:nvPr/>
        </p:nvSpPr>
        <p:spPr>
          <a:xfrm xmlns:a="http://schemas.openxmlformats.org/drawingml/2006/main">
            <a:off x="933450" y="3143250"/>
            <a:ext cx="5524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02A43"/>
                </a:solidFill>
              </a:defRPr>
            </a:pPr>
            <a:r>
              <a:rPr sz="1575" b="0">
                <a:solidFill>
                  <a:srgbClr val="102A43"/>
                </a:solidFill>
              </a:rPr>
              <a:t>Mechanistic, state-owning components</a:t>
            </a:r>
          </a:p>
        </p:txBody>
      </p:sp>
      <p:sp>
        <p:nvSpPr>
          <p:cNvPr id="9" name="">
            <a:extLst xmlns:a="http://schemas.openxmlformats.org/drawingml/2006/main">
              <a:ext uri="{FF2B5EF4-FFF2-40B4-BE49-F238E27FC236}">
                <a16:creationId xmlns:a16="http://schemas.microsoft.com/office/drawing/2014/main" id="{7547D5B1-A630-4DEA-AC01-F394B4F3C247}"/>
              </a:ext>
            </a:extLst>
          </p:cNvPr>
          <p:cNvSpPr>
            <a:spLocks xmlns:a="http://schemas.openxmlformats.org/drawingml/2006/main" noGrp="1"/>
          </p:cNvSpPr>
          <p:nvPr/>
        </p:nvSpPr>
        <p:spPr>
          <a:xfrm xmlns:a="http://schemas.openxmlformats.org/drawingml/2006/main">
            <a:off x="742950" y="3848100"/>
            <a:ext cx="76200" cy="76200"/>
          </a:xfrm>
          <a:prstGeom xmlns:a="http://schemas.openxmlformats.org/drawingml/2006/main" prst="ellipse">
            <a:avLst/>
          </a:prstGeom>
          <a:solidFill xmlns:a="http://schemas.openxmlformats.org/drawingml/2006/main">
            <a:srgbClr val="16A6B6"/>
          </a:solidFill>
          <a:ln xmlns:a="http://schemas.openxmlformats.org/drawingml/2006/main" w="0">
            <a:solidFill>
              <a:srgbClr val="16A6B6"/>
            </a:solidFill>
            <a:prstDash val="solid"/>
          </a:ln>
        </p:spPr>
      </p:sp>
      <p:sp>
        <p:nvSpPr>
          <p:cNvPr id="10" name="text">
            <a:extLst xmlns:a="http://schemas.openxmlformats.org/drawingml/2006/main">
              <a:ext uri="{FF2B5EF4-FFF2-40B4-BE49-F238E27FC236}">
                <a16:creationId xmlns:a16="http://schemas.microsoft.com/office/drawing/2014/main" id="{9FEDE54B-4849-4AA5-8B07-A1C1B7580B22}"/>
              </a:ext>
            </a:extLst>
          </p:cNvPr>
          <p:cNvSpPr>
            <a:spLocks xmlns:a="http://schemas.openxmlformats.org/drawingml/2006/main" noGrp="1"/>
          </p:cNvSpPr>
          <p:nvPr/>
        </p:nvSpPr>
        <p:spPr>
          <a:xfrm xmlns:a="http://schemas.openxmlformats.org/drawingml/2006/main">
            <a:off x="933450" y="3752850"/>
            <a:ext cx="5524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02A43"/>
                </a:solidFill>
              </a:defRPr>
            </a:pPr>
            <a:r>
              <a:rPr sz="1575" b="0">
                <a:solidFill>
                  <a:srgbClr val="102A43"/>
                </a:solidFill>
              </a:rPr>
              <a:t>Explicit bidirectional connectors</a:t>
            </a:r>
          </a:p>
        </p:txBody>
      </p:sp>
      <p:sp>
        <p:nvSpPr>
          <p:cNvPr id="11" name="">
            <a:extLst xmlns:a="http://schemas.openxmlformats.org/drawingml/2006/main">
              <a:ext uri="{FF2B5EF4-FFF2-40B4-BE49-F238E27FC236}">
                <a16:creationId xmlns:a16="http://schemas.microsoft.com/office/drawing/2014/main" id="{F8C7C766-54A2-4235-BDC8-2650520D1222}"/>
              </a:ext>
            </a:extLst>
          </p:cNvPr>
          <p:cNvSpPr>
            <a:spLocks xmlns:a="http://schemas.openxmlformats.org/drawingml/2006/main" noGrp="1"/>
          </p:cNvSpPr>
          <p:nvPr/>
        </p:nvSpPr>
        <p:spPr>
          <a:xfrm xmlns:a="http://schemas.openxmlformats.org/drawingml/2006/main">
            <a:off x="742950" y="4457700"/>
            <a:ext cx="76200" cy="76200"/>
          </a:xfrm>
          <a:prstGeom xmlns:a="http://schemas.openxmlformats.org/drawingml/2006/main" prst="ellipse">
            <a:avLst/>
          </a:prstGeom>
          <a:solidFill xmlns:a="http://schemas.openxmlformats.org/drawingml/2006/main">
            <a:srgbClr val="16A6B6"/>
          </a:solidFill>
          <a:ln xmlns:a="http://schemas.openxmlformats.org/drawingml/2006/main" w="0">
            <a:solidFill>
              <a:srgbClr val="16A6B6"/>
            </a:solidFill>
            <a:prstDash val="solid"/>
          </a:ln>
        </p:spPr>
      </p:sp>
      <p:sp>
        <p:nvSpPr>
          <p:cNvPr id="12" name="text">
            <a:extLst xmlns:a="http://schemas.openxmlformats.org/drawingml/2006/main">
              <a:ext uri="{FF2B5EF4-FFF2-40B4-BE49-F238E27FC236}">
                <a16:creationId xmlns:a16="http://schemas.microsoft.com/office/drawing/2014/main" id="{7052F933-F9E1-4321-AABA-73502D4C4ABB}"/>
              </a:ext>
            </a:extLst>
          </p:cNvPr>
          <p:cNvSpPr>
            <a:spLocks xmlns:a="http://schemas.openxmlformats.org/drawingml/2006/main" noGrp="1"/>
          </p:cNvSpPr>
          <p:nvPr/>
        </p:nvSpPr>
        <p:spPr>
          <a:xfrm xmlns:a="http://schemas.openxmlformats.org/drawingml/2006/main">
            <a:off x="933450" y="4362450"/>
            <a:ext cx="5524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02A43"/>
                </a:solidFill>
              </a:defRPr>
            </a:pPr>
            <a:r>
              <a:rPr sz="1575" b="0">
                <a:solidFill>
                  <a:srgbClr val="102A43"/>
                </a:solidFill>
              </a:rPr>
              <a:t>Native GPU physics as the reference</a:t>
            </a:r>
          </a:p>
        </p:txBody>
      </p:sp>
      <p:sp>
        <p:nvSpPr>
          <p:cNvPr id="13" name="">
            <a:extLst xmlns:a="http://schemas.openxmlformats.org/drawingml/2006/main">
              <a:ext uri="{FF2B5EF4-FFF2-40B4-BE49-F238E27FC236}">
                <a16:creationId xmlns:a16="http://schemas.microsoft.com/office/drawing/2014/main" id="{4441FEC9-702D-4AF5-8316-A9FD872ED451}"/>
              </a:ext>
            </a:extLst>
          </p:cNvPr>
          <p:cNvSpPr>
            <a:spLocks xmlns:a="http://schemas.openxmlformats.org/drawingml/2006/main" noGrp="1"/>
          </p:cNvSpPr>
          <p:nvPr/>
        </p:nvSpPr>
        <p:spPr>
          <a:xfrm xmlns:a="http://schemas.openxmlformats.org/drawingml/2006/main">
            <a:off x="742950" y="5067300"/>
            <a:ext cx="76200" cy="76200"/>
          </a:xfrm>
          <a:prstGeom xmlns:a="http://schemas.openxmlformats.org/drawingml/2006/main" prst="ellipse">
            <a:avLst/>
          </a:prstGeom>
          <a:solidFill xmlns:a="http://schemas.openxmlformats.org/drawingml/2006/main">
            <a:srgbClr val="16A6B6"/>
          </a:solidFill>
          <a:ln xmlns:a="http://schemas.openxmlformats.org/drawingml/2006/main" w="0">
            <a:solidFill>
              <a:srgbClr val="16A6B6"/>
            </a:solidFill>
            <a:prstDash val="solid"/>
          </a:ln>
        </p:spPr>
      </p:sp>
      <p:sp>
        <p:nvSpPr>
          <p:cNvPr id="14" name="text">
            <a:extLst xmlns:a="http://schemas.openxmlformats.org/drawingml/2006/main">
              <a:ext uri="{FF2B5EF4-FFF2-40B4-BE49-F238E27FC236}">
                <a16:creationId xmlns:a16="http://schemas.microsoft.com/office/drawing/2014/main" id="{54D0CF5E-69B2-468A-B83E-D6AD61049DBB}"/>
              </a:ext>
            </a:extLst>
          </p:cNvPr>
          <p:cNvSpPr>
            <a:spLocks xmlns:a="http://schemas.openxmlformats.org/drawingml/2006/main" noGrp="1"/>
          </p:cNvSpPr>
          <p:nvPr/>
        </p:nvSpPr>
        <p:spPr>
          <a:xfrm xmlns:a="http://schemas.openxmlformats.org/drawingml/2006/main">
            <a:off x="933450" y="4972050"/>
            <a:ext cx="5524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02A43"/>
                </a:solidFill>
              </a:defRPr>
            </a:pPr>
            <a:r>
              <a:rPr sz="1575" b="0">
                <a:solidFill>
                  <a:srgbClr val="102A43"/>
                </a:solidFill>
              </a:rPr>
              <a:t>Posterior inference instead of one fitted point</a:t>
            </a:r>
          </a:p>
        </p:txBody>
      </p:sp>
      <p:sp>
        <p:nvSpPr>
          <p:cNvPr id="15" name="">
            <a:extLst xmlns:a="http://schemas.openxmlformats.org/drawingml/2006/main">
              <a:ext uri="{FF2B5EF4-FFF2-40B4-BE49-F238E27FC236}">
                <a16:creationId xmlns:a16="http://schemas.microsoft.com/office/drawing/2014/main" id="{979941AB-06FB-4B4F-8655-076711627582}"/>
              </a:ext>
            </a:extLst>
          </p:cNvPr>
          <p:cNvSpPr>
            <a:spLocks xmlns:a="http://schemas.openxmlformats.org/drawingml/2006/main" noGrp="1"/>
          </p:cNvSpPr>
          <p:nvPr/>
        </p:nvSpPr>
        <p:spPr>
          <a:xfrm xmlns:a="http://schemas.openxmlformats.org/drawingml/2006/main">
            <a:off x="8667750" y="1809750"/>
            <a:ext cx="2095500" cy="666750"/>
          </a:xfrm>
          <a:prstGeom xmlns:a="http://schemas.openxmlformats.org/drawingml/2006/main" prst="roundRect">
            <a:avLst>
              <a:gd name="adj" fmla="val 11429"/>
            </a:avLst>
          </a:prstGeom>
          <a:solidFill xmlns:a="http://schemas.openxmlformats.org/drawingml/2006/main">
            <a:srgbClr val="E8F4F5"/>
          </a:solidFill>
          <a:ln xmlns:a="http://schemas.openxmlformats.org/drawingml/2006/main" w="14288">
            <a:solidFill>
              <a:srgbClr val="16A6B6"/>
            </a:solidFill>
            <a:prstDash val="solid"/>
          </a:ln>
        </p:spPr>
      </p:sp>
      <p:sp>
        <p:nvSpPr>
          <p:cNvPr id="16" name="text">
            <a:extLst xmlns:a="http://schemas.openxmlformats.org/drawingml/2006/main">
              <a:ext uri="{FF2B5EF4-FFF2-40B4-BE49-F238E27FC236}">
                <a16:creationId xmlns:a16="http://schemas.microsoft.com/office/drawing/2014/main" id="{6DB4FEC6-5C6A-4CC1-8EF2-6C51BB1E9399}"/>
              </a:ext>
            </a:extLst>
          </p:cNvPr>
          <p:cNvSpPr>
            <a:spLocks xmlns:a="http://schemas.openxmlformats.org/drawingml/2006/main" noGrp="1"/>
          </p:cNvSpPr>
          <p:nvPr/>
        </p:nvSpPr>
        <p:spPr>
          <a:xfrm xmlns:a="http://schemas.openxmlformats.org/drawingml/2006/main">
            <a:off x="8763000" y="1943100"/>
            <a:ext cx="190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102A43"/>
                </a:solidFill>
              </a:defRPr>
            </a:pPr>
            <a:r>
              <a:rPr sz="1425" b="1">
                <a:solidFill>
                  <a:srgbClr val="102A43"/>
                </a:solidFill>
              </a:rPr>
              <a:t>MEASUREMENT</a:t>
            </a:r>
          </a:p>
        </p:txBody>
      </p:sp>
      <p:cxnSp>
        <p:nvCxnSpPr>
          <p:cNvPr id="39" name=""/>
          <p:cNvCxnSpPr/>
          <p:nvPr/>
        </p:nvCxnSpPr>
        <p:spPr>
          <a:xfrm xmlns:a="http://schemas.openxmlformats.org/drawingml/2006/main">
            <a:off x="9715500" y="2476500"/>
            <a:ext cx="9525" cy="762000"/>
          </a:xfrm>
          <a:prstGeom xmlns:a="http://schemas.openxmlformats.org/drawingml/2006/main" prst="straightConnector1">
            <a:avLst/>
          </a:prstGeom>
          <a:ln xmlns:a="http://schemas.openxmlformats.org/drawingml/2006/main" w="19050">
            <a:solidFill>
              <a:srgbClr val="B8C7D0"/>
            </a:solidFill>
            <a:prstDash val="solid"/>
          </a:ln>
        </p:spPr>
      </p:cxnSp>
      <p:sp>
        <p:nvSpPr>
          <p:cNvPr id="18" name="">
            <a:extLst xmlns:a="http://schemas.openxmlformats.org/drawingml/2006/main">
              <a:ext uri="{FF2B5EF4-FFF2-40B4-BE49-F238E27FC236}">
                <a16:creationId xmlns:a16="http://schemas.microsoft.com/office/drawing/2014/main" id="{C5FAA767-FA2E-42D0-804F-62DA25E468FD}"/>
              </a:ext>
            </a:extLst>
          </p:cNvPr>
          <p:cNvSpPr>
            <a:spLocks xmlns:a="http://schemas.openxmlformats.org/drawingml/2006/main" noGrp="1"/>
          </p:cNvSpPr>
          <p:nvPr/>
        </p:nvSpPr>
        <p:spPr>
          <a:xfrm xmlns:a="http://schemas.openxmlformats.org/drawingml/2006/main">
            <a:off x="8667750" y="3286125"/>
            <a:ext cx="2095500" cy="666750"/>
          </a:xfrm>
          <a:prstGeom xmlns:a="http://schemas.openxmlformats.org/drawingml/2006/main" prst="roundRect">
            <a:avLst>
              <a:gd name="adj" fmla="val 11429"/>
            </a:avLst>
          </a:prstGeom>
          <a:solidFill xmlns:a="http://schemas.openxmlformats.org/drawingml/2006/main">
            <a:srgbClr val="F2ECFA"/>
          </a:solidFill>
          <a:ln xmlns:a="http://schemas.openxmlformats.org/drawingml/2006/main" w="14288">
            <a:solidFill>
              <a:srgbClr val="7454A3"/>
            </a:solidFill>
            <a:prstDash val="solid"/>
          </a:ln>
        </p:spPr>
      </p:sp>
      <p:sp>
        <p:nvSpPr>
          <p:cNvPr id="19" name="text">
            <a:extLst xmlns:a="http://schemas.openxmlformats.org/drawingml/2006/main">
              <a:ext uri="{FF2B5EF4-FFF2-40B4-BE49-F238E27FC236}">
                <a16:creationId xmlns:a16="http://schemas.microsoft.com/office/drawing/2014/main" id="{92B7356B-0BE7-454E-95F0-F1031D4C13B0}"/>
              </a:ext>
            </a:extLst>
          </p:cNvPr>
          <p:cNvSpPr>
            <a:spLocks xmlns:a="http://schemas.openxmlformats.org/drawingml/2006/main" noGrp="1"/>
          </p:cNvSpPr>
          <p:nvPr/>
        </p:nvSpPr>
        <p:spPr>
          <a:xfrm xmlns:a="http://schemas.openxmlformats.org/drawingml/2006/main">
            <a:off x="8763000" y="3419475"/>
            <a:ext cx="190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102A43"/>
                </a:solidFill>
              </a:defRPr>
            </a:pPr>
            <a:r>
              <a:rPr sz="1575" b="1">
                <a:solidFill>
                  <a:srgbClr val="102A43"/>
                </a:solidFill>
              </a:rPr>
              <a:t>ALEPH</a:t>
            </a:r>
          </a:p>
        </p:txBody>
      </p:sp>
      <p:cxnSp>
        <p:nvCxnSpPr>
          <p:cNvPr id="42" name=""/>
          <p:cNvCxnSpPr/>
          <p:nvPr/>
        </p:nvCxnSpPr>
        <p:spPr>
          <a:xfrm xmlns:a="http://schemas.openxmlformats.org/drawingml/2006/main">
            <a:off x="9715500" y="3952875"/>
            <a:ext cx="9525" cy="762000"/>
          </a:xfrm>
          <a:prstGeom xmlns:a="http://schemas.openxmlformats.org/drawingml/2006/main" prst="straightConnector1">
            <a:avLst/>
          </a:prstGeom>
          <a:ln xmlns:a="http://schemas.openxmlformats.org/drawingml/2006/main" w="19050">
            <a:solidFill>
              <a:srgbClr val="B8C7D0"/>
            </a:solidFill>
            <a:prstDash val="solid"/>
          </a:ln>
        </p:spPr>
      </p:cxnSp>
      <p:sp>
        <p:nvSpPr>
          <p:cNvPr id="21" name="">
            <a:extLst xmlns:a="http://schemas.openxmlformats.org/drawingml/2006/main">
              <a:ext uri="{FF2B5EF4-FFF2-40B4-BE49-F238E27FC236}">
                <a16:creationId xmlns:a16="http://schemas.microsoft.com/office/drawing/2014/main" id="{A599D1F8-23FE-4317-8086-2CAA5AB6DD48}"/>
              </a:ext>
            </a:extLst>
          </p:cNvPr>
          <p:cNvSpPr>
            <a:spLocks xmlns:a="http://schemas.openxmlformats.org/drawingml/2006/main" noGrp="1"/>
          </p:cNvSpPr>
          <p:nvPr/>
        </p:nvSpPr>
        <p:spPr>
          <a:xfrm xmlns:a="http://schemas.openxmlformats.org/drawingml/2006/main">
            <a:off x="8667750" y="4762500"/>
            <a:ext cx="2095500" cy="666750"/>
          </a:xfrm>
          <a:prstGeom xmlns:a="http://schemas.openxmlformats.org/drawingml/2006/main" prst="roundRect">
            <a:avLst>
              <a:gd name="adj" fmla="val 11429"/>
            </a:avLst>
          </a:prstGeom>
          <a:solidFill xmlns:a="http://schemas.openxmlformats.org/drawingml/2006/main">
            <a:srgbClr val="FFF5DF"/>
          </a:solidFill>
          <a:ln xmlns:a="http://schemas.openxmlformats.org/drawingml/2006/main" w="14288">
            <a:solidFill>
              <a:srgbClr val="E9C46A"/>
            </a:solidFill>
            <a:prstDash val="solid"/>
          </a:ln>
        </p:spPr>
      </p:sp>
      <p:sp>
        <p:nvSpPr>
          <p:cNvPr id="22" name="text">
            <a:extLst xmlns:a="http://schemas.openxmlformats.org/drawingml/2006/main">
              <a:ext uri="{FF2B5EF4-FFF2-40B4-BE49-F238E27FC236}">
                <a16:creationId xmlns:a16="http://schemas.microsoft.com/office/drawing/2014/main" id="{3C862740-F0AB-464D-BF02-726AFBDBCD9C}"/>
              </a:ext>
            </a:extLst>
          </p:cNvPr>
          <p:cNvSpPr>
            <a:spLocks xmlns:a="http://schemas.openxmlformats.org/drawingml/2006/main" noGrp="1"/>
          </p:cNvSpPr>
          <p:nvPr/>
        </p:nvSpPr>
        <p:spPr>
          <a:xfrm xmlns:a="http://schemas.openxmlformats.org/drawingml/2006/main">
            <a:off x="8763000" y="4895850"/>
            <a:ext cx="190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2A43"/>
                </a:solidFill>
              </a:defRPr>
            </a:pPr>
            <a:r>
              <a:rPr sz="1350" b="1">
                <a:solidFill>
                  <a:srgbClr val="102A43"/>
                </a:solidFill>
              </a:rPr>
              <a:t>POSTERIOR</a:t>
            </a:r>
          </a:p>
        </p:txBody>
      </p:sp>
    </p:spTree>
    <p:extLst>
      <p:ext uri="{BB962C8B-B14F-4D97-AF65-F5344CB8AC3E}">
        <p14:creationId xmlns:p14="http://schemas.microsoft.com/office/powerpoint/2010/main" val="89002846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
            <a:extLst xmlns:a="http://schemas.openxmlformats.org/drawingml/2006/main">
              <a:ext uri="{FF2B5EF4-FFF2-40B4-BE49-F238E27FC236}">
                <a16:creationId xmlns:a16="http://schemas.microsoft.com/office/drawing/2014/main" id="{20C203EA-CA4C-4185-8C28-9ED7AEE8AB01}"/>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LINEAGE</a:t>
            </a:r>
          </a:p>
        </p:txBody>
      </p:sp>
      <p:sp>
        <p:nvSpPr>
          <p:cNvPr id="2" name="text">
            <a:extLst xmlns:a="http://schemas.openxmlformats.org/drawingml/2006/main">
              <a:ext uri="{FF2B5EF4-FFF2-40B4-BE49-F238E27FC236}">
                <a16:creationId xmlns:a16="http://schemas.microsoft.com/office/drawing/2014/main" id="{EF829132-6DDC-4814-A8A9-0006B39502CF}"/>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0F14"/>
                </a:solidFill>
              </a:defRPr>
            </a:pPr>
            <a:r>
              <a:rPr sz="2850" b="1">
                <a:solidFill>
                  <a:srgbClr val="0B0F14"/>
                </a:solidFill>
              </a:rPr>
              <a:t>The project advanced by testing—and retaining—its own failures</a:t>
            </a:r>
          </a:p>
        </p:txBody>
      </p:sp>
      <p:cxnSp>
        <p:nvCxnSpPr>
          <p:cNvPr id="20"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70341DB0-59D4-4501-BC34-290E15FCF2C9}"/>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03</a:t>
            </a:r>
          </a:p>
        </p:txBody>
      </p:sp>
      <p:sp>
        <p:nvSpPr>
          <p:cNvPr id="5" name="text">
            <a:extLst xmlns:a="http://schemas.openxmlformats.org/drawingml/2006/main">
              <a:ext uri="{FF2B5EF4-FFF2-40B4-BE49-F238E27FC236}">
                <a16:creationId xmlns:a16="http://schemas.microsoft.com/office/drawing/2014/main" id="{856A902C-D9F0-462D-B1E3-E8E9CA8EECF5}"/>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cxnSp>
        <p:nvCxnSpPr>
          <p:cNvPr id="23" name=""/>
          <p:cNvCxnSpPr/>
          <p:nvPr/>
        </p:nvCxnSpPr>
        <p:spPr>
          <a:xfrm xmlns:a="http://schemas.openxmlformats.org/drawingml/2006/main">
            <a:off x="1000125" y="3524250"/>
            <a:ext cx="9572625" cy="9525"/>
          </a:xfrm>
          <a:prstGeom xmlns:a="http://schemas.openxmlformats.org/drawingml/2006/main" prst="straightConnector1">
            <a:avLst/>
          </a:prstGeom>
          <a:ln xmlns:a="http://schemas.openxmlformats.org/drawingml/2006/main" w="38100">
            <a:solidFill>
              <a:srgbClr val="B8C7D0"/>
            </a:solidFill>
            <a:prstDash val="solid"/>
          </a:ln>
        </p:spPr>
      </p:cxnSp>
      <p:sp>
        <p:nvSpPr>
          <p:cNvPr id="7" name="">
            <a:extLst xmlns:a="http://schemas.openxmlformats.org/drawingml/2006/main">
              <a:ext uri="{FF2B5EF4-FFF2-40B4-BE49-F238E27FC236}">
                <a16:creationId xmlns:a16="http://schemas.microsoft.com/office/drawing/2014/main" id="{0A56BE08-793F-49ED-8F4A-7CB3B7196AE8}"/>
              </a:ext>
            </a:extLst>
          </p:cNvPr>
          <p:cNvSpPr>
            <a:spLocks xmlns:a="http://schemas.openxmlformats.org/drawingml/2006/main" noGrp="1"/>
          </p:cNvSpPr>
          <p:nvPr/>
        </p:nvSpPr>
        <p:spPr>
          <a:xfrm xmlns:a="http://schemas.openxmlformats.org/drawingml/2006/main">
            <a:off x="952500" y="3143250"/>
            <a:ext cx="762000" cy="762000"/>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8" name="text">
            <a:extLst xmlns:a="http://schemas.openxmlformats.org/drawingml/2006/main">
              <a:ext uri="{FF2B5EF4-FFF2-40B4-BE49-F238E27FC236}">
                <a16:creationId xmlns:a16="http://schemas.microsoft.com/office/drawing/2014/main" id="{AAB17F99-32B2-45D1-B5E7-3DB7B81EBDB7}"/>
              </a:ext>
            </a:extLst>
          </p:cNvPr>
          <p:cNvSpPr>
            <a:spLocks xmlns:a="http://schemas.openxmlformats.org/drawingml/2006/main" noGrp="1"/>
          </p:cNvSpPr>
          <p:nvPr/>
        </p:nvSpPr>
        <p:spPr>
          <a:xfrm xmlns:a="http://schemas.openxmlformats.org/drawingml/2006/main">
            <a:off x="619125" y="41719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2A43"/>
                </a:solidFill>
              </a:defRPr>
            </a:pPr>
            <a:r>
              <a:rPr sz="1350" b="1">
                <a:solidFill>
                  <a:srgbClr val="102A43"/>
                </a:solidFill>
              </a:rPr>
              <a:t>v1</a:t>
            </a:r>
          </a:p>
          <a:p xmlns:a="http://schemas.openxmlformats.org/drawingml/2006/main">
            <a:pPr algn="ctr">
              <a:defRPr sz="1350" b="1">
                <a:solidFill>
                  <a:srgbClr val="102A43"/>
                </a:solidFill>
              </a:defRPr>
            </a:pPr>
            <a:r>
              <a:rPr sz="1350" b="1">
                <a:solidFill>
                  <a:srgbClr val="102A43"/>
                </a:solidFill>
              </a:rPr>
              <a:t>trajectory claims</a:t>
            </a:r>
          </a:p>
        </p:txBody>
      </p:sp>
      <p:sp>
        <p:nvSpPr>
          <p:cNvPr id="9" name="">
            <a:extLst xmlns:a="http://schemas.openxmlformats.org/drawingml/2006/main">
              <a:ext uri="{FF2B5EF4-FFF2-40B4-BE49-F238E27FC236}">
                <a16:creationId xmlns:a16="http://schemas.microsoft.com/office/drawing/2014/main" id="{656ABC43-E31E-41F5-8CCC-9F13F2F12C34}"/>
              </a:ext>
            </a:extLst>
          </p:cNvPr>
          <p:cNvSpPr>
            <a:spLocks xmlns:a="http://schemas.openxmlformats.org/drawingml/2006/main" noGrp="1"/>
          </p:cNvSpPr>
          <p:nvPr/>
        </p:nvSpPr>
        <p:spPr>
          <a:xfrm xmlns:a="http://schemas.openxmlformats.org/drawingml/2006/main">
            <a:off x="3143250" y="3143250"/>
            <a:ext cx="762000" cy="762000"/>
          </a:xfrm>
          <a:prstGeom xmlns:a="http://schemas.openxmlformats.org/drawingml/2006/main" prst="ellipse">
            <a:avLst/>
          </a:prstGeom>
          <a:solidFill xmlns:a="http://schemas.openxmlformats.org/drawingml/2006/main">
            <a:srgbClr val="E9C46A"/>
          </a:solidFill>
          <a:ln xmlns:a="http://schemas.openxmlformats.org/drawingml/2006/main" w="0">
            <a:solidFill>
              <a:srgbClr val="E9C46A"/>
            </a:solidFill>
            <a:prstDash val="solid"/>
          </a:ln>
        </p:spPr>
      </p:sp>
      <p:sp>
        <p:nvSpPr>
          <p:cNvPr id="10" name="text">
            <a:extLst xmlns:a="http://schemas.openxmlformats.org/drawingml/2006/main">
              <a:ext uri="{FF2B5EF4-FFF2-40B4-BE49-F238E27FC236}">
                <a16:creationId xmlns:a16="http://schemas.microsoft.com/office/drawing/2014/main" id="{28883DEE-8FDD-484F-84A4-2A1B0EA9839D}"/>
              </a:ext>
            </a:extLst>
          </p:cNvPr>
          <p:cNvSpPr>
            <a:spLocks xmlns:a="http://schemas.openxmlformats.org/drawingml/2006/main" noGrp="1"/>
          </p:cNvSpPr>
          <p:nvPr/>
        </p:nvSpPr>
        <p:spPr>
          <a:xfrm xmlns:a="http://schemas.openxmlformats.org/drawingml/2006/main">
            <a:off x="2809875" y="41719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2A43"/>
                </a:solidFill>
              </a:defRPr>
            </a:pPr>
            <a:r>
              <a:rPr sz="1350" b="1">
                <a:solidFill>
                  <a:srgbClr val="102A43"/>
                </a:solidFill>
              </a:rPr>
              <a:t>ff/</a:t>
            </a:r>
          </a:p>
          <a:p xmlns:a="http://schemas.openxmlformats.org/drawingml/2006/main">
            <a:pPr algn="ctr">
              <a:defRPr sz="1350" b="1">
                <a:solidFill>
                  <a:srgbClr val="102A43"/>
                </a:solidFill>
              </a:defRPr>
            </a:pPr>
            <a:r>
              <a:rPr sz="1350" b="1">
                <a:solidFill>
                  <a:srgbClr val="102A43"/>
                </a:solidFill>
              </a:rPr>
              <a:t>structural audit</a:t>
            </a:r>
          </a:p>
        </p:txBody>
      </p:sp>
      <p:sp>
        <p:nvSpPr>
          <p:cNvPr id="11" name="">
            <a:extLst xmlns:a="http://schemas.openxmlformats.org/drawingml/2006/main">
              <a:ext uri="{FF2B5EF4-FFF2-40B4-BE49-F238E27FC236}">
                <a16:creationId xmlns:a16="http://schemas.microsoft.com/office/drawing/2014/main" id="{08D264AA-B592-4AE7-B5D7-86CCCF6718B5}"/>
              </a:ext>
            </a:extLst>
          </p:cNvPr>
          <p:cNvSpPr>
            <a:spLocks xmlns:a="http://schemas.openxmlformats.org/drawingml/2006/main" noGrp="1"/>
          </p:cNvSpPr>
          <p:nvPr/>
        </p:nvSpPr>
        <p:spPr>
          <a:xfrm xmlns:a="http://schemas.openxmlformats.org/drawingml/2006/main">
            <a:off x="5334000" y="3143250"/>
            <a:ext cx="762000" cy="762000"/>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2" name="text">
            <a:extLst xmlns:a="http://schemas.openxmlformats.org/drawingml/2006/main">
              <a:ext uri="{FF2B5EF4-FFF2-40B4-BE49-F238E27FC236}">
                <a16:creationId xmlns:a16="http://schemas.microsoft.com/office/drawing/2014/main" id="{D419FDD3-9301-49C7-979F-01DB908D405D}"/>
              </a:ext>
            </a:extLst>
          </p:cNvPr>
          <p:cNvSpPr>
            <a:spLocks xmlns:a="http://schemas.openxmlformats.org/drawingml/2006/main" noGrp="1"/>
          </p:cNvSpPr>
          <p:nvPr/>
        </p:nvSpPr>
        <p:spPr>
          <a:xfrm xmlns:a="http://schemas.openxmlformats.org/drawingml/2006/main">
            <a:off x="5000625" y="41719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2A43"/>
                </a:solidFill>
              </a:defRPr>
            </a:pPr>
            <a:r>
              <a:rPr sz="1350" b="1">
                <a:solidFill>
                  <a:srgbClr val="102A43"/>
                </a:solidFill>
              </a:rPr>
              <a:t>dcm/</a:t>
            </a:r>
          </a:p>
          <a:p xmlns:a="http://schemas.openxmlformats.org/drawingml/2006/main">
            <a:pPr algn="ctr">
              <a:defRPr sz="1350" b="1">
                <a:solidFill>
                  <a:srgbClr val="102A43"/>
                </a:solidFill>
              </a:defRPr>
            </a:pPr>
            <a:r>
              <a:rPr sz="1350" b="1">
                <a:solidFill>
                  <a:srgbClr val="102A43"/>
                </a:solidFill>
              </a:rPr>
              <a:t>poroelastic line</a:t>
            </a:r>
          </a:p>
        </p:txBody>
      </p:sp>
      <p:sp>
        <p:nvSpPr>
          <p:cNvPr id="13" name="">
            <a:extLst xmlns:a="http://schemas.openxmlformats.org/drawingml/2006/main">
              <a:ext uri="{FF2B5EF4-FFF2-40B4-BE49-F238E27FC236}">
                <a16:creationId xmlns:a16="http://schemas.microsoft.com/office/drawing/2014/main" id="{157EBBAC-7741-48EF-901D-09D7772D8A36}"/>
              </a:ext>
            </a:extLst>
          </p:cNvPr>
          <p:cNvSpPr>
            <a:spLocks xmlns:a="http://schemas.openxmlformats.org/drawingml/2006/main" noGrp="1"/>
          </p:cNvSpPr>
          <p:nvPr/>
        </p:nvSpPr>
        <p:spPr>
          <a:xfrm xmlns:a="http://schemas.openxmlformats.org/drawingml/2006/main">
            <a:off x="7524750" y="3143250"/>
            <a:ext cx="762000" cy="762000"/>
          </a:xfrm>
          <a:prstGeom xmlns:a="http://schemas.openxmlformats.org/drawingml/2006/main" prst="ellipse">
            <a:avLst/>
          </a:prstGeom>
          <a:solidFill xmlns:a="http://schemas.openxmlformats.org/drawingml/2006/main">
            <a:srgbClr val="16A6B6"/>
          </a:solidFill>
          <a:ln xmlns:a="http://schemas.openxmlformats.org/drawingml/2006/main" w="0">
            <a:solidFill>
              <a:srgbClr val="16A6B6"/>
            </a:solidFill>
            <a:prstDash val="solid"/>
          </a:ln>
        </p:spPr>
      </p:sp>
      <p:sp>
        <p:nvSpPr>
          <p:cNvPr id="14" name="text">
            <a:extLst xmlns:a="http://schemas.openxmlformats.org/drawingml/2006/main">
              <a:ext uri="{FF2B5EF4-FFF2-40B4-BE49-F238E27FC236}">
                <a16:creationId xmlns:a16="http://schemas.microsoft.com/office/drawing/2014/main" id="{FAC5EBA0-239A-461E-9564-90A5ED9C7B8D}"/>
              </a:ext>
            </a:extLst>
          </p:cNvPr>
          <p:cNvSpPr>
            <a:spLocks xmlns:a="http://schemas.openxmlformats.org/drawingml/2006/main" noGrp="1"/>
          </p:cNvSpPr>
          <p:nvPr/>
        </p:nvSpPr>
        <p:spPr>
          <a:xfrm xmlns:a="http://schemas.openxmlformats.org/drawingml/2006/main">
            <a:off x="7191375" y="41719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2A43"/>
                </a:solidFill>
              </a:defRPr>
            </a:pPr>
            <a:r>
              <a:rPr sz="1350" b="1">
                <a:solidFill>
                  <a:srgbClr val="102A43"/>
                </a:solidFill>
              </a:rPr>
              <a:t>ac/</a:t>
            </a:r>
          </a:p>
          <a:p xmlns:a="http://schemas.openxmlformats.org/drawingml/2006/main">
            <a:pPr algn="ctr">
              <a:defRPr sz="1350" b="1">
                <a:solidFill>
                  <a:srgbClr val="102A43"/>
                </a:solidFill>
              </a:defRPr>
            </a:pPr>
            <a:r>
              <a:rPr sz="1350" b="1">
                <a:solidFill>
                  <a:srgbClr val="102A43"/>
                </a:solidFill>
              </a:rPr>
              <a:t>composition reframe</a:t>
            </a:r>
          </a:p>
        </p:txBody>
      </p:sp>
      <p:sp>
        <p:nvSpPr>
          <p:cNvPr id="15" name="">
            <a:extLst xmlns:a="http://schemas.openxmlformats.org/drawingml/2006/main">
              <a:ext uri="{FF2B5EF4-FFF2-40B4-BE49-F238E27FC236}">
                <a16:creationId xmlns:a16="http://schemas.microsoft.com/office/drawing/2014/main" id="{3A997C70-215F-4BD4-97E1-2948273BAAD5}"/>
              </a:ext>
            </a:extLst>
          </p:cNvPr>
          <p:cNvSpPr>
            <a:spLocks xmlns:a="http://schemas.openxmlformats.org/drawingml/2006/main" noGrp="1"/>
          </p:cNvSpPr>
          <p:nvPr/>
        </p:nvSpPr>
        <p:spPr>
          <a:xfrm xmlns:a="http://schemas.openxmlformats.org/drawingml/2006/main">
            <a:off x="9715500" y="3143250"/>
            <a:ext cx="762000" cy="7620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sp>
        <p:nvSpPr>
          <p:cNvPr id="16" name="text">
            <a:extLst xmlns:a="http://schemas.openxmlformats.org/drawingml/2006/main">
              <a:ext uri="{FF2B5EF4-FFF2-40B4-BE49-F238E27FC236}">
                <a16:creationId xmlns:a16="http://schemas.microsoft.com/office/drawing/2014/main" id="{8519732D-E77F-43E8-A56A-6B1D9BA07C01}"/>
              </a:ext>
            </a:extLst>
          </p:cNvPr>
          <p:cNvSpPr>
            <a:spLocks xmlns:a="http://schemas.openxmlformats.org/drawingml/2006/main" noGrp="1"/>
          </p:cNvSpPr>
          <p:nvPr/>
        </p:nvSpPr>
        <p:spPr>
          <a:xfrm xmlns:a="http://schemas.openxmlformats.org/drawingml/2006/main">
            <a:off x="9382125" y="41719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2A43"/>
                </a:solidFill>
              </a:defRPr>
            </a:pPr>
            <a:r>
              <a:rPr sz="1350" b="1">
                <a:solidFill>
                  <a:srgbClr val="102A43"/>
                </a:solidFill>
              </a:rPr>
              <a:t>Aleph</a:t>
            </a:r>
          </a:p>
          <a:p xmlns:a="http://schemas.openxmlformats.org/drawingml/2006/main">
            <a:pPr algn="ctr">
              <a:defRPr sz="1350" b="1">
                <a:solidFill>
                  <a:srgbClr val="102A43"/>
                </a:solidFill>
              </a:defRPr>
            </a:pPr>
            <a:r>
              <a:rPr sz="1350" b="1">
                <a:solidFill>
                  <a:srgbClr val="102A43"/>
                </a:solidFill>
              </a:rPr>
              <a:t>probabilistic cell</a:t>
            </a:r>
          </a:p>
        </p:txBody>
      </p:sp>
      <p:sp>
        <p:nvSpPr>
          <p:cNvPr id="17" name="text">
            <a:extLst xmlns:a="http://schemas.openxmlformats.org/drawingml/2006/main">
              <a:ext uri="{FF2B5EF4-FFF2-40B4-BE49-F238E27FC236}">
                <a16:creationId xmlns:a16="http://schemas.microsoft.com/office/drawing/2014/main" id="{DE96CE88-C5B8-4475-A74C-8AFC1EECD08D}"/>
              </a:ext>
            </a:extLst>
          </p:cNvPr>
          <p:cNvSpPr>
            <a:spLocks xmlns:a="http://schemas.openxmlformats.org/drawingml/2006/main" noGrp="1"/>
          </p:cNvSpPr>
          <p:nvPr/>
        </p:nvSpPr>
        <p:spPr>
          <a:xfrm xmlns:a="http://schemas.openxmlformats.org/drawingml/2006/main">
            <a:off x="914400" y="5143500"/>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02A43"/>
                </a:solidFill>
              </a:defRPr>
            </a:pPr>
            <a:r>
              <a:rPr sz="1875" b="1">
                <a:solidFill>
                  <a:srgbClr val="102A43"/>
                </a:solidFill>
              </a:rPr>
              <a:t>The endpoint is not “a prettier trajectory.” It is a representation that makes claims traceable to evidence.</a:t>
            </a:r>
          </a:p>
        </p:txBody>
      </p:sp>
    </p:spTree>
    <p:extLst>
      <p:ext uri="{BB962C8B-B14F-4D97-AF65-F5344CB8AC3E}">
        <p14:creationId xmlns:p14="http://schemas.microsoft.com/office/powerpoint/2010/main" val="21499283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
            <a:extLst xmlns:a="http://schemas.openxmlformats.org/drawingml/2006/main">
              <a:ext uri="{FF2B5EF4-FFF2-40B4-BE49-F238E27FC236}">
                <a16:creationId xmlns:a16="http://schemas.microsoft.com/office/drawing/2014/main" id="{1958E55F-68A8-4C7B-AF16-2F73056FF053}"/>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LINEAGE</a:t>
            </a:r>
          </a:p>
        </p:txBody>
      </p:sp>
      <p:sp>
        <p:nvSpPr>
          <p:cNvPr id="2" name="text">
            <a:extLst xmlns:a="http://schemas.openxmlformats.org/drawingml/2006/main">
              <a:ext uri="{FF2B5EF4-FFF2-40B4-BE49-F238E27FC236}">
                <a16:creationId xmlns:a16="http://schemas.microsoft.com/office/drawing/2014/main" id="{A2FA0EC4-5A0B-4868-96AE-79CB8E742254}"/>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0B0F14"/>
                </a:solidFill>
              </a:defRPr>
            </a:pPr>
            <a:r>
              <a:rPr sz="2250" b="1">
                <a:solidFill>
                  <a:srgbClr val="0B0F14"/>
                </a:solidFill>
              </a:rPr>
              <a:t>Project_Aleph is a selective migration source—not a second authority</a:t>
            </a:r>
          </a:p>
        </p:txBody>
      </p:sp>
      <p:cxnSp>
        <p:nvCxnSpPr>
          <p:cNvPr id="21"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717338BE-9932-43DB-A1BC-A43C27E5DBA7}"/>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04</a:t>
            </a:r>
          </a:p>
        </p:txBody>
      </p:sp>
      <p:sp>
        <p:nvSpPr>
          <p:cNvPr id="5" name="text">
            <a:extLst xmlns:a="http://schemas.openxmlformats.org/drawingml/2006/main">
              <a:ext uri="{FF2B5EF4-FFF2-40B4-BE49-F238E27FC236}">
                <a16:creationId xmlns:a16="http://schemas.microsoft.com/office/drawing/2014/main" id="{4A375742-9BE6-461D-928E-2108FB255F8F}"/>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cxnSp>
        <p:nvCxnSpPr>
          <p:cNvPr id="24" name=""/>
          <p:cNvCxnSpPr/>
          <p:nvPr/>
        </p:nvCxnSpPr>
        <p:spPr>
          <a:xfrm xmlns:a="http://schemas.openxmlformats.org/drawingml/2006/main">
            <a:off x="1571625" y="3143250"/>
            <a:ext cx="9001125" cy="9525"/>
          </a:xfrm>
          <a:prstGeom xmlns:a="http://schemas.openxmlformats.org/drawingml/2006/main" prst="straightConnector1">
            <a:avLst/>
          </a:prstGeom>
          <a:ln xmlns:a="http://schemas.openxmlformats.org/drawingml/2006/main" w="38100">
            <a:solidFill>
              <a:srgbClr val="B8C7D0"/>
            </a:solidFill>
            <a:prstDash val="solid"/>
          </a:ln>
        </p:spPr>
      </p:cxnSp>
      <p:sp>
        <p:nvSpPr>
          <p:cNvPr id="7" name="">
            <a:extLst xmlns:a="http://schemas.openxmlformats.org/drawingml/2006/main">
              <a:ext uri="{FF2B5EF4-FFF2-40B4-BE49-F238E27FC236}">
                <a16:creationId xmlns:a16="http://schemas.microsoft.com/office/drawing/2014/main" id="{27EFC744-7E64-4D0A-AC11-6D12723E6E7E}"/>
              </a:ext>
            </a:extLst>
          </p:cNvPr>
          <p:cNvSpPr>
            <a:spLocks xmlns:a="http://schemas.openxmlformats.org/drawingml/2006/main" noGrp="1"/>
          </p:cNvSpPr>
          <p:nvPr/>
        </p:nvSpPr>
        <p:spPr>
          <a:xfrm xmlns:a="http://schemas.openxmlformats.org/drawingml/2006/main">
            <a:off x="952500" y="2714625"/>
            <a:ext cx="1238250" cy="857250"/>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8" name="text">
            <a:extLst xmlns:a="http://schemas.openxmlformats.org/drawingml/2006/main">
              <a:ext uri="{FF2B5EF4-FFF2-40B4-BE49-F238E27FC236}">
                <a16:creationId xmlns:a16="http://schemas.microsoft.com/office/drawing/2014/main" id="{F9E7E3AC-B455-4179-A03A-BA380284818A}"/>
              </a:ext>
            </a:extLst>
          </p:cNvPr>
          <p:cNvSpPr>
            <a:spLocks xmlns:a="http://schemas.openxmlformats.org/drawingml/2006/main" noGrp="1"/>
          </p:cNvSpPr>
          <p:nvPr/>
        </p:nvSpPr>
        <p:spPr>
          <a:xfrm xmlns:a="http://schemas.openxmlformats.org/drawingml/2006/main">
            <a:off x="857250" y="38100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102A43"/>
                </a:solidFill>
              </a:defRPr>
            </a:pPr>
            <a:r>
              <a:rPr sz="1425" b="1">
                <a:solidFill>
                  <a:srgbClr val="102A43"/>
                </a:solidFill>
              </a:rPr>
              <a:t>ffn_cellsim</a:t>
            </a:r>
          </a:p>
          <a:p xmlns:a="http://schemas.openxmlformats.org/drawingml/2006/main">
            <a:pPr algn="ctr">
              <a:defRPr sz="1425" b="1">
                <a:solidFill>
                  <a:srgbClr val="102A43"/>
                </a:solidFill>
              </a:defRPr>
            </a:pPr>
            <a:r>
              <a:rPr sz="1425" b="1">
                <a:solidFill>
                  <a:srgbClr val="102A43"/>
                </a:solidFill>
              </a:rPr>
              <a:t>mechanics lineage</a:t>
            </a:r>
          </a:p>
        </p:txBody>
      </p:sp>
      <p:sp>
        <p:nvSpPr>
          <p:cNvPr id="9" name="text">
            <a:extLst xmlns:a="http://schemas.openxmlformats.org/drawingml/2006/main">
              <a:ext uri="{FF2B5EF4-FFF2-40B4-BE49-F238E27FC236}">
                <a16:creationId xmlns:a16="http://schemas.microsoft.com/office/drawing/2014/main" id="{5ECBAA6B-089F-40EA-9F84-9C59ECEF75F8}"/>
              </a:ext>
            </a:extLst>
          </p:cNvPr>
          <p:cNvSpPr>
            <a:spLocks xmlns:a="http://schemas.openxmlformats.org/drawingml/2006/main" noGrp="1"/>
          </p:cNvSpPr>
          <p:nvPr/>
        </p:nvSpPr>
        <p:spPr>
          <a:xfrm xmlns:a="http://schemas.openxmlformats.org/drawingml/2006/main">
            <a:off x="2143125" y="257175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10" name="">
            <a:extLst xmlns:a="http://schemas.openxmlformats.org/drawingml/2006/main">
              <a:ext uri="{FF2B5EF4-FFF2-40B4-BE49-F238E27FC236}">
                <a16:creationId xmlns:a16="http://schemas.microsoft.com/office/drawing/2014/main" id="{C7FFD650-99BB-4A60-A056-E8DBEED291FB}"/>
              </a:ext>
            </a:extLst>
          </p:cNvPr>
          <p:cNvSpPr>
            <a:spLocks xmlns:a="http://schemas.openxmlformats.org/drawingml/2006/main" noGrp="1"/>
          </p:cNvSpPr>
          <p:nvPr/>
        </p:nvSpPr>
        <p:spPr>
          <a:xfrm xmlns:a="http://schemas.openxmlformats.org/drawingml/2006/main">
            <a:off x="3667125" y="2714625"/>
            <a:ext cx="1238250" cy="857250"/>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1" name="text">
            <a:extLst xmlns:a="http://schemas.openxmlformats.org/drawingml/2006/main">
              <a:ext uri="{FF2B5EF4-FFF2-40B4-BE49-F238E27FC236}">
                <a16:creationId xmlns:a16="http://schemas.microsoft.com/office/drawing/2014/main" id="{CB09939F-5B10-44DE-B912-291134DC36B2}"/>
              </a:ext>
            </a:extLst>
          </p:cNvPr>
          <p:cNvSpPr>
            <a:spLocks xmlns:a="http://schemas.openxmlformats.org/drawingml/2006/main" noGrp="1"/>
          </p:cNvSpPr>
          <p:nvPr/>
        </p:nvSpPr>
        <p:spPr>
          <a:xfrm xmlns:a="http://schemas.openxmlformats.org/drawingml/2006/main">
            <a:off x="3571875" y="38100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102A43"/>
                </a:solidFill>
              </a:defRPr>
            </a:pPr>
            <a:r>
              <a:rPr sz="1425" b="1">
                <a:solidFill>
                  <a:srgbClr val="102A43"/>
                </a:solidFill>
              </a:rPr>
              <a:t>Project_Aleph</a:t>
            </a:r>
          </a:p>
          <a:p xmlns:a="http://schemas.openxmlformats.org/drawingml/2006/main">
            <a:pPr algn="ctr">
              <a:defRPr sz="1425" b="1">
                <a:solidFill>
                  <a:srgbClr val="102A43"/>
                </a:solidFill>
              </a:defRPr>
            </a:pPr>
            <a:r>
              <a:rPr sz="1425" b="1">
                <a:solidFill>
                  <a:srgbClr val="102A43"/>
                </a:solidFill>
              </a:rPr>
              <a:t>separate experiment</a:t>
            </a:r>
          </a:p>
        </p:txBody>
      </p:sp>
      <p:sp>
        <p:nvSpPr>
          <p:cNvPr id="12" name="text">
            <a:extLst xmlns:a="http://schemas.openxmlformats.org/drawingml/2006/main">
              <a:ext uri="{FF2B5EF4-FFF2-40B4-BE49-F238E27FC236}">
                <a16:creationId xmlns:a16="http://schemas.microsoft.com/office/drawing/2014/main" id="{10F66174-E7A0-47CC-A0B0-402E99236075}"/>
              </a:ext>
            </a:extLst>
          </p:cNvPr>
          <p:cNvSpPr>
            <a:spLocks xmlns:a="http://schemas.openxmlformats.org/drawingml/2006/main" noGrp="1"/>
          </p:cNvSpPr>
          <p:nvPr/>
        </p:nvSpPr>
        <p:spPr>
          <a:xfrm xmlns:a="http://schemas.openxmlformats.org/drawingml/2006/main">
            <a:off x="4857750" y="257175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9B1C1C"/>
                </a:solidFill>
              </a:defRPr>
            </a:pPr>
            <a:r>
              <a:rPr sz="975" b="1">
                <a:solidFill>
                  <a:srgbClr val="9B1C1C"/>
                </a:solidFill>
              </a:rPr>
              <a:t>not wholesale</a:t>
            </a:r>
          </a:p>
        </p:txBody>
      </p:sp>
      <p:sp>
        <p:nvSpPr>
          <p:cNvPr id="13" name="">
            <a:extLst xmlns:a="http://schemas.openxmlformats.org/drawingml/2006/main">
              <a:ext uri="{FF2B5EF4-FFF2-40B4-BE49-F238E27FC236}">
                <a16:creationId xmlns:a16="http://schemas.microsoft.com/office/drawing/2014/main" id="{D5AF9738-FA8B-4CF9-B22B-71341C1E2E2A}"/>
              </a:ext>
            </a:extLst>
          </p:cNvPr>
          <p:cNvSpPr>
            <a:spLocks xmlns:a="http://schemas.openxmlformats.org/drawingml/2006/main" noGrp="1"/>
          </p:cNvSpPr>
          <p:nvPr/>
        </p:nvSpPr>
        <p:spPr>
          <a:xfrm xmlns:a="http://schemas.openxmlformats.org/drawingml/2006/main">
            <a:off x="6381750" y="2714625"/>
            <a:ext cx="1238250" cy="857250"/>
          </a:xfrm>
          <a:prstGeom xmlns:a="http://schemas.openxmlformats.org/drawingml/2006/main" prst="ellipse">
            <a:avLst/>
          </a:prstGeom>
          <a:solidFill xmlns:a="http://schemas.openxmlformats.org/drawingml/2006/main">
            <a:srgbClr val="E9C46A"/>
          </a:solidFill>
          <a:ln xmlns:a="http://schemas.openxmlformats.org/drawingml/2006/main" w="0">
            <a:solidFill>
              <a:srgbClr val="E9C46A"/>
            </a:solidFill>
            <a:prstDash val="solid"/>
          </a:ln>
        </p:spPr>
      </p:sp>
      <p:sp>
        <p:nvSpPr>
          <p:cNvPr id="14" name="text">
            <a:extLst xmlns:a="http://schemas.openxmlformats.org/drawingml/2006/main">
              <a:ext uri="{FF2B5EF4-FFF2-40B4-BE49-F238E27FC236}">
                <a16:creationId xmlns:a16="http://schemas.microsoft.com/office/drawing/2014/main" id="{8AFE8943-1809-4C2A-B71E-59EE23707C7D}"/>
              </a:ext>
            </a:extLst>
          </p:cNvPr>
          <p:cNvSpPr>
            <a:spLocks xmlns:a="http://schemas.openxmlformats.org/drawingml/2006/main" noGrp="1"/>
          </p:cNvSpPr>
          <p:nvPr/>
        </p:nvSpPr>
        <p:spPr>
          <a:xfrm xmlns:a="http://schemas.openxmlformats.org/drawingml/2006/main">
            <a:off x="6286500" y="38100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102A43"/>
                </a:solidFill>
              </a:defRPr>
            </a:pPr>
            <a:r>
              <a:rPr sz="1425" b="1">
                <a:solidFill>
                  <a:srgbClr val="102A43"/>
                </a:solidFill>
              </a:rPr>
              <a:t>selective</a:t>
            </a:r>
          </a:p>
          <a:p xmlns:a="http://schemas.openxmlformats.org/drawingml/2006/main">
            <a:pPr algn="ctr">
              <a:defRPr sz="1425" b="1">
                <a:solidFill>
                  <a:srgbClr val="102A43"/>
                </a:solidFill>
              </a:defRPr>
            </a:pPr>
            <a:r>
              <a:rPr sz="1425" b="1">
                <a:solidFill>
                  <a:srgbClr val="102A43"/>
                </a:solidFill>
              </a:rPr>
              <a:t>ports + audit</a:t>
            </a:r>
          </a:p>
        </p:txBody>
      </p:sp>
      <p:sp>
        <p:nvSpPr>
          <p:cNvPr id="15" name="text">
            <a:extLst xmlns:a="http://schemas.openxmlformats.org/drawingml/2006/main">
              <a:ext uri="{FF2B5EF4-FFF2-40B4-BE49-F238E27FC236}">
                <a16:creationId xmlns:a16="http://schemas.microsoft.com/office/drawing/2014/main" id="{C5772484-7EAB-475C-9384-E914773E54EE}"/>
              </a:ext>
            </a:extLst>
          </p:cNvPr>
          <p:cNvSpPr>
            <a:spLocks xmlns:a="http://schemas.openxmlformats.org/drawingml/2006/main" noGrp="1"/>
          </p:cNvSpPr>
          <p:nvPr/>
        </p:nvSpPr>
        <p:spPr>
          <a:xfrm xmlns:a="http://schemas.openxmlformats.org/drawingml/2006/main">
            <a:off x="7572375" y="257175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16" name="">
            <a:extLst xmlns:a="http://schemas.openxmlformats.org/drawingml/2006/main">
              <a:ext uri="{FF2B5EF4-FFF2-40B4-BE49-F238E27FC236}">
                <a16:creationId xmlns:a16="http://schemas.microsoft.com/office/drawing/2014/main" id="{1EBD7A5F-70E7-441F-ACC7-A4C70D0A8D74}"/>
              </a:ext>
            </a:extLst>
          </p:cNvPr>
          <p:cNvSpPr>
            <a:spLocks xmlns:a="http://schemas.openxmlformats.org/drawingml/2006/main" noGrp="1"/>
          </p:cNvSpPr>
          <p:nvPr/>
        </p:nvSpPr>
        <p:spPr>
          <a:xfrm xmlns:a="http://schemas.openxmlformats.org/drawingml/2006/main">
            <a:off x="9096375" y="2714625"/>
            <a:ext cx="1238250" cy="857250"/>
          </a:xfrm>
          <a:prstGeom xmlns:a="http://schemas.openxmlformats.org/drawingml/2006/main" prst="ellipse">
            <a:avLst/>
          </a:prstGeom>
          <a:solidFill xmlns:a="http://schemas.openxmlformats.org/drawingml/2006/main">
            <a:srgbClr val="16A6B6"/>
          </a:solidFill>
          <a:ln xmlns:a="http://schemas.openxmlformats.org/drawingml/2006/main" w="0">
            <a:solidFill>
              <a:srgbClr val="16A6B6"/>
            </a:solidFill>
            <a:prstDash val="solid"/>
          </a:ln>
        </p:spPr>
      </p:sp>
      <p:sp>
        <p:nvSpPr>
          <p:cNvPr id="17" name="text">
            <a:extLst xmlns:a="http://schemas.openxmlformats.org/drawingml/2006/main">
              <a:ext uri="{FF2B5EF4-FFF2-40B4-BE49-F238E27FC236}">
                <a16:creationId xmlns:a16="http://schemas.microsoft.com/office/drawing/2014/main" id="{4F88892B-0CF8-4B02-9112-36A4A27AE966}"/>
              </a:ext>
            </a:extLst>
          </p:cNvPr>
          <p:cNvSpPr>
            <a:spLocks xmlns:a="http://schemas.openxmlformats.org/drawingml/2006/main" noGrp="1"/>
          </p:cNvSpPr>
          <p:nvPr/>
        </p:nvSpPr>
        <p:spPr>
          <a:xfrm xmlns:a="http://schemas.openxmlformats.org/drawingml/2006/main">
            <a:off x="9001125" y="38100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102A43"/>
                </a:solidFill>
              </a:defRPr>
            </a:pPr>
            <a:r>
              <a:rPr sz="1425" b="1">
                <a:solidFill>
                  <a:srgbClr val="102A43"/>
                </a:solidFill>
              </a:rPr>
              <a:t>current Aleph</a:t>
            </a:r>
          </a:p>
          <a:p xmlns:a="http://schemas.openxmlformats.org/drawingml/2006/main">
            <a:pPr algn="ctr">
              <a:defRPr sz="1425" b="1">
                <a:solidFill>
                  <a:srgbClr val="102A43"/>
                </a:solidFill>
              </a:defRPr>
            </a:pPr>
            <a:r>
              <a:rPr sz="1425" b="1">
                <a:solidFill>
                  <a:srgbClr val="102A43"/>
                </a:solidFill>
              </a:rPr>
              <a:t>canonical charter</a:t>
            </a:r>
          </a:p>
        </p:txBody>
      </p:sp>
      <p:sp>
        <p:nvSpPr>
          <p:cNvPr id="18" name="text">
            <a:extLst xmlns:a="http://schemas.openxmlformats.org/drawingml/2006/main">
              <a:ext uri="{FF2B5EF4-FFF2-40B4-BE49-F238E27FC236}">
                <a16:creationId xmlns:a16="http://schemas.microsoft.com/office/drawing/2014/main" id="{645F28CF-3A72-426B-BCA3-1096F80CA76A}"/>
              </a:ext>
            </a:extLst>
          </p:cNvPr>
          <p:cNvSpPr>
            <a:spLocks xmlns:a="http://schemas.openxmlformats.org/drawingml/2006/main" noGrp="1"/>
          </p:cNvSpPr>
          <p:nvPr/>
        </p:nvSpPr>
        <p:spPr>
          <a:xfrm xmlns:a="http://schemas.openxmlformats.org/drawingml/2006/main">
            <a:off x="762000" y="5095875"/>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102A43"/>
                </a:solidFill>
              </a:defRPr>
            </a:pPr>
            <a:r>
              <a:rPr sz="1875" b="1">
                <a:solidFill>
                  <a:srgbClr val="102A43"/>
                </a:solidFill>
              </a:rPr>
              <a:t>Migrated: outer research pipeline (53,602 lines).  Rebuilt: composition + layer direction.  Deferred: inner learned surrogate.</a:t>
            </a:r>
          </a:p>
        </p:txBody>
      </p:sp>
    </p:spTree>
    <p:extLst>
      <p:ext uri="{BB962C8B-B14F-4D97-AF65-F5344CB8AC3E}">
        <p14:creationId xmlns:p14="http://schemas.microsoft.com/office/powerpoint/2010/main" val="205422887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text">
            <a:extLst xmlns:a="http://schemas.openxmlformats.org/drawingml/2006/main">
              <a:ext uri="{FF2B5EF4-FFF2-40B4-BE49-F238E27FC236}">
                <a16:creationId xmlns:a16="http://schemas.microsoft.com/office/drawing/2014/main" id="{C49F435C-5CA3-488B-ABC4-8938A6160C29}"/>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ARCHITECTURE DECISIONS</a:t>
            </a:r>
          </a:p>
        </p:txBody>
      </p:sp>
      <p:sp>
        <p:nvSpPr>
          <p:cNvPr id="2" name="text">
            <a:extLst xmlns:a="http://schemas.openxmlformats.org/drawingml/2006/main">
              <a:ext uri="{FF2B5EF4-FFF2-40B4-BE49-F238E27FC236}">
                <a16:creationId xmlns:a16="http://schemas.microsoft.com/office/drawing/2014/main" id="{9618C9F1-B508-473A-A0F6-0F6DC2CF16DC}"/>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0B0F14"/>
                </a:solidFill>
              </a:defRPr>
            </a:pPr>
            <a:r>
              <a:rPr sz="2250" b="1">
                <a:solidFill>
                  <a:srgbClr val="0B0F14"/>
                </a:solidFill>
              </a:rPr>
              <a:t>What was adopted, rebuilt, deferred, and rejected</a:t>
            </a:r>
          </a:p>
        </p:txBody>
      </p:sp>
      <p:cxnSp>
        <p:nvCxnSpPr>
          <p:cNvPr id="29"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AB71C7BF-A74B-46E3-A0D1-0F685B1A2833}"/>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05</a:t>
            </a:r>
          </a:p>
        </p:txBody>
      </p:sp>
      <p:sp>
        <p:nvSpPr>
          <p:cNvPr id="5" name="text">
            <a:extLst xmlns:a="http://schemas.openxmlformats.org/drawingml/2006/main">
              <a:ext uri="{FF2B5EF4-FFF2-40B4-BE49-F238E27FC236}">
                <a16:creationId xmlns:a16="http://schemas.microsoft.com/office/drawing/2014/main" id="{01321C70-B1F7-41EA-9414-C74A29462129}"/>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sp>
        <p:nvSpPr>
          <p:cNvPr id="6" name="">
            <a:extLst xmlns:a="http://schemas.openxmlformats.org/drawingml/2006/main">
              <a:ext uri="{FF2B5EF4-FFF2-40B4-BE49-F238E27FC236}">
                <a16:creationId xmlns:a16="http://schemas.microsoft.com/office/drawing/2014/main" id="{2C53B2D6-1BDD-414D-907D-B5A5D3B3254D}"/>
              </a:ext>
            </a:extLst>
          </p:cNvPr>
          <p:cNvSpPr>
            <a:spLocks xmlns:a="http://schemas.openxmlformats.org/drawingml/2006/main" noGrp="1"/>
          </p:cNvSpPr>
          <p:nvPr/>
        </p:nvSpPr>
        <p:spPr>
          <a:xfrm xmlns:a="http://schemas.openxmlformats.org/drawingml/2006/main">
            <a:off x="523875" y="1762125"/>
            <a:ext cx="2524125" cy="2952750"/>
          </a:xfrm>
          <a:prstGeom xmlns:a="http://schemas.openxmlformats.org/drawingml/2006/main" prst="roundRect">
            <a:avLst>
              <a:gd name="adj" fmla="val 3019"/>
            </a:avLst>
          </a:prstGeom>
          <a:solidFill xmlns:a="http://schemas.openxmlformats.org/drawingml/2006/main">
            <a:srgbClr val="F7FAFC"/>
          </a:solidFill>
          <a:ln xmlns:a="http://schemas.openxmlformats.org/drawingml/2006/main" w="19050">
            <a:solidFill>
              <a:srgbClr val="16A6B6"/>
            </a:solidFill>
            <a:prstDash val="solid"/>
          </a:ln>
        </p:spPr>
      </p:sp>
      <p:sp>
        <p:nvSpPr>
          <p:cNvPr id="7" name="text">
            <a:extLst xmlns:a="http://schemas.openxmlformats.org/drawingml/2006/main">
              <a:ext uri="{FF2B5EF4-FFF2-40B4-BE49-F238E27FC236}">
                <a16:creationId xmlns:a16="http://schemas.microsoft.com/office/drawing/2014/main" id="{27D45848-9BE8-4CDA-A360-7455E2B7DB69}"/>
              </a:ext>
            </a:extLst>
          </p:cNvPr>
          <p:cNvSpPr>
            <a:spLocks xmlns:a="http://schemas.openxmlformats.org/drawingml/2006/main" noGrp="1"/>
          </p:cNvSpPr>
          <p:nvPr/>
        </p:nvSpPr>
        <p:spPr>
          <a:xfrm xmlns:a="http://schemas.openxmlformats.org/drawingml/2006/main">
            <a:off x="676275" y="2019300"/>
            <a:ext cx="22193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16A6B6"/>
                </a:solidFill>
              </a:defRPr>
            </a:pPr>
            <a:r>
              <a:rPr sz="1650" b="1">
                <a:solidFill>
                  <a:srgbClr val="16A6B6"/>
                </a:solidFill>
              </a:rPr>
              <a:t>ADOPTED</a:t>
            </a:r>
          </a:p>
        </p:txBody>
      </p:sp>
      <p:cxnSp>
        <p:nvCxnSpPr>
          <p:cNvPr id="34" name=""/>
          <p:cNvCxnSpPr/>
          <p:nvPr/>
        </p:nvCxnSpPr>
        <p:spPr>
          <a:xfrm xmlns:a="http://schemas.openxmlformats.org/drawingml/2006/main">
            <a:off x="857250" y="2457450"/>
            <a:ext cx="1857375" cy="9525"/>
          </a:xfrm>
          <a:prstGeom xmlns:a="http://schemas.openxmlformats.org/drawingml/2006/main" prst="straightConnector1">
            <a:avLst/>
          </a:prstGeom>
          <a:ln xmlns:a="http://schemas.openxmlformats.org/drawingml/2006/main" w="19050">
            <a:solidFill>
              <a:srgbClr val="16A6B6"/>
            </a:solidFill>
            <a:prstDash val="solid"/>
          </a:ln>
        </p:spPr>
      </p:cxnSp>
      <p:sp>
        <p:nvSpPr>
          <p:cNvPr id="9" name="text">
            <a:extLst xmlns:a="http://schemas.openxmlformats.org/drawingml/2006/main">
              <a:ext uri="{FF2B5EF4-FFF2-40B4-BE49-F238E27FC236}">
                <a16:creationId xmlns:a16="http://schemas.microsoft.com/office/drawing/2014/main" id="{4DA43F77-4C83-43B7-B98D-EC67EF03F6A1}"/>
              </a:ext>
            </a:extLst>
          </p:cNvPr>
          <p:cNvSpPr>
            <a:spLocks xmlns:a="http://schemas.openxmlformats.org/drawingml/2006/main" noGrp="1"/>
          </p:cNvSpPr>
          <p:nvPr/>
        </p:nvSpPr>
        <p:spPr>
          <a:xfrm xmlns:a="http://schemas.openxmlformats.org/drawingml/2006/main">
            <a:off x="733425" y="28575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02A43"/>
                </a:solidFill>
              </a:defRPr>
            </a:pPr>
            <a:r>
              <a:rPr sz="1500" b="1">
                <a:solidFill>
                  <a:srgbClr val="102A43"/>
                </a:solidFill>
              </a:rPr>
              <a:t>outer corpus pipeline</a:t>
            </a:r>
          </a:p>
        </p:txBody>
      </p:sp>
      <p:sp>
        <p:nvSpPr>
          <p:cNvPr id="10" name="text">
            <a:extLst xmlns:a="http://schemas.openxmlformats.org/drawingml/2006/main">
              <a:ext uri="{FF2B5EF4-FFF2-40B4-BE49-F238E27FC236}">
                <a16:creationId xmlns:a16="http://schemas.microsoft.com/office/drawing/2014/main" id="{A5C3A902-8518-4F97-BDF3-3386DF0EF561}"/>
              </a:ext>
            </a:extLst>
          </p:cNvPr>
          <p:cNvSpPr>
            <a:spLocks xmlns:a="http://schemas.openxmlformats.org/drawingml/2006/main" noGrp="1"/>
          </p:cNvSpPr>
          <p:nvPr/>
        </p:nvSpPr>
        <p:spPr>
          <a:xfrm xmlns:a="http://schemas.openxmlformats.org/drawingml/2006/main">
            <a:off x="733425" y="36195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0">
                <a:solidFill>
                  <a:srgbClr val="52616B"/>
                </a:solidFill>
              </a:defRPr>
            </a:pPr>
            <a:r>
              <a:rPr sz="1500" b="0">
                <a:solidFill>
                  <a:srgbClr val="52616B"/>
                </a:solidFill>
              </a:rPr>
              <a:t>evidence / provenance framing</a:t>
            </a:r>
          </a:p>
        </p:txBody>
      </p:sp>
      <p:sp>
        <p:nvSpPr>
          <p:cNvPr id="11" name="">
            <a:extLst xmlns:a="http://schemas.openxmlformats.org/drawingml/2006/main">
              <a:ext uri="{FF2B5EF4-FFF2-40B4-BE49-F238E27FC236}">
                <a16:creationId xmlns:a16="http://schemas.microsoft.com/office/drawing/2014/main" id="{FA73A280-091E-43ED-AE64-FA95C3AA7463}"/>
              </a:ext>
            </a:extLst>
          </p:cNvPr>
          <p:cNvSpPr>
            <a:spLocks xmlns:a="http://schemas.openxmlformats.org/drawingml/2006/main" noGrp="1"/>
          </p:cNvSpPr>
          <p:nvPr/>
        </p:nvSpPr>
        <p:spPr>
          <a:xfrm xmlns:a="http://schemas.openxmlformats.org/drawingml/2006/main">
            <a:off x="3381375" y="1762125"/>
            <a:ext cx="2524125" cy="2952750"/>
          </a:xfrm>
          <a:prstGeom xmlns:a="http://schemas.openxmlformats.org/drawingml/2006/main" prst="roundRect">
            <a:avLst>
              <a:gd name="adj" fmla="val 3019"/>
            </a:avLst>
          </a:prstGeom>
          <a:solidFill xmlns:a="http://schemas.openxmlformats.org/drawingml/2006/main">
            <a:srgbClr val="F7FAFC"/>
          </a:solidFill>
          <a:ln xmlns:a="http://schemas.openxmlformats.org/drawingml/2006/main" w="19050">
            <a:solidFill>
              <a:srgbClr val="E9C46A"/>
            </a:solidFill>
            <a:prstDash val="solid"/>
          </a:ln>
        </p:spPr>
      </p:sp>
      <p:sp>
        <p:nvSpPr>
          <p:cNvPr id="12" name="text">
            <a:extLst xmlns:a="http://schemas.openxmlformats.org/drawingml/2006/main">
              <a:ext uri="{FF2B5EF4-FFF2-40B4-BE49-F238E27FC236}">
                <a16:creationId xmlns:a16="http://schemas.microsoft.com/office/drawing/2014/main" id="{CC8CAC6E-E6FC-4DEF-B1CD-5B9E9EB64B3B}"/>
              </a:ext>
            </a:extLst>
          </p:cNvPr>
          <p:cNvSpPr>
            <a:spLocks xmlns:a="http://schemas.openxmlformats.org/drawingml/2006/main" noGrp="1"/>
          </p:cNvSpPr>
          <p:nvPr/>
        </p:nvSpPr>
        <p:spPr>
          <a:xfrm xmlns:a="http://schemas.openxmlformats.org/drawingml/2006/main">
            <a:off x="3533775" y="2019300"/>
            <a:ext cx="22193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E9C46A"/>
                </a:solidFill>
              </a:defRPr>
            </a:pPr>
            <a:r>
              <a:rPr sz="1650" b="1">
                <a:solidFill>
                  <a:srgbClr val="E9C46A"/>
                </a:solidFill>
              </a:rPr>
              <a:t>REBUILT</a:t>
            </a:r>
          </a:p>
        </p:txBody>
      </p:sp>
      <p:cxnSp>
        <p:nvCxnSpPr>
          <p:cNvPr id="39" name=""/>
          <p:cNvCxnSpPr/>
          <p:nvPr/>
        </p:nvCxnSpPr>
        <p:spPr>
          <a:xfrm xmlns:a="http://schemas.openxmlformats.org/drawingml/2006/main">
            <a:off x="3714750" y="2457450"/>
            <a:ext cx="1857375" cy="9525"/>
          </a:xfrm>
          <a:prstGeom xmlns:a="http://schemas.openxmlformats.org/drawingml/2006/main" prst="straightConnector1">
            <a:avLst/>
          </a:prstGeom>
          <a:ln xmlns:a="http://schemas.openxmlformats.org/drawingml/2006/main" w="19050">
            <a:solidFill>
              <a:srgbClr val="E9C46A"/>
            </a:solidFill>
            <a:prstDash val="solid"/>
          </a:ln>
        </p:spPr>
      </p:cxnSp>
      <p:sp>
        <p:nvSpPr>
          <p:cNvPr id="14" name="text">
            <a:extLst xmlns:a="http://schemas.openxmlformats.org/drawingml/2006/main">
              <a:ext uri="{FF2B5EF4-FFF2-40B4-BE49-F238E27FC236}">
                <a16:creationId xmlns:a16="http://schemas.microsoft.com/office/drawing/2014/main" id="{85C1C6D9-F5D1-4847-9BEA-7A538E926A03}"/>
              </a:ext>
            </a:extLst>
          </p:cNvPr>
          <p:cNvSpPr>
            <a:spLocks xmlns:a="http://schemas.openxmlformats.org/drawingml/2006/main" noGrp="1"/>
          </p:cNvSpPr>
          <p:nvPr/>
        </p:nvSpPr>
        <p:spPr>
          <a:xfrm xmlns:a="http://schemas.openxmlformats.org/drawingml/2006/main">
            <a:off x="3590925" y="28575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02A43"/>
                </a:solidFill>
              </a:defRPr>
            </a:pPr>
            <a:r>
              <a:rPr sz="1500" b="1">
                <a:solidFill>
                  <a:srgbClr val="102A43"/>
                </a:solidFill>
              </a:rPr>
              <a:t>component–connector engine</a:t>
            </a:r>
          </a:p>
        </p:txBody>
      </p:sp>
      <p:sp>
        <p:nvSpPr>
          <p:cNvPr id="15" name="text">
            <a:extLst xmlns:a="http://schemas.openxmlformats.org/drawingml/2006/main">
              <a:ext uri="{FF2B5EF4-FFF2-40B4-BE49-F238E27FC236}">
                <a16:creationId xmlns:a16="http://schemas.microsoft.com/office/drawing/2014/main" id="{6A5B58AB-00AF-4F86-A764-444FDF4C7465}"/>
              </a:ext>
            </a:extLst>
          </p:cNvPr>
          <p:cNvSpPr>
            <a:spLocks xmlns:a="http://schemas.openxmlformats.org/drawingml/2006/main" noGrp="1"/>
          </p:cNvSpPr>
          <p:nvPr/>
        </p:nvSpPr>
        <p:spPr>
          <a:xfrm xmlns:a="http://schemas.openxmlformats.org/drawingml/2006/main">
            <a:off x="3590925" y="36195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0">
                <a:solidFill>
                  <a:srgbClr val="52616B"/>
                </a:solidFill>
              </a:defRPr>
            </a:pPr>
            <a:r>
              <a:rPr sz="1500" b="0">
                <a:solidFill>
                  <a:srgbClr val="52616B"/>
                </a:solidFill>
              </a:rPr>
              <a:t>downward layer contract</a:t>
            </a:r>
          </a:p>
        </p:txBody>
      </p:sp>
      <p:sp>
        <p:nvSpPr>
          <p:cNvPr id="16" name="">
            <a:extLst xmlns:a="http://schemas.openxmlformats.org/drawingml/2006/main">
              <a:ext uri="{FF2B5EF4-FFF2-40B4-BE49-F238E27FC236}">
                <a16:creationId xmlns:a16="http://schemas.microsoft.com/office/drawing/2014/main" id="{D8D1ED45-E8E9-4664-BCB9-AD6781E6F482}"/>
              </a:ext>
            </a:extLst>
          </p:cNvPr>
          <p:cNvSpPr>
            <a:spLocks xmlns:a="http://schemas.openxmlformats.org/drawingml/2006/main" noGrp="1"/>
          </p:cNvSpPr>
          <p:nvPr/>
        </p:nvSpPr>
        <p:spPr>
          <a:xfrm xmlns:a="http://schemas.openxmlformats.org/drawingml/2006/main">
            <a:off x="6238875" y="1762125"/>
            <a:ext cx="2524125" cy="2952750"/>
          </a:xfrm>
          <a:prstGeom xmlns:a="http://schemas.openxmlformats.org/drawingml/2006/main" prst="roundRect">
            <a:avLst>
              <a:gd name="adj" fmla="val 3019"/>
            </a:avLst>
          </a:prstGeom>
          <a:solidFill xmlns:a="http://schemas.openxmlformats.org/drawingml/2006/main">
            <a:srgbClr val="F7FAFC"/>
          </a:solidFill>
          <a:ln xmlns:a="http://schemas.openxmlformats.org/drawingml/2006/main" w="19050">
            <a:solidFill>
              <a:srgbClr val="7454A3"/>
            </a:solidFill>
            <a:prstDash val="solid"/>
          </a:ln>
        </p:spPr>
      </p:sp>
      <p:sp>
        <p:nvSpPr>
          <p:cNvPr id="17" name="text">
            <a:extLst xmlns:a="http://schemas.openxmlformats.org/drawingml/2006/main">
              <a:ext uri="{FF2B5EF4-FFF2-40B4-BE49-F238E27FC236}">
                <a16:creationId xmlns:a16="http://schemas.microsoft.com/office/drawing/2014/main" id="{6ED7D3B6-CE6C-4CC6-8D5E-56C64706B0DB}"/>
              </a:ext>
            </a:extLst>
          </p:cNvPr>
          <p:cNvSpPr>
            <a:spLocks xmlns:a="http://schemas.openxmlformats.org/drawingml/2006/main" noGrp="1"/>
          </p:cNvSpPr>
          <p:nvPr/>
        </p:nvSpPr>
        <p:spPr>
          <a:xfrm xmlns:a="http://schemas.openxmlformats.org/drawingml/2006/main">
            <a:off x="6391275" y="2019300"/>
            <a:ext cx="22193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7454A3"/>
                </a:solidFill>
              </a:defRPr>
            </a:pPr>
            <a:r>
              <a:rPr sz="1650" b="1">
                <a:solidFill>
                  <a:srgbClr val="7454A3"/>
                </a:solidFill>
              </a:rPr>
              <a:t>DEFERRED</a:t>
            </a:r>
          </a:p>
        </p:txBody>
      </p:sp>
      <p:cxnSp>
        <p:nvCxnSpPr>
          <p:cNvPr id="44" name=""/>
          <p:cNvCxnSpPr/>
          <p:nvPr/>
        </p:nvCxnSpPr>
        <p:spPr>
          <a:xfrm xmlns:a="http://schemas.openxmlformats.org/drawingml/2006/main">
            <a:off x="6572250" y="2457450"/>
            <a:ext cx="1857375" cy="9525"/>
          </a:xfrm>
          <a:prstGeom xmlns:a="http://schemas.openxmlformats.org/drawingml/2006/main" prst="straightConnector1">
            <a:avLst/>
          </a:prstGeom>
          <a:ln xmlns:a="http://schemas.openxmlformats.org/drawingml/2006/main" w="19050">
            <a:solidFill>
              <a:srgbClr val="7454A3"/>
            </a:solidFill>
            <a:prstDash val="solid"/>
          </a:ln>
        </p:spPr>
      </p:cxnSp>
      <p:sp>
        <p:nvSpPr>
          <p:cNvPr id="19" name="text">
            <a:extLst xmlns:a="http://schemas.openxmlformats.org/drawingml/2006/main">
              <a:ext uri="{FF2B5EF4-FFF2-40B4-BE49-F238E27FC236}">
                <a16:creationId xmlns:a16="http://schemas.microsoft.com/office/drawing/2014/main" id="{3A87F144-A90C-435F-AF6F-E801D8AB4EE3}"/>
              </a:ext>
            </a:extLst>
          </p:cNvPr>
          <p:cNvSpPr>
            <a:spLocks xmlns:a="http://schemas.openxmlformats.org/drawingml/2006/main" noGrp="1"/>
          </p:cNvSpPr>
          <p:nvPr/>
        </p:nvSpPr>
        <p:spPr>
          <a:xfrm xmlns:a="http://schemas.openxmlformats.org/drawingml/2006/main">
            <a:off x="6448425" y="28575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02A43"/>
                </a:solidFill>
              </a:defRPr>
            </a:pPr>
            <a:r>
              <a:rPr sz="1500" b="1">
                <a:solidFill>
                  <a:srgbClr val="102A43"/>
                </a:solidFill>
              </a:rPr>
              <a:t>inner accepted-run surrogate</a:t>
            </a:r>
          </a:p>
        </p:txBody>
      </p:sp>
      <p:sp>
        <p:nvSpPr>
          <p:cNvPr id="20" name="text">
            <a:extLst xmlns:a="http://schemas.openxmlformats.org/drawingml/2006/main">
              <a:ext uri="{FF2B5EF4-FFF2-40B4-BE49-F238E27FC236}">
                <a16:creationId xmlns:a16="http://schemas.microsoft.com/office/drawing/2014/main" id="{A13FD3AE-6106-4919-925A-42C245A3D2F8}"/>
              </a:ext>
            </a:extLst>
          </p:cNvPr>
          <p:cNvSpPr>
            <a:spLocks xmlns:a="http://schemas.openxmlformats.org/drawingml/2006/main" noGrp="1"/>
          </p:cNvSpPr>
          <p:nvPr/>
        </p:nvSpPr>
        <p:spPr>
          <a:xfrm xmlns:a="http://schemas.openxmlformats.org/drawingml/2006/main">
            <a:off x="6448425" y="36195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0">
                <a:solidFill>
                  <a:srgbClr val="52616B"/>
                </a:solidFill>
              </a:defRPr>
            </a:pPr>
            <a:r>
              <a:rPr sz="1500" b="0">
                <a:solidFill>
                  <a:srgbClr val="52616B"/>
                </a:solidFill>
              </a:rPr>
              <a:t>external comparison</a:t>
            </a:r>
          </a:p>
        </p:txBody>
      </p:sp>
      <p:sp>
        <p:nvSpPr>
          <p:cNvPr id="21" name="">
            <a:extLst xmlns:a="http://schemas.openxmlformats.org/drawingml/2006/main">
              <a:ext uri="{FF2B5EF4-FFF2-40B4-BE49-F238E27FC236}">
                <a16:creationId xmlns:a16="http://schemas.microsoft.com/office/drawing/2014/main" id="{738EBB3D-6990-4EBD-A67D-E2C0AA3BAD2E}"/>
              </a:ext>
            </a:extLst>
          </p:cNvPr>
          <p:cNvSpPr>
            <a:spLocks xmlns:a="http://schemas.openxmlformats.org/drawingml/2006/main" noGrp="1"/>
          </p:cNvSpPr>
          <p:nvPr/>
        </p:nvSpPr>
        <p:spPr>
          <a:xfrm xmlns:a="http://schemas.openxmlformats.org/drawingml/2006/main">
            <a:off x="9096375" y="1762125"/>
            <a:ext cx="2524125" cy="2952750"/>
          </a:xfrm>
          <a:prstGeom xmlns:a="http://schemas.openxmlformats.org/drawingml/2006/main" prst="roundRect">
            <a:avLst>
              <a:gd name="adj" fmla="val 3019"/>
            </a:avLst>
          </a:prstGeom>
          <a:solidFill xmlns:a="http://schemas.openxmlformats.org/drawingml/2006/main">
            <a:srgbClr val="F7FAFC"/>
          </a:solidFill>
          <a:ln xmlns:a="http://schemas.openxmlformats.org/drawingml/2006/main" w="19050">
            <a:solidFill>
              <a:srgbClr val="E76F51"/>
            </a:solidFill>
            <a:prstDash val="solid"/>
          </a:ln>
        </p:spPr>
      </p:sp>
      <p:sp>
        <p:nvSpPr>
          <p:cNvPr id="22" name="text">
            <a:extLst xmlns:a="http://schemas.openxmlformats.org/drawingml/2006/main">
              <a:ext uri="{FF2B5EF4-FFF2-40B4-BE49-F238E27FC236}">
                <a16:creationId xmlns:a16="http://schemas.microsoft.com/office/drawing/2014/main" id="{F3E27475-7F52-4DA3-A090-B286EB12EAB1}"/>
              </a:ext>
            </a:extLst>
          </p:cNvPr>
          <p:cNvSpPr>
            <a:spLocks xmlns:a="http://schemas.openxmlformats.org/drawingml/2006/main" noGrp="1"/>
          </p:cNvSpPr>
          <p:nvPr/>
        </p:nvSpPr>
        <p:spPr>
          <a:xfrm xmlns:a="http://schemas.openxmlformats.org/drawingml/2006/main">
            <a:off x="9248775" y="2019300"/>
            <a:ext cx="22193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E76F51"/>
                </a:solidFill>
              </a:defRPr>
            </a:pPr>
            <a:r>
              <a:rPr sz="1650" b="1">
                <a:solidFill>
                  <a:srgbClr val="E76F51"/>
                </a:solidFill>
              </a:rPr>
              <a:t>REJECTED</a:t>
            </a:r>
          </a:p>
        </p:txBody>
      </p:sp>
      <p:cxnSp>
        <p:nvCxnSpPr>
          <p:cNvPr id="49" name=""/>
          <p:cNvCxnSpPr/>
          <p:nvPr/>
        </p:nvCxnSpPr>
        <p:spPr>
          <a:xfrm xmlns:a="http://schemas.openxmlformats.org/drawingml/2006/main">
            <a:off x="9429750" y="2457450"/>
            <a:ext cx="1857375" cy="9525"/>
          </a:xfrm>
          <a:prstGeom xmlns:a="http://schemas.openxmlformats.org/drawingml/2006/main" prst="straightConnector1">
            <a:avLst/>
          </a:prstGeom>
          <a:ln xmlns:a="http://schemas.openxmlformats.org/drawingml/2006/main" w="19050">
            <a:solidFill>
              <a:srgbClr val="E76F51"/>
            </a:solidFill>
            <a:prstDash val="solid"/>
          </a:ln>
        </p:spPr>
      </p:cxnSp>
      <p:sp>
        <p:nvSpPr>
          <p:cNvPr id="24" name="text">
            <a:extLst xmlns:a="http://schemas.openxmlformats.org/drawingml/2006/main">
              <a:ext uri="{FF2B5EF4-FFF2-40B4-BE49-F238E27FC236}">
                <a16:creationId xmlns:a16="http://schemas.microsoft.com/office/drawing/2014/main" id="{C28E5736-A6D8-435B-86A8-8667A8013B32}"/>
              </a:ext>
            </a:extLst>
          </p:cNvPr>
          <p:cNvSpPr>
            <a:spLocks xmlns:a="http://schemas.openxmlformats.org/drawingml/2006/main" noGrp="1"/>
          </p:cNvSpPr>
          <p:nvPr/>
        </p:nvSpPr>
        <p:spPr>
          <a:xfrm xmlns:a="http://schemas.openxmlformats.org/drawingml/2006/main">
            <a:off x="9305925" y="28575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02A43"/>
                </a:solidFill>
              </a:defRPr>
            </a:pPr>
            <a:r>
              <a:rPr sz="1500" b="1">
                <a:solidFill>
                  <a:srgbClr val="102A43"/>
                </a:solidFill>
              </a:rPr>
              <a:t>runtime↔vertical cycle</a:t>
            </a:r>
          </a:p>
        </p:txBody>
      </p:sp>
      <p:sp>
        <p:nvSpPr>
          <p:cNvPr id="25" name="text">
            <a:extLst xmlns:a="http://schemas.openxmlformats.org/drawingml/2006/main">
              <a:ext uri="{FF2B5EF4-FFF2-40B4-BE49-F238E27FC236}">
                <a16:creationId xmlns:a16="http://schemas.microsoft.com/office/drawing/2014/main" id="{E4BEAA55-B10B-4935-8AD4-A97E3F033D73}"/>
              </a:ext>
            </a:extLst>
          </p:cNvPr>
          <p:cNvSpPr>
            <a:spLocks xmlns:a="http://schemas.openxmlformats.org/drawingml/2006/main" noGrp="1"/>
          </p:cNvSpPr>
          <p:nvPr/>
        </p:nvSpPr>
        <p:spPr>
          <a:xfrm xmlns:a="http://schemas.openxmlformats.org/drawingml/2006/main">
            <a:off x="9305925" y="36195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0">
                <a:solidFill>
                  <a:srgbClr val="52616B"/>
                </a:solidFill>
              </a:defRPr>
            </a:pPr>
            <a:r>
              <a:rPr sz="1500" b="0">
                <a:solidFill>
                  <a:srgbClr val="52616B"/>
                </a:solidFill>
              </a:rPr>
              <a:t>CPU/HOOMD authority</a:t>
            </a:r>
          </a:p>
        </p:txBody>
      </p:sp>
      <p:sp>
        <p:nvSpPr>
          <p:cNvPr id="26" name="text">
            <a:extLst xmlns:a="http://schemas.openxmlformats.org/drawingml/2006/main">
              <a:ext uri="{FF2B5EF4-FFF2-40B4-BE49-F238E27FC236}">
                <a16:creationId xmlns:a16="http://schemas.microsoft.com/office/drawing/2014/main" id="{F8E95014-83AF-443A-8454-907E60D29C3B}"/>
              </a:ext>
            </a:extLst>
          </p:cNvPr>
          <p:cNvSpPr>
            <a:spLocks xmlns:a="http://schemas.openxmlformats.org/drawingml/2006/main" noGrp="1"/>
          </p:cNvSpPr>
          <p:nvPr/>
        </p:nvSpPr>
        <p:spPr>
          <a:xfrm xmlns:a="http://schemas.openxmlformats.org/drawingml/2006/main">
            <a:off x="809625" y="5381625"/>
            <a:ext cx="102870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102A43"/>
                </a:solidFill>
              </a:defRPr>
            </a:pPr>
            <a:r>
              <a:rPr sz="1800" b="1">
                <a:solidFill>
                  <a:srgbClr val="102A43"/>
                </a:solidFill>
              </a:rPr>
              <a:t>Decision rule: retain only what preserves explicit ownership, native-reference authority, and a truthful evidence scope.</a:t>
            </a:r>
          </a:p>
        </p:txBody>
      </p:sp>
    </p:spTree>
    <p:extLst>
      <p:ext uri="{BB962C8B-B14F-4D97-AF65-F5344CB8AC3E}">
        <p14:creationId xmlns:p14="http://schemas.microsoft.com/office/powerpoint/2010/main" val="2236363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text">
            <a:extLst xmlns:a="http://schemas.openxmlformats.org/drawingml/2006/main">
              <a:ext uri="{FF2B5EF4-FFF2-40B4-BE49-F238E27FC236}">
                <a16:creationId xmlns:a16="http://schemas.microsoft.com/office/drawing/2014/main" id="{F2347759-4219-4BDF-BAEF-E8529B6CD4C0}"/>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ARCHITECTURE DECISIONS</a:t>
            </a:r>
          </a:p>
        </p:txBody>
      </p:sp>
      <p:sp>
        <p:nvSpPr>
          <p:cNvPr id="2" name="text">
            <a:extLst xmlns:a="http://schemas.openxmlformats.org/drawingml/2006/main">
              <a:ext uri="{FF2B5EF4-FFF2-40B4-BE49-F238E27FC236}">
                <a16:creationId xmlns:a16="http://schemas.microsoft.com/office/drawing/2014/main" id="{EBA326E4-9E78-4D8E-B79E-FB25F57EA4F5}"/>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0B0F14"/>
                </a:solidFill>
              </a:defRPr>
            </a:pPr>
            <a:r>
              <a:rPr sz="2250" b="1">
                <a:solidFill>
                  <a:srgbClr val="0B0F14"/>
                </a:solidFill>
              </a:rPr>
              <a:t>Why this engine rejects three tempting shortcuts</a:t>
            </a:r>
          </a:p>
        </p:txBody>
      </p:sp>
      <p:cxnSp>
        <p:nvCxnSpPr>
          <p:cNvPr id="29"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32CD17AE-6029-4626-A775-42683A68DFA0}"/>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06</a:t>
            </a:r>
          </a:p>
        </p:txBody>
      </p:sp>
      <p:sp>
        <p:nvSpPr>
          <p:cNvPr id="5" name="text">
            <a:extLst xmlns:a="http://schemas.openxmlformats.org/drawingml/2006/main">
              <a:ext uri="{FF2B5EF4-FFF2-40B4-BE49-F238E27FC236}">
                <a16:creationId xmlns:a16="http://schemas.microsoft.com/office/drawing/2014/main" id="{C30C5661-1D92-4928-892E-E567AFDB057D}"/>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sp>
        <p:nvSpPr>
          <p:cNvPr id="6" name="">
            <a:extLst xmlns:a="http://schemas.openxmlformats.org/drawingml/2006/main">
              <a:ext uri="{FF2B5EF4-FFF2-40B4-BE49-F238E27FC236}">
                <a16:creationId xmlns:a16="http://schemas.microsoft.com/office/drawing/2014/main" id="{17B43C4B-A633-45B6-97BE-358DF8B635A2}"/>
              </a:ext>
            </a:extLst>
          </p:cNvPr>
          <p:cNvSpPr>
            <a:spLocks xmlns:a="http://schemas.openxmlformats.org/drawingml/2006/main" noGrp="1"/>
          </p:cNvSpPr>
          <p:nvPr/>
        </p:nvSpPr>
        <p:spPr>
          <a:xfrm xmlns:a="http://schemas.openxmlformats.org/drawingml/2006/main">
            <a:off x="666750" y="1524000"/>
            <a:ext cx="2667000" cy="838200"/>
          </a:xfrm>
          <a:prstGeom xmlns:a="http://schemas.openxmlformats.org/drawingml/2006/main" prst="roundRect">
            <a:avLst>
              <a:gd name="adj" fmla="val 9091"/>
            </a:avLst>
          </a:prstGeom>
          <a:solidFill xmlns:a="http://schemas.openxmlformats.org/drawingml/2006/main">
            <a:srgbClr val="FCE7E1"/>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0867E0A0-793A-4074-8B31-4ADEE89BC2C4}"/>
              </a:ext>
            </a:extLst>
          </p:cNvPr>
          <p:cNvSpPr>
            <a:spLocks xmlns:a="http://schemas.openxmlformats.org/drawingml/2006/main" noGrp="1"/>
          </p:cNvSpPr>
          <p:nvPr/>
        </p:nvSpPr>
        <p:spPr>
          <a:xfrm xmlns:a="http://schemas.openxmlformats.org/drawingml/2006/main">
            <a:off x="857250" y="1733550"/>
            <a:ext cx="228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9B1C1C"/>
                </a:solidFill>
              </a:defRPr>
            </a:pPr>
            <a:r>
              <a:rPr sz="1500" b="1">
                <a:solidFill>
                  <a:srgbClr val="9B1C1C"/>
                </a:solidFill>
              </a:rPr>
              <a:t>Shared array → “connected”</a:t>
            </a:r>
          </a:p>
        </p:txBody>
      </p:sp>
      <p:cxnSp>
        <p:nvCxnSpPr>
          <p:cNvPr id="34" name=""/>
          <p:cNvCxnSpPr/>
          <p:nvPr/>
        </p:nvCxnSpPr>
        <p:spPr>
          <a:xfrm xmlns:a="http://schemas.openxmlformats.org/drawingml/2006/main">
            <a:off x="3333750" y="1943100"/>
            <a:ext cx="1095375" cy="9525"/>
          </a:xfrm>
          <a:prstGeom xmlns:a="http://schemas.openxmlformats.org/drawingml/2006/main" prst="straightConnector1">
            <a:avLst/>
          </a:prstGeom>
          <a:ln xmlns:a="http://schemas.openxmlformats.org/drawingml/2006/main" w="19050">
            <a:solidFill>
              <a:srgbClr val="B8C7D0"/>
            </a:solidFill>
            <a:prstDash val="solid"/>
          </a:ln>
        </p:spPr>
      </p:cxnSp>
      <p:sp>
        <p:nvSpPr>
          <p:cNvPr id="9" name="text">
            <a:extLst xmlns:a="http://schemas.openxmlformats.org/drawingml/2006/main">
              <a:ext uri="{FF2B5EF4-FFF2-40B4-BE49-F238E27FC236}">
                <a16:creationId xmlns:a16="http://schemas.microsoft.com/office/drawing/2014/main" id="{5B0A0305-00F0-4F2F-A300-72074C8CBFF0}"/>
              </a:ext>
            </a:extLst>
          </p:cNvPr>
          <p:cNvSpPr>
            <a:spLocks xmlns:a="http://schemas.openxmlformats.org/drawingml/2006/main" noGrp="1"/>
          </p:cNvSpPr>
          <p:nvPr/>
        </p:nvSpPr>
        <p:spPr>
          <a:xfrm xmlns:a="http://schemas.openxmlformats.org/drawingml/2006/main">
            <a:off x="4619625" y="1638300"/>
            <a:ext cx="342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102A43"/>
                </a:solidFill>
              </a:defRPr>
            </a:pPr>
            <a:r>
              <a:rPr sz="1350" b="0">
                <a:solidFill>
                  <a:srgbClr val="102A43"/>
                </a:solidFill>
              </a:rPr>
              <a:t>Reject: co-location has no paired reaction, work ledger, or ablation target.</a:t>
            </a:r>
          </a:p>
        </p:txBody>
      </p:sp>
      <p:cxnSp>
        <p:nvCxnSpPr>
          <p:cNvPr id="36" name=""/>
          <p:cNvCxnSpPr/>
          <p:nvPr/>
        </p:nvCxnSpPr>
        <p:spPr>
          <a:xfrm xmlns:a="http://schemas.openxmlformats.org/drawingml/2006/main">
            <a:off x="8048625" y="1943100"/>
            <a:ext cx="857250" cy="9525"/>
          </a:xfrm>
          <a:prstGeom xmlns:a="http://schemas.openxmlformats.org/drawingml/2006/main" prst="straightConnector1">
            <a:avLst/>
          </a:prstGeom>
          <a:ln xmlns:a="http://schemas.openxmlformats.org/drawingml/2006/main" w="19050">
            <a:solidFill>
              <a:srgbClr val="B8C7D0"/>
            </a:solidFill>
            <a:prstDash val="solid"/>
          </a:ln>
        </p:spPr>
      </p:cxnSp>
      <p:sp>
        <p:nvSpPr>
          <p:cNvPr id="11" name="">
            <a:extLst xmlns:a="http://schemas.openxmlformats.org/drawingml/2006/main">
              <a:ext uri="{FF2B5EF4-FFF2-40B4-BE49-F238E27FC236}">
                <a16:creationId xmlns:a16="http://schemas.microsoft.com/office/drawing/2014/main" id="{4CC25321-C31F-4638-8110-C8EEB92546DD}"/>
              </a:ext>
            </a:extLst>
          </p:cNvPr>
          <p:cNvSpPr>
            <a:spLocks xmlns:a="http://schemas.openxmlformats.org/drawingml/2006/main" noGrp="1"/>
          </p:cNvSpPr>
          <p:nvPr/>
        </p:nvSpPr>
        <p:spPr>
          <a:xfrm xmlns:a="http://schemas.openxmlformats.org/drawingml/2006/main">
            <a:off x="9048750" y="1524000"/>
            <a:ext cx="2381250" cy="838200"/>
          </a:xfrm>
          <a:prstGeom xmlns:a="http://schemas.openxmlformats.org/drawingml/2006/main" prst="roundRect">
            <a:avLst>
              <a:gd name="adj" fmla="val 9091"/>
            </a:avLst>
          </a:prstGeom>
          <a:solidFill xmlns:a="http://schemas.openxmlformats.org/drawingml/2006/main">
            <a:srgbClr val="E8F4F5"/>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2635600C-4908-4E00-B099-507274BF2601}"/>
              </a:ext>
            </a:extLst>
          </p:cNvPr>
          <p:cNvSpPr>
            <a:spLocks xmlns:a="http://schemas.openxmlformats.org/drawingml/2006/main" noGrp="1"/>
          </p:cNvSpPr>
          <p:nvPr/>
        </p:nvSpPr>
        <p:spPr>
          <a:xfrm xmlns:a="http://schemas.openxmlformats.org/drawingml/2006/main">
            <a:off x="9239250" y="169545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2A43"/>
                </a:solidFill>
              </a:defRPr>
            </a:pPr>
            <a:r>
              <a:rPr sz="1350" b="1">
                <a:solidFill>
                  <a:srgbClr val="102A43"/>
                </a:solidFill>
              </a:rPr>
              <a:t>Explicit connector + Fa←b + Fb←a = 0</a:t>
            </a:r>
          </a:p>
        </p:txBody>
      </p:sp>
      <p:sp>
        <p:nvSpPr>
          <p:cNvPr id="13" name="">
            <a:extLst xmlns:a="http://schemas.openxmlformats.org/drawingml/2006/main">
              <a:ext uri="{FF2B5EF4-FFF2-40B4-BE49-F238E27FC236}">
                <a16:creationId xmlns:a16="http://schemas.microsoft.com/office/drawing/2014/main" id="{CD72828C-1B06-48E9-B6D5-EC6C35058931}"/>
              </a:ext>
            </a:extLst>
          </p:cNvPr>
          <p:cNvSpPr>
            <a:spLocks xmlns:a="http://schemas.openxmlformats.org/drawingml/2006/main" noGrp="1"/>
          </p:cNvSpPr>
          <p:nvPr/>
        </p:nvSpPr>
        <p:spPr>
          <a:xfrm xmlns:a="http://schemas.openxmlformats.org/drawingml/2006/main">
            <a:off x="666750" y="2743200"/>
            <a:ext cx="2667000" cy="838200"/>
          </a:xfrm>
          <a:prstGeom xmlns:a="http://schemas.openxmlformats.org/drawingml/2006/main" prst="roundRect">
            <a:avLst>
              <a:gd name="adj" fmla="val 9091"/>
            </a:avLst>
          </a:prstGeom>
          <a:solidFill xmlns:a="http://schemas.openxmlformats.org/drawingml/2006/main">
            <a:srgbClr val="FCE7E1"/>
          </a:solidFill>
          <a:ln xmlns:a="http://schemas.openxmlformats.org/drawingml/2006/main" w="0">
            <a:noFill/>
            <a:prstDash val="solid"/>
          </a:ln>
        </p:spPr>
      </p:sp>
      <p:sp>
        <p:nvSpPr>
          <p:cNvPr id="14" name="text">
            <a:extLst xmlns:a="http://schemas.openxmlformats.org/drawingml/2006/main">
              <a:ext uri="{FF2B5EF4-FFF2-40B4-BE49-F238E27FC236}">
                <a16:creationId xmlns:a16="http://schemas.microsoft.com/office/drawing/2014/main" id="{D47E75B6-F450-4AA7-BED2-317D041A3EB5}"/>
              </a:ext>
            </a:extLst>
          </p:cNvPr>
          <p:cNvSpPr>
            <a:spLocks xmlns:a="http://schemas.openxmlformats.org/drawingml/2006/main" noGrp="1"/>
          </p:cNvSpPr>
          <p:nvPr/>
        </p:nvSpPr>
        <p:spPr>
          <a:xfrm xmlns:a="http://schemas.openxmlformats.org/drawingml/2006/main">
            <a:off x="857250" y="2952750"/>
            <a:ext cx="228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9B1C1C"/>
                </a:solidFill>
              </a:defRPr>
            </a:pPr>
            <a:r>
              <a:rPr sz="1500" b="1">
                <a:solidFill>
                  <a:srgbClr val="9B1C1C"/>
                </a:solidFill>
              </a:rPr>
              <a:t>Closed-form curve → runtime</a:t>
            </a:r>
          </a:p>
        </p:txBody>
      </p:sp>
      <p:cxnSp>
        <p:nvCxnSpPr>
          <p:cNvPr id="41" name=""/>
          <p:cNvCxnSpPr/>
          <p:nvPr/>
        </p:nvCxnSpPr>
        <p:spPr>
          <a:xfrm xmlns:a="http://schemas.openxmlformats.org/drawingml/2006/main">
            <a:off x="3333750" y="3162300"/>
            <a:ext cx="1095375" cy="9525"/>
          </a:xfrm>
          <a:prstGeom xmlns:a="http://schemas.openxmlformats.org/drawingml/2006/main" prst="straightConnector1">
            <a:avLst/>
          </a:prstGeom>
          <a:ln xmlns:a="http://schemas.openxmlformats.org/drawingml/2006/main" w="19050">
            <a:solidFill>
              <a:srgbClr val="B8C7D0"/>
            </a:solidFill>
            <a:prstDash val="solid"/>
          </a:ln>
        </p:spPr>
      </p:cxnSp>
      <p:sp>
        <p:nvSpPr>
          <p:cNvPr id="16" name="text">
            <a:extLst xmlns:a="http://schemas.openxmlformats.org/drawingml/2006/main">
              <a:ext uri="{FF2B5EF4-FFF2-40B4-BE49-F238E27FC236}">
                <a16:creationId xmlns:a16="http://schemas.microsoft.com/office/drawing/2014/main" id="{B2614BDF-09F7-49FA-8EB6-46B6F807BD5C}"/>
              </a:ext>
            </a:extLst>
          </p:cNvPr>
          <p:cNvSpPr>
            <a:spLocks xmlns:a="http://schemas.openxmlformats.org/drawingml/2006/main" noGrp="1"/>
          </p:cNvSpPr>
          <p:nvPr/>
        </p:nvSpPr>
        <p:spPr>
          <a:xfrm xmlns:a="http://schemas.openxmlformats.org/drawingml/2006/main">
            <a:off x="4619625" y="2857500"/>
            <a:ext cx="342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102A43"/>
                </a:solidFill>
              </a:defRPr>
            </a:pPr>
            <a:r>
              <a:rPr sz="1350" b="0">
                <a:solidFill>
                  <a:srgbClr val="102A43"/>
                </a:solidFill>
              </a:rPr>
              <a:t>Reject: Bell / Hill / poroelasticity are acceptance oracles, not evolving biology.</a:t>
            </a:r>
          </a:p>
        </p:txBody>
      </p:sp>
      <p:cxnSp>
        <p:nvCxnSpPr>
          <p:cNvPr id="43" name=""/>
          <p:cNvCxnSpPr/>
          <p:nvPr/>
        </p:nvCxnSpPr>
        <p:spPr>
          <a:xfrm xmlns:a="http://schemas.openxmlformats.org/drawingml/2006/main">
            <a:off x="8048625" y="3162300"/>
            <a:ext cx="857250" cy="9525"/>
          </a:xfrm>
          <a:prstGeom xmlns:a="http://schemas.openxmlformats.org/drawingml/2006/main" prst="straightConnector1">
            <a:avLst/>
          </a:prstGeom>
          <a:ln xmlns:a="http://schemas.openxmlformats.org/drawingml/2006/main" w="19050">
            <a:solidFill>
              <a:srgbClr val="B8C7D0"/>
            </a:solidFill>
            <a:prstDash val="solid"/>
          </a:ln>
        </p:spPr>
      </p:cxnSp>
      <p:sp>
        <p:nvSpPr>
          <p:cNvPr id="18" name="">
            <a:extLst xmlns:a="http://schemas.openxmlformats.org/drawingml/2006/main">
              <a:ext uri="{FF2B5EF4-FFF2-40B4-BE49-F238E27FC236}">
                <a16:creationId xmlns:a16="http://schemas.microsoft.com/office/drawing/2014/main" id="{A68E541D-36AF-46AE-B633-3594D8DE4987}"/>
              </a:ext>
            </a:extLst>
          </p:cNvPr>
          <p:cNvSpPr>
            <a:spLocks xmlns:a="http://schemas.openxmlformats.org/drawingml/2006/main" noGrp="1"/>
          </p:cNvSpPr>
          <p:nvPr/>
        </p:nvSpPr>
        <p:spPr>
          <a:xfrm xmlns:a="http://schemas.openxmlformats.org/drawingml/2006/main">
            <a:off x="9048750" y="2743200"/>
            <a:ext cx="2381250" cy="838200"/>
          </a:xfrm>
          <a:prstGeom xmlns:a="http://schemas.openxmlformats.org/drawingml/2006/main" prst="roundRect">
            <a:avLst>
              <a:gd name="adj" fmla="val 9091"/>
            </a:avLst>
          </a:prstGeom>
          <a:solidFill xmlns:a="http://schemas.openxmlformats.org/drawingml/2006/main">
            <a:srgbClr val="E8F4F5"/>
          </a:solidFill>
          <a:ln xmlns:a="http://schemas.openxmlformats.org/drawingml/2006/main" w="0">
            <a:noFill/>
            <a:prstDash val="solid"/>
          </a:ln>
        </p:spPr>
      </p:sp>
      <p:sp>
        <p:nvSpPr>
          <p:cNvPr id="19" name="text">
            <a:extLst xmlns:a="http://schemas.openxmlformats.org/drawingml/2006/main">
              <a:ext uri="{FF2B5EF4-FFF2-40B4-BE49-F238E27FC236}">
                <a16:creationId xmlns:a16="http://schemas.microsoft.com/office/drawing/2014/main" id="{8FF35B79-A23F-4CE3-A47C-A6918DACF725}"/>
              </a:ext>
            </a:extLst>
          </p:cNvPr>
          <p:cNvSpPr>
            <a:spLocks xmlns:a="http://schemas.openxmlformats.org/drawingml/2006/main" noGrp="1"/>
          </p:cNvSpPr>
          <p:nvPr/>
        </p:nvSpPr>
        <p:spPr>
          <a:xfrm xmlns:a="http://schemas.openxmlformats.org/drawingml/2006/main">
            <a:off x="9239250" y="291465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2A43"/>
                </a:solidFill>
              </a:defRPr>
            </a:pPr>
            <a:r>
              <a:rPr sz="1350" b="1">
                <a:solidFill>
                  <a:srgbClr val="102A43"/>
                </a:solidFill>
              </a:rPr>
              <a:t>Warp CUDA state + events + reactions</a:t>
            </a:r>
          </a:p>
        </p:txBody>
      </p:sp>
      <p:sp>
        <p:nvSpPr>
          <p:cNvPr id="20" name="">
            <a:extLst xmlns:a="http://schemas.openxmlformats.org/drawingml/2006/main">
              <a:ext uri="{FF2B5EF4-FFF2-40B4-BE49-F238E27FC236}">
                <a16:creationId xmlns:a16="http://schemas.microsoft.com/office/drawing/2014/main" id="{B76DD0AE-9BFB-474D-98D9-6020D20D8EE9}"/>
              </a:ext>
            </a:extLst>
          </p:cNvPr>
          <p:cNvSpPr>
            <a:spLocks xmlns:a="http://schemas.openxmlformats.org/drawingml/2006/main" noGrp="1"/>
          </p:cNvSpPr>
          <p:nvPr/>
        </p:nvSpPr>
        <p:spPr>
          <a:xfrm xmlns:a="http://schemas.openxmlformats.org/drawingml/2006/main">
            <a:off x="666750" y="3962400"/>
            <a:ext cx="2667000" cy="838200"/>
          </a:xfrm>
          <a:prstGeom xmlns:a="http://schemas.openxmlformats.org/drawingml/2006/main" prst="roundRect">
            <a:avLst>
              <a:gd name="adj" fmla="val 9091"/>
            </a:avLst>
          </a:prstGeom>
          <a:solidFill xmlns:a="http://schemas.openxmlformats.org/drawingml/2006/main">
            <a:srgbClr val="FCE7E1"/>
          </a:solidFill>
          <a:ln xmlns:a="http://schemas.openxmlformats.org/drawingml/2006/main" w="0">
            <a:noFill/>
            <a:prstDash val="solid"/>
          </a:ln>
        </p:spPr>
      </p:sp>
      <p:sp>
        <p:nvSpPr>
          <p:cNvPr id="21" name="text">
            <a:extLst xmlns:a="http://schemas.openxmlformats.org/drawingml/2006/main">
              <a:ext uri="{FF2B5EF4-FFF2-40B4-BE49-F238E27FC236}">
                <a16:creationId xmlns:a16="http://schemas.microsoft.com/office/drawing/2014/main" id="{54BBD5D0-214C-4409-8972-0B1C16E9EC6E}"/>
              </a:ext>
            </a:extLst>
          </p:cNvPr>
          <p:cNvSpPr>
            <a:spLocks xmlns:a="http://schemas.openxmlformats.org/drawingml/2006/main" noGrp="1"/>
          </p:cNvSpPr>
          <p:nvPr/>
        </p:nvSpPr>
        <p:spPr>
          <a:xfrm xmlns:a="http://schemas.openxmlformats.org/drawingml/2006/main">
            <a:off x="857250" y="4171950"/>
            <a:ext cx="228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9B1C1C"/>
                </a:solidFill>
              </a:defRPr>
            </a:pPr>
            <a:r>
              <a:rPr sz="1500" b="1">
                <a:solidFill>
                  <a:srgbClr val="9B1C1C"/>
                </a:solidFill>
              </a:rPr>
              <a:t>Fast coarse model → conclusion</a:t>
            </a:r>
          </a:p>
        </p:txBody>
      </p:sp>
      <p:cxnSp>
        <p:nvCxnSpPr>
          <p:cNvPr id="48" name=""/>
          <p:cNvCxnSpPr/>
          <p:nvPr/>
        </p:nvCxnSpPr>
        <p:spPr>
          <a:xfrm xmlns:a="http://schemas.openxmlformats.org/drawingml/2006/main">
            <a:off x="3333750" y="4381500"/>
            <a:ext cx="1095375" cy="9525"/>
          </a:xfrm>
          <a:prstGeom xmlns:a="http://schemas.openxmlformats.org/drawingml/2006/main" prst="straightConnector1">
            <a:avLst/>
          </a:prstGeom>
          <a:ln xmlns:a="http://schemas.openxmlformats.org/drawingml/2006/main" w="19050">
            <a:solidFill>
              <a:srgbClr val="B8C7D0"/>
            </a:solidFill>
            <a:prstDash val="solid"/>
          </a:ln>
        </p:spPr>
      </p:cxnSp>
      <p:sp>
        <p:nvSpPr>
          <p:cNvPr id="23" name="text">
            <a:extLst xmlns:a="http://schemas.openxmlformats.org/drawingml/2006/main">
              <a:ext uri="{FF2B5EF4-FFF2-40B4-BE49-F238E27FC236}">
                <a16:creationId xmlns:a16="http://schemas.microsoft.com/office/drawing/2014/main" id="{4B6BAC6B-1493-412E-A1F9-44A1F8CD9751}"/>
              </a:ext>
            </a:extLst>
          </p:cNvPr>
          <p:cNvSpPr>
            <a:spLocks xmlns:a="http://schemas.openxmlformats.org/drawingml/2006/main" noGrp="1"/>
          </p:cNvSpPr>
          <p:nvPr/>
        </p:nvSpPr>
        <p:spPr>
          <a:xfrm xmlns:a="http://schemas.openxmlformats.org/drawingml/2006/main">
            <a:off x="4619625" y="4076700"/>
            <a:ext cx="342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102A43"/>
                </a:solidFill>
              </a:defRPr>
            </a:pPr>
            <a:r>
              <a:rPr sz="1350" b="0">
                <a:solidFill>
                  <a:srgbClr val="102A43"/>
                </a:solidFill>
              </a:rPr>
              <a:t>Reject: reduced population cannot certify a native physical response.</a:t>
            </a:r>
          </a:p>
        </p:txBody>
      </p:sp>
      <p:cxnSp>
        <p:nvCxnSpPr>
          <p:cNvPr id="50" name=""/>
          <p:cNvCxnSpPr/>
          <p:nvPr/>
        </p:nvCxnSpPr>
        <p:spPr>
          <a:xfrm xmlns:a="http://schemas.openxmlformats.org/drawingml/2006/main">
            <a:off x="8048625" y="4381500"/>
            <a:ext cx="857250" cy="9525"/>
          </a:xfrm>
          <a:prstGeom xmlns:a="http://schemas.openxmlformats.org/drawingml/2006/main" prst="straightConnector1">
            <a:avLst/>
          </a:prstGeom>
          <a:ln xmlns:a="http://schemas.openxmlformats.org/drawingml/2006/main" w="19050">
            <a:solidFill>
              <a:srgbClr val="B8C7D0"/>
            </a:solidFill>
            <a:prstDash val="solid"/>
          </a:ln>
        </p:spPr>
      </p:cxnSp>
      <p:sp>
        <p:nvSpPr>
          <p:cNvPr id="25" name="">
            <a:extLst xmlns:a="http://schemas.openxmlformats.org/drawingml/2006/main">
              <a:ext uri="{FF2B5EF4-FFF2-40B4-BE49-F238E27FC236}">
                <a16:creationId xmlns:a16="http://schemas.microsoft.com/office/drawing/2014/main" id="{DEF61037-6C14-4D6E-918F-D9635461D23C}"/>
              </a:ext>
            </a:extLst>
          </p:cNvPr>
          <p:cNvSpPr>
            <a:spLocks xmlns:a="http://schemas.openxmlformats.org/drawingml/2006/main" noGrp="1"/>
          </p:cNvSpPr>
          <p:nvPr/>
        </p:nvSpPr>
        <p:spPr>
          <a:xfrm xmlns:a="http://schemas.openxmlformats.org/drawingml/2006/main">
            <a:off x="9048750" y="3962400"/>
            <a:ext cx="2381250" cy="838200"/>
          </a:xfrm>
          <a:prstGeom xmlns:a="http://schemas.openxmlformats.org/drawingml/2006/main" prst="roundRect">
            <a:avLst>
              <a:gd name="adj" fmla="val 9091"/>
            </a:avLst>
          </a:prstGeom>
          <a:solidFill xmlns:a="http://schemas.openxmlformats.org/drawingml/2006/main">
            <a:srgbClr val="E8F4F5"/>
          </a:solidFill>
          <a:ln xmlns:a="http://schemas.openxmlformats.org/drawingml/2006/main" w="0">
            <a:noFill/>
            <a:prstDash val="solid"/>
          </a:ln>
        </p:spPr>
      </p:sp>
      <p:sp>
        <p:nvSpPr>
          <p:cNvPr id="26" name="text">
            <a:extLst xmlns:a="http://schemas.openxmlformats.org/drawingml/2006/main">
              <a:ext uri="{FF2B5EF4-FFF2-40B4-BE49-F238E27FC236}">
                <a16:creationId xmlns:a16="http://schemas.microsoft.com/office/drawing/2014/main" id="{B50F49DB-E351-4BC2-9AB2-40657905243F}"/>
              </a:ext>
            </a:extLst>
          </p:cNvPr>
          <p:cNvSpPr>
            <a:spLocks xmlns:a="http://schemas.openxmlformats.org/drawingml/2006/main" noGrp="1"/>
          </p:cNvSpPr>
          <p:nvPr/>
        </p:nvSpPr>
        <p:spPr>
          <a:xfrm xmlns:a="http://schemas.openxmlformats.org/drawingml/2006/main">
            <a:off x="9239250" y="413385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2A43"/>
                </a:solidFill>
              </a:defRPr>
            </a:pPr>
            <a:r>
              <a:rPr sz="1350" b="1">
                <a:solidFill>
                  <a:srgbClr val="102A43"/>
                </a:solidFill>
              </a:rPr>
              <a:t>Native reference + declared reduction error</a:t>
            </a:r>
          </a:p>
        </p:txBody>
      </p:sp>
    </p:spTree>
    <p:extLst>
      <p:ext uri="{BB962C8B-B14F-4D97-AF65-F5344CB8AC3E}">
        <p14:creationId xmlns:p14="http://schemas.microsoft.com/office/powerpoint/2010/main" val="194679836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
            <a:extLst xmlns:a="http://schemas.openxmlformats.org/drawingml/2006/main">
              <a:ext uri="{FF2B5EF4-FFF2-40B4-BE49-F238E27FC236}">
                <a16:creationId xmlns:a16="http://schemas.microsoft.com/office/drawing/2014/main" id="{BFAFCCF3-F675-4520-8D88-9359944286E9}"/>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CANONICAL ENGINE</a:t>
            </a:r>
          </a:p>
        </p:txBody>
      </p:sp>
      <p:sp>
        <p:nvSpPr>
          <p:cNvPr id="2" name="text">
            <a:extLst xmlns:a="http://schemas.openxmlformats.org/drawingml/2006/main">
              <a:ext uri="{FF2B5EF4-FFF2-40B4-BE49-F238E27FC236}">
                <a16:creationId xmlns:a16="http://schemas.microsoft.com/office/drawing/2014/main" id="{E32FDF65-5944-4AFE-8F3C-EBC2CF8AE960}"/>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0B0F14"/>
                </a:solidFill>
              </a:defRPr>
            </a:pPr>
            <a:r>
              <a:rPr sz="2250" b="1">
                <a:solidFill>
                  <a:srgbClr val="0B0F14"/>
                </a:solidFill>
              </a:rPr>
              <a:t>14 components · 38 registered connectors · zero device-run connectors</a:t>
            </a:r>
          </a:p>
        </p:txBody>
      </p:sp>
      <p:cxnSp>
        <p:nvCxnSpPr>
          <p:cNvPr id="19"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BAA82DD6-2DE6-429E-94D6-3C84F63E468B}"/>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07</a:t>
            </a:r>
          </a:p>
        </p:txBody>
      </p:sp>
      <p:sp>
        <p:nvSpPr>
          <p:cNvPr id="5" name="text">
            <a:extLst xmlns:a="http://schemas.openxmlformats.org/drawingml/2006/main">
              <a:ext uri="{FF2B5EF4-FFF2-40B4-BE49-F238E27FC236}">
                <a16:creationId xmlns:a16="http://schemas.microsoft.com/office/drawing/2014/main" id="{4345B833-C7A1-4637-964E-80B6301A009B}"/>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sp>
        <p:nvSpPr>
          <p:cNvPr id="6" name="text">
            <a:extLst xmlns:a="http://schemas.openxmlformats.org/drawingml/2006/main">
              <a:ext uri="{FF2B5EF4-FFF2-40B4-BE49-F238E27FC236}">
                <a16:creationId xmlns:a16="http://schemas.microsoft.com/office/drawing/2014/main" id="{42047092-C579-4252-9176-EAB3A694CA75}"/>
              </a:ext>
            </a:extLst>
          </p:cNvPr>
          <p:cNvSpPr>
            <a:spLocks xmlns:a="http://schemas.openxmlformats.org/drawingml/2006/main" noGrp="1"/>
          </p:cNvSpPr>
          <p:nvPr/>
        </p:nvSpPr>
        <p:spPr>
          <a:xfrm xmlns:a="http://schemas.openxmlformats.org/drawingml/2006/main">
            <a:off x="647700" y="1381125"/>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02A43"/>
                </a:solidFill>
              </a:defRPr>
            </a:pPr>
            <a:r>
              <a:rPr sz="1875" b="1">
                <a:solidFill>
                  <a:srgbClr val="102A43"/>
                </a:solidFill>
              </a:rPr>
              <a:t>The current census is structural, not a completed whole-cell mechanics claim.</a:t>
            </a:r>
          </a:p>
        </p:txBody>
      </p:sp>
      <p:sp>
        <p:nvSpPr>
          <p:cNvPr id="7" name="">
            <a:extLst xmlns:a="http://schemas.openxmlformats.org/drawingml/2006/main">
              <a:ext uri="{FF2B5EF4-FFF2-40B4-BE49-F238E27FC236}">
                <a16:creationId xmlns:a16="http://schemas.microsoft.com/office/drawing/2014/main" id="{6D89081B-7DAA-4E2E-82A6-F15346B21343}"/>
              </a:ext>
            </a:extLst>
          </p:cNvPr>
          <p:cNvSpPr>
            <a:spLocks xmlns:a="http://schemas.openxmlformats.org/drawingml/2006/main" noGrp="1"/>
          </p:cNvSpPr>
          <p:nvPr/>
        </p:nvSpPr>
        <p:spPr>
          <a:xfrm xmlns:a="http://schemas.openxmlformats.org/drawingml/2006/main">
            <a:off x="1047750" y="2333625"/>
            <a:ext cx="1666875" cy="1666875"/>
          </a:xfrm>
          <a:prstGeom xmlns:a="http://schemas.openxmlformats.org/drawingml/2006/main" prst="ellipse">
            <a:avLst/>
          </a:prstGeom>
          <a:solidFill xmlns:a="http://schemas.openxmlformats.org/drawingml/2006/main">
            <a:srgbClr val="F7FAFC"/>
          </a:solidFill>
          <a:ln xmlns:a="http://schemas.openxmlformats.org/drawingml/2006/main" w="38100">
            <a:solidFill>
              <a:srgbClr val="16A6B6"/>
            </a:solidFill>
            <a:prstDash val="solid"/>
          </a:ln>
        </p:spPr>
      </p:sp>
      <p:sp>
        <p:nvSpPr>
          <p:cNvPr id="8" name="text">
            <a:extLst xmlns:a="http://schemas.openxmlformats.org/drawingml/2006/main">
              <a:ext uri="{FF2B5EF4-FFF2-40B4-BE49-F238E27FC236}">
                <a16:creationId xmlns:a16="http://schemas.microsoft.com/office/drawing/2014/main" id="{CB11527D-BE19-434F-A0D7-F8744F332796}"/>
              </a:ext>
            </a:extLst>
          </p:cNvPr>
          <p:cNvSpPr>
            <a:spLocks xmlns:a="http://schemas.openxmlformats.org/drawingml/2006/main" noGrp="1"/>
          </p:cNvSpPr>
          <p:nvPr/>
        </p:nvSpPr>
        <p:spPr>
          <a:xfrm xmlns:a="http://schemas.openxmlformats.org/drawingml/2006/main">
            <a:off x="1238250" y="2619375"/>
            <a:ext cx="1285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525" b="1">
                <a:solidFill>
                  <a:srgbClr val="16A6B6"/>
                </a:solidFill>
              </a:defRPr>
            </a:pPr>
            <a:r>
              <a:rPr sz="3525" b="1">
                <a:solidFill>
                  <a:srgbClr val="16A6B6"/>
                </a:solidFill>
              </a:rPr>
              <a:t>14</a:t>
            </a:r>
          </a:p>
        </p:txBody>
      </p:sp>
      <p:sp>
        <p:nvSpPr>
          <p:cNvPr id="9" name="text">
            <a:extLst xmlns:a="http://schemas.openxmlformats.org/drawingml/2006/main">
              <a:ext uri="{FF2B5EF4-FFF2-40B4-BE49-F238E27FC236}">
                <a16:creationId xmlns:a16="http://schemas.microsoft.com/office/drawing/2014/main" id="{F1F23D8F-AAFA-4698-B3E3-D5CED4F46DE5}"/>
              </a:ext>
            </a:extLst>
          </p:cNvPr>
          <p:cNvSpPr>
            <a:spLocks xmlns:a="http://schemas.openxmlformats.org/drawingml/2006/main" noGrp="1"/>
          </p:cNvSpPr>
          <p:nvPr/>
        </p:nvSpPr>
        <p:spPr>
          <a:xfrm xmlns:a="http://schemas.openxmlformats.org/drawingml/2006/main">
            <a:off x="1190625" y="3333750"/>
            <a:ext cx="1381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02A43"/>
                </a:solidFill>
              </a:defRPr>
            </a:pPr>
            <a:r>
              <a:rPr sz="1500" b="1">
                <a:solidFill>
                  <a:srgbClr val="102A43"/>
                </a:solidFill>
              </a:rPr>
              <a:t>state-owning</a:t>
            </a:r>
          </a:p>
          <a:p xmlns:a="http://schemas.openxmlformats.org/drawingml/2006/main">
            <a:pPr algn="ctr">
              <a:defRPr sz="1500" b="1">
                <a:solidFill>
                  <a:srgbClr val="102A43"/>
                </a:solidFill>
              </a:defRPr>
            </a:pPr>
            <a:r>
              <a:rPr sz="1500" b="1">
                <a:solidFill>
                  <a:srgbClr val="102A43"/>
                </a:solidFill>
              </a:rPr>
              <a:t>components</a:t>
            </a:r>
          </a:p>
        </p:txBody>
      </p:sp>
      <p:sp>
        <p:nvSpPr>
          <p:cNvPr id="10" name="">
            <a:extLst xmlns:a="http://schemas.openxmlformats.org/drawingml/2006/main">
              <a:ext uri="{FF2B5EF4-FFF2-40B4-BE49-F238E27FC236}">
                <a16:creationId xmlns:a16="http://schemas.microsoft.com/office/drawing/2014/main" id="{67966FA7-F3B3-465E-A2A6-AF9E6F8AD302}"/>
              </a:ext>
            </a:extLst>
          </p:cNvPr>
          <p:cNvSpPr>
            <a:spLocks xmlns:a="http://schemas.openxmlformats.org/drawingml/2006/main" noGrp="1"/>
          </p:cNvSpPr>
          <p:nvPr/>
        </p:nvSpPr>
        <p:spPr>
          <a:xfrm xmlns:a="http://schemas.openxmlformats.org/drawingml/2006/main">
            <a:off x="4429125" y="2333625"/>
            <a:ext cx="1666875" cy="1666875"/>
          </a:xfrm>
          <a:prstGeom xmlns:a="http://schemas.openxmlformats.org/drawingml/2006/main" prst="ellipse">
            <a:avLst/>
          </a:prstGeom>
          <a:solidFill xmlns:a="http://schemas.openxmlformats.org/drawingml/2006/main">
            <a:srgbClr val="F7FAFC"/>
          </a:solidFill>
          <a:ln xmlns:a="http://schemas.openxmlformats.org/drawingml/2006/main" w="38100">
            <a:solidFill>
              <a:srgbClr val="E9C46A"/>
            </a:solidFill>
            <a:prstDash val="solid"/>
          </a:ln>
        </p:spPr>
      </p:sp>
      <p:sp>
        <p:nvSpPr>
          <p:cNvPr id="11" name="text">
            <a:extLst xmlns:a="http://schemas.openxmlformats.org/drawingml/2006/main">
              <a:ext uri="{FF2B5EF4-FFF2-40B4-BE49-F238E27FC236}">
                <a16:creationId xmlns:a16="http://schemas.microsoft.com/office/drawing/2014/main" id="{B2184F9F-5C10-40B6-81ED-2E05D879FEC1}"/>
              </a:ext>
            </a:extLst>
          </p:cNvPr>
          <p:cNvSpPr>
            <a:spLocks xmlns:a="http://schemas.openxmlformats.org/drawingml/2006/main" noGrp="1"/>
          </p:cNvSpPr>
          <p:nvPr/>
        </p:nvSpPr>
        <p:spPr>
          <a:xfrm xmlns:a="http://schemas.openxmlformats.org/drawingml/2006/main">
            <a:off x="4619625" y="2619375"/>
            <a:ext cx="1285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525" b="1">
                <a:solidFill>
                  <a:srgbClr val="E9C46A"/>
                </a:solidFill>
              </a:defRPr>
            </a:pPr>
            <a:r>
              <a:rPr sz="3525" b="1">
                <a:solidFill>
                  <a:srgbClr val="E9C46A"/>
                </a:solidFill>
              </a:rPr>
              <a:t>38</a:t>
            </a:r>
          </a:p>
        </p:txBody>
      </p:sp>
      <p:sp>
        <p:nvSpPr>
          <p:cNvPr id="12" name="text">
            <a:extLst xmlns:a="http://schemas.openxmlformats.org/drawingml/2006/main">
              <a:ext uri="{FF2B5EF4-FFF2-40B4-BE49-F238E27FC236}">
                <a16:creationId xmlns:a16="http://schemas.microsoft.com/office/drawing/2014/main" id="{4CFC8170-9DE5-4614-B635-B13FF8C8B447}"/>
              </a:ext>
            </a:extLst>
          </p:cNvPr>
          <p:cNvSpPr>
            <a:spLocks xmlns:a="http://schemas.openxmlformats.org/drawingml/2006/main" noGrp="1"/>
          </p:cNvSpPr>
          <p:nvPr/>
        </p:nvSpPr>
        <p:spPr>
          <a:xfrm xmlns:a="http://schemas.openxmlformats.org/drawingml/2006/main">
            <a:off x="4572000" y="3333750"/>
            <a:ext cx="1381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02A43"/>
                </a:solidFill>
              </a:defRPr>
            </a:pPr>
            <a:r>
              <a:rPr sz="1500" b="1">
                <a:solidFill>
                  <a:srgbClr val="102A43"/>
                </a:solidFill>
              </a:rPr>
              <a:t>registered</a:t>
            </a:r>
          </a:p>
          <a:p xmlns:a="http://schemas.openxmlformats.org/drawingml/2006/main">
            <a:pPr algn="ctr">
              <a:defRPr sz="1500" b="1">
                <a:solidFill>
                  <a:srgbClr val="102A43"/>
                </a:solidFill>
              </a:defRPr>
            </a:pPr>
            <a:r>
              <a:rPr sz="1500" b="1">
                <a:solidFill>
                  <a:srgbClr val="102A43"/>
                </a:solidFill>
              </a:rPr>
              <a:t>connectors</a:t>
            </a:r>
          </a:p>
        </p:txBody>
      </p:sp>
      <p:sp>
        <p:nvSpPr>
          <p:cNvPr id="13" name="">
            <a:extLst xmlns:a="http://schemas.openxmlformats.org/drawingml/2006/main">
              <a:ext uri="{FF2B5EF4-FFF2-40B4-BE49-F238E27FC236}">
                <a16:creationId xmlns:a16="http://schemas.microsoft.com/office/drawing/2014/main" id="{7E1B1B0B-880E-4A74-9A1C-25FB702A21EA}"/>
              </a:ext>
            </a:extLst>
          </p:cNvPr>
          <p:cNvSpPr>
            <a:spLocks xmlns:a="http://schemas.openxmlformats.org/drawingml/2006/main" noGrp="1"/>
          </p:cNvSpPr>
          <p:nvPr/>
        </p:nvSpPr>
        <p:spPr>
          <a:xfrm xmlns:a="http://schemas.openxmlformats.org/drawingml/2006/main">
            <a:off x="7810500" y="2333625"/>
            <a:ext cx="1666875" cy="1666875"/>
          </a:xfrm>
          <a:prstGeom xmlns:a="http://schemas.openxmlformats.org/drawingml/2006/main" prst="ellipse">
            <a:avLst/>
          </a:prstGeom>
          <a:solidFill xmlns:a="http://schemas.openxmlformats.org/drawingml/2006/main">
            <a:srgbClr val="F7FAFC"/>
          </a:solidFill>
          <a:ln xmlns:a="http://schemas.openxmlformats.org/drawingml/2006/main" w="38100">
            <a:solidFill>
              <a:srgbClr val="E76F51"/>
            </a:solidFill>
            <a:prstDash val="solid"/>
          </a:ln>
        </p:spPr>
      </p:sp>
      <p:sp>
        <p:nvSpPr>
          <p:cNvPr id="14" name="text">
            <a:extLst xmlns:a="http://schemas.openxmlformats.org/drawingml/2006/main">
              <a:ext uri="{FF2B5EF4-FFF2-40B4-BE49-F238E27FC236}">
                <a16:creationId xmlns:a16="http://schemas.microsoft.com/office/drawing/2014/main" id="{F8A664DC-BE49-4F5B-9FB9-073B09323D45}"/>
              </a:ext>
            </a:extLst>
          </p:cNvPr>
          <p:cNvSpPr>
            <a:spLocks xmlns:a="http://schemas.openxmlformats.org/drawingml/2006/main" noGrp="1"/>
          </p:cNvSpPr>
          <p:nvPr/>
        </p:nvSpPr>
        <p:spPr>
          <a:xfrm xmlns:a="http://schemas.openxmlformats.org/drawingml/2006/main">
            <a:off x="8001000" y="2619375"/>
            <a:ext cx="1285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525" b="1">
                <a:solidFill>
                  <a:srgbClr val="E76F51"/>
                </a:solidFill>
              </a:defRPr>
            </a:pPr>
            <a:r>
              <a:rPr sz="3525" b="1">
                <a:solidFill>
                  <a:srgbClr val="E76F51"/>
                </a:solidFill>
              </a:rPr>
              <a:t>0</a:t>
            </a:r>
          </a:p>
        </p:txBody>
      </p:sp>
      <p:sp>
        <p:nvSpPr>
          <p:cNvPr id="15" name="text">
            <a:extLst xmlns:a="http://schemas.openxmlformats.org/drawingml/2006/main">
              <a:ext uri="{FF2B5EF4-FFF2-40B4-BE49-F238E27FC236}">
                <a16:creationId xmlns:a16="http://schemas.microsoft.com/office/drawing/2014/main" id="{B2686C12-E222-4D5A-BC83-D85F8F692EA9}"/>
              </a:ext>
            </a:extLst>
          </p:cNvPr>
          <p:cNvSpPr>
            <a:spLocks xmlns:a="http://schemas.openxmlformats.org/drawingml/2006/main" noGrp="1"/>
          </p:cNvSpPr>
          <p:nvPr/>
        </p:nvSpPr>
        <p:spPr>
          <a:xfrm xmlns:a="http://schemas.openxmlformats.org/drawingml/2006/main">
            <a:off x="7953375" y="3333750"/>
            <a:ext cx="1381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02A43"/>
                </a:solidFill>
              </a:defRPr>
            </a:pPr>
            <a:r>
              <a:rPr sz="1500" b="1">
                <a:solidFill>
                  <a:srgbClr val="102A43"/>
                </a:solidFill>
              </a:rPr>
              <a:t>device-run</a:t>
            </a:r>
          </a:p>
          <a:p xmlns:a="http://schemas.openxmlformats.org/drawingml/2006/main">
            <a:pPr algn="ctr">
              <a:defRPr sz="1500" b="1">
                <a:solidFill>
                  <a:srgbClr val="102A43"/>
                </a:solidFill>
              </a:defRPr>
            </a:pPr>
            <a:r>
              <a:rPr sz="1500" b="1">
                <a:solidFill>
                  <a:srgbClr val="102A43"/>
                </a:solidFill>
              </a:rPr>
              <a:t>connectors</a:t>
            </a:r>
          </a:p>
        </p:txBody>
      </p:sp>
      <p:sp>
        <p:nvSpPr>
          <p:cNvPr id="16" name="text">
            <a:extLst xmlns:a="http://schemas.openxmlformats.org/drawingml/2006/main">
              <a:ext uri="{FF2B5EF4-FFF2-40B4-BE49-F238E27FC236}">
                <a16:creationId xmlns:a16="http://schemas.microsoft.com/office/drawing/2014/main" id="{7A0B89A9-E4E4-4F7A-BDE0-4A04AFDFA7AA}"/>
              </a:ext>
            </a:extLst>
          </p:cNvPr>
          <p:cNvSpPr>
            <a:spLocks xmlns:a="http://schemas.openxmlformats.org/drawingml/2006/main" noGrp="1"/>
          </p:cNvSpPr>
          <p:nvPr/>
        </p:nvSpPr>
        <p:spPr>
          <a:xfrm xmlns:a="http://schemas.openxmlformats.org/drawingml/2006/main">
            <a:off x="1000125" y="5000625"/>
            <a:ext cx="1009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102A43"/>
                </a:solidFill>
              </a:defRPr>
            </a:pPr>
            <a:r>
              <a:rPr sz="1875" b="1">
                <a:solidFill>
                  <a:srgbClr val="102A43"/>
                </a:solidFill>
              </a:rPr>
              <a:t>The engine fires production cortex kernels behind --engine-cortex, yet full connected mechanics still requires its own device and native evidence.</a:t>
            </a:r>
          </a:p>
        </p:txBody>
      </p:sp>
    </p:spTree>
    <p:extLst>
      <p:ext uri="{BB962C8B-B14F-4D97-AF65-F5344CB8AC3E}">
        <p14:creationId xmlns:p14="http://schemas.microsoft.com/office/powerpoint/2010/main" val="49339182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text">
            <a:extLst xmlns:a="http://schemas.openxmlformats.org/drawingml/2006/main">
              <a:ext uri="{FF2B5EF4-FFF2-40B4-BE49-F238E27FC236}">
                <a16:creationId xmlns:a16="http://schemas.microsoft.com/office/drawing/2014/main" id="{0B97CF59-B7C2-4610-9BF7-40C09D2070E2}"/>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VISUAL EVIDENCE</a:t>
            </a:r>
          </a:p>
        </p:txBody>
      </p:sp>
      <p:sp>
        <p:nvSpPr>
          <p:cNvPr id="2" name="text">
            <a:extLst xmlns:a="http://schemas.openxmlformats.org/drawingml/2006/main">
              <a:ext uri="{FF2B5EF4-FFF2-40B4-BE49-F238E27FC236}">
                <a16:creationId xmlns:a16="http://schemas.microsoft.com/office/drawing/2014/main" id="{9AFA4104-C0DB-481F-88F0-4179770EEFD1}"/>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0B0F14"/>
                </a:solidFill>
              </a:defRPr>
            </a:pPr>
            <a:r>
              <a:rPr sz="2250" b="1">
                <a:solidFill>
                  <a:srgbClr val="0B0F14"/>
                </a:solidFill>
              </a:rPr>
              <a:t>A model anatomy lets us trace a load path without claiming a force magnitude</a:t>
            </a:r>
          </a:p>
        </p:txBody>
      </p:sp>
      <p:cxnSp>
        <p:nvCxnSpPr>
          <p:cNvPr id="40"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0C8FC2D6-586C-4660-B294-1795DA7258D1}"/>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08</a:t>
            </a:r>
          </a:p>
        </p:txBody>
      </p:sp>
      <p:sp>
        <p:nvSpPr>
          <p:cNvPr id="5" name="text">
            <a:extLst xmlns:a="http://schemas.openxmlformats.org/drawingml/2006/main">
              <a:ext uri="{FF2B5EF4-FFF2-40B4-BE49-F238E27FC236}">
                <a16:creationId xmlns:a16="http://schemas.microsoft.com/office/drawing/2014/main" id="{46916B8F-6D08-4E95-BF69-3580AAEDC163}"/>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sp>
        <p:nvSpPr>
          <p:cNvPr id="6" name="">
            <a:extLst xmlns:a="http://schemas.openxmlformats.org/drawingml/2006/main">
              <a:ext uri="{FF2B5EF4-FFF2-40B4-BE49-F238E27FC236}">
                <a16:creationId xmlns:a16="http://schemas.microsoft.com/office/drawing/2014/main" id="{2D4CDFCA-55D0-4921-B957-8F23FE46D07B}"/>
              </a:ext>
            </a:extLst>
          </p:cNvPr>
          <p:cNvSpPr>
            <a:spLocks xmlns:a="http://schemas.openxmlformats.org/drawingml/2006/main" noGrp="1"/>
          </p:cNvSpPr>
          <p:nvPr/>
        </p:nvSpPr>
        <p:spPr>
          <a:xfrm xmlns:a="http://schemas.openxmlformats.org/drawingml/2006/main">
            <a:off x="1047750" y="1666875"/>
            <a:ext cx="4667250" cy="3238500"/>
          </a:xfrm>
          <a:prstGeom xmlns:a="http://schemas.openxmlformats.org/drawingml/2006/main" prst="ellipse">
            <a:avLst/>
          </a:prstGeom>
          <a:solidFill xmlns:a="http://schemas.openxmlformats.org/drawingml/2006/main">
            <a:srgbClr val="DDF1F2"/>
          </a:solidFill>
          <a:ln xmlns:a="http://schemas.openxmlformats.org/drawingml/2006/main" w="28575">
            <a:solidFill>
              <a:srgbClr val="16A6B6"/>
            </a:solidFill>
            <a:prstDash val="solid"/>
          </a:ln>
        </p:spPr>
      </p:sp>
      <p:sp>
        <p:nvSpPr>
          <p:cNvPr id="7" name="">
            <a:extLst xmlns:a="http://schemas.openxmlformats.org/drawingml/2006/main">
              <a:ext uri="{FF2B5EF4-FFF2-40B4-BE49-F238E27FC236}">
                <a16:creationId xmlns:a16="http://schemas.microsoft.com/office/drawing/2014/main" id="{7D5F0A78-03C4-4B21-A58C-4D976F7DF2BD}"/>
              </a:ext>
            </a:extLst>
          </p:cNvPr>
          <p:cNvSpPr>
            <a:spLocks xmlns:a="http://schemas.openxmlformats.org/drawingml/2006/main" noGrp="1"/>
          </p:cNvSpPr>
          <p:nvPr/>
        </p:nvSpPr>
        <p:spPr>
          <a:xfrm xmlns:a="http://schemas.openxmlformats.org/drawingml/2006/main">
            <a:off x="2619375" y="2619375"/>
            <a:ext cx="1571625" cy="1381125"/>
          </a:xfrm>
          <a:prstGeom xmlns:a="http://schemas.openxmlformats.org/drawingml/2006/main" prst="ellipse">
            <a:avLst/>
          </a:prstGeom>
          <a:solidFill xmlns:a="http://schemas.openxmlformats.org/drawingml/2006/main">
            <a:srgbClr val="E7DDF4"/>
          </a:solidFill>
          <a:ln xmlns:a="http://schemas.openxmlformats.org/drawingml/2006/main" w="28575">
            <a:solidFill>
              <a:srgbClr val="7454A3"/>
            </a:solidFill>
            <a:prstDash val="solid"/>
          </a:ln>
        </p:spPr>
      </p:sp>
      <p:sp>
        <p:nvSpPr>
          <p:cNvPr id="8" name="text">
            <a:extLst xmlns:a="http://schemas.openxmlformats.org/drawingml/2006/main">
              <a:ext uri="{FF2B5EF4-FFF2-40B4-BE49-F238E27FC236}">
                <a16:creationId xmlns:a16="http://schemas.microsoft.com/office/drawing/2014/main" id="{B0A0C193-93C6-4C33-BFF4-0DFA146647EC}"/>
              </a:ext>
            </a:extLst>
          </p:cNvPr>
          <p:cNvSpPr>
            <a:spLocks xmlns:a="http://schemas.openxmlformats.org/drawingml/2006/main" noGrp="1"/>
          </p:cNvSpPr>
          <p:nvPr/>
        </p:nvSpPr>
        <p:spPr>
          <a:xfrm xmlns:a="http://schemas.openxmlformats.org/drawingml/2006/main">
            <a:off x="2857500" y="3162300"/>
            <a:ext cx="1095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7454A3"/>
                </a:solidFill>
              </a:defRPr>
            </a:pPr>
            <a:r>
              <a:rPr sz="1500" b="1">
                <a:solidFill>
                  <a:srgbClr val="7454A3"/>
                </a:solidFill>
              </a:rPr>
              <a:t>nucleus</a:t>
            </a:r>
          </a:p>
        </p:txBody>
      </p:sp>
      <p:cxnSp>
        <p:nvCxnSpPr>
          <p:cNvPr id="46" name=""/>
          <p:cNvCxnSpPr/>
          <p:nvPr/>
        </p:nvCxnSpPr>
        <p:spPr>
          <a:xfrm xmlns:a="http://schemas.openxmlformats.org/drawingml/2006/main">
            <a:off x="1619250" y="3190875"/>
            <a:ext cx="1238250" cy="1285875"/>
          </a:xfrm>
          <a:prstGeom xmlns:a="http://schemas.openxmlformats.org/drawingml/2006/main" prst="straightConnector1">
            <a:avLst/>
          </a:prstGeom>
          <a:ln xmlns:a="http://schemas.openxmlformats.org/drawingml/2006/main" w="28575">
            <a:solidFill>
              <a:srgbClr val="E76F51"/>
            </a:solidFill>
            <a:prstDash val="solid"/>
          </a:ln>
        </p:spPr>
      </p:cxnSp>
      <p:cxnSp>
        <p:nvCxnSpPr>
          <p:cNvPr id="47" name=""/>
          <p:cNvCxnSpPr/>
          <p:nvPr/>
        </p:nvCxnSpPr>
        <p:spPr>
          <a:xfrm xmlns:a="http://schemas.openxmlformats.org/drawingml/2006/main">
            <a:off x="2047875" y="3190875"/>
            <a:ext cx="1038225" cy="1285875"/>
          </a:xfrm>
          <a:prstGeom xmlns:a="http://schemas.openxmlformats.org/drawingml/2006/main" prst="straightConnector1">
            <a:avLst/>
          </a:prstGeom>
          <a:ln xmlns:a="http://schemas.openxmlformats.org/drawingml/2006/main" w="28575">
            <a:solidFill>
              <a:srgbClr val="E76F51"/>
            </a:solidFill>
            <a:prstDash val="solid"/>
          </a:ln>
        </p:spPr>
      </p:cxnSp>
      <p:cxnSp>
        <p:nvCxnSpPr>
          <p:cNvPr id="48" name=""/>
          <p:cNvCxnSpPr/>
          <p:nvPr/>
        </p:nvCxnSpPr>
        <p:spPr>
          <a:xfrm xmlns:a="http://schemas.openxmlformats.org/drawingml/2006/main">
            <a:off x="2476500" y="3190875"/>
            <a:ext cx="838200" cy="1285875"/>
          </a:xfrm>
          <a:prstGeom xmlns:a="http://schemas.openxmlformats.org/drawingml/2006/main" prst="straightConnector1">
            <a:avLst/>
          </a:prstGeom>
          <a:ln xmlns:a="http://schemas.openxmlformats.org/drawingml/2006/main" w="28575">
            <a:solidFill>
              <a:srgbClr val="E76F51"/>
            </a:solidFill>
            <a:prstDash val="solid"/>
          </a:ln>
        </p:spPr>
      </p:cxnSp>
      <p:cxnSp>
        <p:nvCxnSpPr>
          <p:cNvPr id="49" name=""/>
          <p:cNvCxnSpPr/>
          <p:nvPr/>
        </p:nvCxnSpPr>
        <p:spPr>
          <a:xfrm xmlns:a="http://schemas.openxmlformats.org/drawingml/2006/main">
            <a:off x="2905125" y="3190875"/>
            <a:ext cx="638175" cy="1285875"/>
          </a:xfrm>
          <a:prstGeom xmlns:a="http://schemas.openxmlformats.org/drawingml/2006/main" prst="straightConnector1">
            <a:avLst/>
          </a:prstGeom>
          <a:ln xmlns:a="http://schemas.openxmlformats.org/drawingml/2006/main" w="28575">
            <a:solidFill>
              <a:srgbClr val="E76F51"/>
            </a:solidFill>
            <a:prstDash val="solid"/>
          </a:ln>
        </p:spPr>
      </p:cxnSp>
      <p:cxnSp>
        <p:nvCxnSpPr>
          <p:cNvPr id="50" name=""/>
          <p:cNvCxnSpPr/>
          <p:nvPr/>
        </p:nvCxnSpPr>
        <p:spPr>
          <a:xfrm xmlns:a="http://schemas.openxmlformats.org/drawingml/2006/main">
            <a:off x="3333750" y="3190875"/>
            <a:ext cx="438150" cy="1285875"/>
          </a:xfrm>
          <a:prstGeom xmlns:a="http://schemas.openxmlformats.org/drawingml/2006/main" prst="straightConnector1">
            <a:avLst/>
          </a:prstGeom>
          <a:ln xmlns:a="http://schemas.openxmlformats.org/drawingml/2006/main" w="28575">
            <a:solidFill>
              <a:srgbClr val="E76F51"/>
            </a:solidFill>
            <a:prstDash val="solid"/>
          </a:ln>
        </p:spPr>
      </p:cxnSp>
      <p:cxnSp>
        <p:nvCxnSpPr>
          <p:cNvPr id="51" name=""/>
          <p:cNvCxnSpPr/>
          <p:nvPr/>
        </p:nvCxnSpPr>
        <p:spPr>
          <a:xfrm xmlns:a="http://schemas.openxmlformats.org/drawingml/2006/main">
            <a:off x="3762375" y="3190875"/>
            <a:ext cx="238125" cy="1285875"/>
          </a:xfrm>
          <a:prstGeom xmlns:a="http://schemas.openxmlformats.org/drawingml/2006/main" prst="straightConnector1">
            <a:avLst/>
          </a:prstGeom>
          <a:ln xmlns:a="http://schemas.openxmlformats.org/drawingml/2006/main" w="28575">
            <a:solidFill>
              <a:srgbClr val="E76F51"/>
            </a:solidFill>
            <a:prstDash val="solid"/>
          </a:ln>
        </p:spPr>
      </p:cxnSp>
      <p:cxnSp>
        <p:nvCxnSpPr>
          <p:cNvPr id="52" name=""/>
          <p:cNvCxnSpPr/>
          <p:nvPr/>
        </p:nvCxnSpPr>
        <p:spPr>
          <a:xfrm xmlns:a="http://schemas.openxmlformats.org/drawingml/2006/main">
            <a:off x="4191000" y="3190875"/>
            <a:ext cx="38100" cy="1285875"/>
          </a:xfrm>
          <a:prstGeom xmlns:a="http://schemas.openxmlformats.org/drawingml/2006/main" prst="straightConnector1">
            <a:avLst/>
          </a:prstGeom>
          <a:ln xmlns:a="http://schemas.openxmlformats.org/drawingml/2006/main" w="28575">
            <a:solidFill>
              <a:srgbClr val="E76F51"/>
            </a:solidFill>
            <a:prstDash val="solid"/>
          </a:ln>
        </p:spPr>
      </p:cxnSp>
      <p:cxnSp>
        <p:nvCxnSpPr>
          <p:cNvPr id="53" name=""/>
          <p:cNvCxnSpPr/>
          <p:nvPr/>
        </p:nvCxnSpPr>
        <p:spPr>
          <a:xfrm xmlns:a="http://schemas.openxmlformats.org/drawingml/2006/main">
            <a:off x="4457700" y="3190875"/>
            <a:ext cx="161925" cy="1285875"/>
          </a:xfrm>
          <a:prstGeom xmlns:a="http://schemas.openxmlformats.org/drawingml/2006/main" prst="straightConnector1">
            <a:avLst/>
          </a:prstGeom>
          <a:ln xmlns:a="http://schemas.openxmlformats.org/drawingml/2006/main" w="28575">
            <a:solidFill>
              <a:srgbClr val="E76F51"/>
            </a:solidFill>
            <a:prstDash val="solid"/>
          </a:ln>
        </p:spPr>
      </p:cxnSp>
      <p:cxnSp>
        <p:nvCxnSpPr>
          <p:cNvPr id="54" name=""/>
          <p:cNvCxnSpPr/>
          <p:nvPr/>
        </p:nvCxnSpPr>
        <p:spPr>
          <a:xfrm xmlns:a="http://schemas.openxmlformats.org/drawingml/2006/main">
            <a:off x="1476375" y="4857750"/>
            <a:ext cx="190500" cy="619125"/>
          </a:xfrm>
          <a:prstGeom xmlns:a="http://schemas.openxmlformats.org/drawingml/2006/main" prst="straightConnector1">
            <a:avLst/>
          </a:prstGeom>
          <a:ln xmlns:a="http://schemas.openxmlformats.org/drawingml/2006/main" w="38100">
            <a:solidFill>
              <a:srgbClr val="E9C46A"/>
            </a:solidFill>
            <a:prstDash val="solid"/>
          </a:ln>
        </p:spPr>
      </p:cxnSp>
      <p:sp>
        <p:nvSpPr>
          <p:cNvPr id="18" name="">
            <a:extLst xmlns:a="http://schemas.openxmlformats.org/drawingml/2006/main">
              <a:ext uri="{FF2B5EF4-FFF2-40B4-BE49-F238E27FC236}">
                <a16:creationId xmlns:a16="http://schemas.microsoft.com/office/drawing/2014/main" id="{8D0F01EA-E70E-4325-B7CE-A9DF28952630}"/>
              </a:ext>
            </a:extLst>
          </p:cNvPr>
          <p:cNvSpPr>
            <a:spLocks xmlns:a="http://schemas.openxmlformats.org/drawingml/2006/main" noGrp="1"/>
          </p:cNvSpPr>
          <p:nvPr/>
        </p:nvSpPr>
        <p:spPr>
          <a:xfrm xmlns:a="http://schemas.openxmlformats.org/drawingml/2006/main">
            <a:off x="1571625" y="5410200"/>
            <a:ext cx="171450" cy="171450"/>
          </a:xfrm>
          <a:prstGeom xmlns:a="http://schemas.openxmlformats.org/drawingml/2006/main" prst="ellipse">
            <a:avLst/>
          </a:prstGeom>
          <a:solidFill xmlns:a="http://schemas.openxmlformats.org/drawingml/2006/main">
            <a:srgbClr val="16A6B6"/>
          </a:solidFill>
          <a:ln xmlns:a="http://schemas.openxmlformats.org/drawingml/2006/main" w="0">
            <a:solidFill>
              <a:srgbClr val="16A6B6"/>
            </a:solidFill>
            <a:prstDash val="solid"/>
          </a:ln>
        </p:spPr>
      </p:sp>
      <p:cxnSp>
        <p:nvCxnSpPr>
          <p:cNvPr id="56" name=""/>
          <p:cNvCxnSpPr/>
          <p:nvPr/>
        </p:nvCxnSpPr>
        <p:spPr>
          <a:xfrm xmlns:a="http://schemas.openxmlformats.org/drawingml/2006/main">
            <a:off x="2095500" y="4857750"/>
            <a:ext cx="161925" cy="619125"/>
          </a:xfrm>
          <a:prstGeom xmlns:a="http://schemas.openxmlformats.org/drawingml/2006/main" prst="straightConnector1">
            <a:avLst/>
          </a:prstGeom>
          <a:ln xmlns:a="http://schemas.openxmlformats.org/drawingml/2006/main" w="38100">
            <a:solidFill>
              <a:srgbClr val="E9C46A"/>
            </a:solidFill>
            <a:prstDash val="solid"/>
          </a:ln>
        </p:spPr>
      </p:cxnSp>
      <p:sp>
        <p:nvSpPr>
          <p:cNvPr id="20" name="">
            <a:extLst xmlns:a="http://schemas.openxmlformats.org/drawingml/2006/main">
              <a:ext uri="{FF2B5EF4-FFF2-40B4-BE49-F238E27FC236}">
                <a16:creationId xmlns:a16="http://schemas.microsoft.com/office/drawing/2014/main" id="{83F2FEFE-7F10-484D-8430-E014F287070A}"/>
              </a:ext>
            </a:extLst>
          </p:cNvPr>
          <p:cNvSpPr>
            <a:spLocks xmlns:a="http://schemas.openxmlformats.org/drawingml/2006/main" noGrp="1"/>
          </p:cNvSpPr>
          <p:nvPr/>
        </p:nvSpPr>
        <p:spPr>
          <a:xfrm xmlns:a="http://schemas.openxmlformats.org/drawingml/2006/main">
            <a:off x="2162175" y="5410200"/>
            <a:ext cx="171450" cy="171450"/>
          </a:xfrm>
          <a:prstGeom xmlns:a="http://schemas.openxmlformats.org/drawingml/2006/main" prst="ellipse">
            <a:avLst/>
          </a:prstGeom>
          <a:solidFill xmlns:a="http://schemas.openxmlformats.org/drawingml/2006/main">
            <a:srgbClr val="16A6B6"/>
          </a:solidFill>
          <a:ln xmlns:a="http://schemas.openxmlformats.org/drawingml/2006/main" w="0">
            <a:solidFill>
              <a:srgbClr val="16A6B6"/>
            </a:solidFill>
            <a:prstDash val="solid"/>
          </a:ln>
        </p:spPr>
      </p:sp>
      <p:cxnSp>
        <p:nvCxnSpPr>
          <p:cNvPr id="58" name=""/>
          <p:cNvCxnSpPr/>
          <p:nvPr/>
        </p:nvCxnSpPr>
        <p:spPr>
          <a:xfrm xmlns:a="http://schemas.openxmlformats.org/drawingml/2006/main">
            <a:off x="2714625" y="4857750"/>
            <a:ext cx="133350" cy="619125"/>
          </a:xfrm>
          <a:prstGeom xmlns:a="http://schemas.openxmlformats.org/drawingml/2006/main" prst="straightConnector1">
            <a:avLst/>
          </a:prstGeom>
          <a:ln xmlns:a="http://schemas.openxmlformats.org/drawingml/2006/main" w="38100">
            <a:solidFill>
              <a:srgbClr val="E9C46A"/>
            </a:solidFill>
            <a:prstDash val="solid"/>
          </a:ln>
        </p:spPr>
      </p:cxnSp>
      <p:sp>
        <p:nvSpPr>
          <p:cNvPr id="22" name="">
            <a:extLst xmlns:a="http://schemas.openxmlformats.org/drawingml/2006/main">
              <a:ext uri="{FF2B5EF4-FFF2-40B4-BE49-F238E27FC236}">
                <a16:creationId xmlns:a16="http://schemas.microsoft.com/office/drawing/2014/main" id="{4578B883-3C6B-49C6-8BEC-BCE3A50C3577}"/>
              </a:ext>
            </a:extLst>
          </p:cNvPr>
          <p:cNvSpPr>
            <a:spLocks xmlns:a="http://schemas.openxmlformats.org/drawingml/2006/main" noGrp="1"/>
          </p:cNvSpPr>
          <p:nvPr/>
        </p:nvSpPr>
        <p:spPr>
          <a:xfrm xmlns:a="http://schemas.openxmlformats.org/drawingml/2006/main">
            <a:off x="2752725" y="5410200"/>
            <a:ext cx="171450" cy="171450"/>
          </a:xfrm>
          <a:prstGeom xmlns:a="http://schemas.openxmlformats.org/drawingml/2006/main" prst="ellipse">
            <a:avLst/>
          </a:prstGeom>
          <a:solidFill xmlns:a="http://schemas.openxmlformats.org/drawingml/2006/main">
            <a:srgbClr val="16A6B6"/>
          </a:solidFill>
          <a:ln xmlns:a="http://schemas.openxmlformats.org/drawingml/2006/main" w="0">
            <a:solidFill>
              <a:srgbClr val="16A6B6"/>
            </a:solidFill>
            <a:prstDash val="solid"/>
          </a:ln>
        </p:spPr>
      </p:sp>
      <p:cxnSp>
        <p:nvCxnSpPr>
          <p:cNvPr id="60" name=""/>
          <p:cNvCxnSpPr/>
          <p:nvPr/>
        </p:nvCxnSpPr>
        <p:spPr>
          <a:xfrm xmlns:a="http://schemas.openxmlformats.org/drawingml/2006/main">
            <a:off x="3333750" y="4857750"/>
            <a:ext cx="104775" cy="619125"/>
          </a:xfrm>
          <a:prstGeom xmlns:a="http://schemas.openxmlformats.org/drawingml/2006/main" prst="straightConnector1">
            <a:avLst/>
          </a:prstGeom>
          <a:ln xmlns:a="http://schemas.openxmlformats.org/drawingml/2006/main" w="38100">
            <a:solidFill>
              <a:srgbClr val="E9C46A"/>
            </a:solidFill>
            <a:prstDash val="solid"/>
          </a:ln>
        </p:spPr>
      </p:cxnSp>
      <p:sp>
        <p:nvSpPr>
          <p:cNvPr id="24" name="">
            <a:extLst xmlns:a="http://schemas.openxmlformats.org/drawingml/2006/main">
              <a:ext uri="{FF2B5EF4-FFF2-40B4-BE49-F238E27FC236}">
                <a16:creationId xmlns:a16="http://schemas.microsoft.com/office/drawing/2014/main" id="{63DC987A-740D-4C3E-A161-B32E25437CB5}"/>
              </a:ext>
            </a:extLst>
          </p:cNvPr>
          <p:cNvSpPr>
            <a:spLocks xmlns:a="http://schemas.openxmlformats.org/drawingml/2006/main" noGrp="1"/>
          </p:cNvSpPr>
          <p:nvPr/>
        </p:nvSpPr>
        <p:spPr>
          <a:xfrm xmlns:a="http://schemas.openxmlformats.org/drawingml/2006/main">
            <a:off x="3343275" y="5410200"/>
            <a:ext cx="171450" cy="171450"/>
          </a:xfrm>
          <a:prstGeom xmlns:a="http://schemas.openxmlformats.org/drawingml/2006/main" prst="ellipse">
            <a:avLst/>
          </a:prstGeom>
          <a:solidFill xmlns:a="http://schemas.openxmlformats.org/drawingml/2006/main">
            <a:srgbClr val="16A6B6"/>
          </a:solidFill>
          <a:ln xmlns:a="http://schemas.openxmlformats.org/drawingml/2006/main" w="0">
            <a:solidFill>
              <a:srgbClr val="16A6B6"/>
            </a:solidFill>
            <a:prstDash val="solid"/>
          </a:ln>
        </p:spPr>
      </p:sp>
      <p:cxnSp>
        <p:nvCxnSpPr>
          <p:cNvPr id="62" name=""/>
          <p:cNvCxnSpPr/>
          <p:nvPr/>
        </p:nvCxnSpPr>
        <p:spPr>
          <a:xfrm xmlns:a="http://schemas.openxmlformats.org/drawingml/2006/main">
            <a:off x="3952875" y="4857750"/>
            <a:ext cx="76200" cy="619125"/>
          </a:xfrm>
          <a:prstGeom xmlns:a="http://schemas.openxmlformats.org/drawingml/2006/main" prst="straightConnector1">
            <a:avLst/>
          </a:prstGeom>
          <a:ln xmlns:a="http://schemas.openxmlformats.org/drawingml/2006/main" w="38100">
            <a:solidFill>
              <a:srgbClr val="E9C46A"/>
            </a:solidFill>
            <a:prstDash val="solid"/>
          </a:ln>
        </p:spPr>
      </p:cxnSp>
      <p:sp>
        <p:nvSpPr>
          <p:cNvPr id="26" name="">
            <a:extLst xmlns:a="http://schemas.openxmlformats.org/drawingml/2006/main">
              <a:ext uri="{FF2B5EF4-FFF2-40B4-BE49-F238E27FC236}">
                <a16:creationId xmlns:a16="http://schemas.microsoft.com/office/drawing/2014/main" id="{6A233F49-05F6-4BC3-BAB2-07F5E7D0EE9F}"/>
              </a:ext>
            </a:extLst>
          </p:cNvPr>
          <p:cNvSpPr>
            <a:spLocks xmlns:a="http://schemas.openxmlformats.org/drawingml/2006/main" noGrp="1"/>
          </p:cNvSpPr>
          <p:nvPr/>
        </p:nvSpPr>
        <p:spPr>
          <a:xfrm xmlns:a="http://schemas.openxmlformats.org/drawingml/2006/main">
            <a:off x="3933825" y="5410200"/>
            <a:ext cx="171450" cy="171450"/>
          </a:xfrm>
          <a:prstGeom xmlns:a="http://schemas.openxmlformats.org/drawingml/2006/main" prst="ellipse">
            <a:avLst/>
          </a:prstGeom>
          <a:solidFill xmlns:a="http://schemas.openxmlformats.org/drawingml/2006/main">
            <a:srgbClr val="16A6B6"/>
          </a:solidFill>
          <a:ln xmlns:a="http://schemas.openxmlformats.org/drawingml/2006/main" w="0">
            <a:solidFill>
              <a:srgbClr val="16A6B6"/>
            </a:solidFill>
            <a:prstDash val="solid"/>
          </a:ln>
        </p:spPr>
      </p:sp>
      <p:cxnSp>
        <p:nvCxnSpPr>
          <p:cNvPr id="64" name=""/>
          <p:cNvCxnSpPr/>
          <p:nvPr/>
        </p:nvCxnSpPr>
        <p:spPr>
          <a:xfrm xmlns:a="http://schemas.openxmlformats.org/drawingml/2006/main">
            <a:off x="4572000" y="4857750"/>
            <a:ext cx="47625" cy="619125"/>
          </a:xfrm>
          <a:prstGeom xmlns:a="http://schemas.openxmlformats.org/drawingml/2006/main" prst="straightConnector1">
            <a:avLst/>
          </a:prstGeom>
          <a:ln xmlns:a="http://schemas.openxmlformats.org/drawingml/2006/main" w="38100">
            <a:solidFill>
              <a:srgbClr val="E9C46A"/>
            </a:solidFill>
            <a:prstDash val="solid"/>
          </a:ln>
        </p:spPr>
      </p:cxnSp>
      <p:sp>
        <p:nvSpPr>
          <p:cNvPr id="28" name="">
            <a:extLst xmlns:a="http://schemas.openxmlformats.org/drawingml/2006/main">
              <a:ext uri="{FF2B5EF4-FFF2-40B4-BE49-F238E27FC236}">
                <a16:creationId xmlns:a16="http://schemas.microsoft.com/office/drawing/2014/main" id="{568A6425-4CC3-4D31-A723-B82076416D49}"/>
              </a:ext>
            </a:extLst>
          </p:cNvPr>
          <p:cNvSpPr>
            <a:spLocks xmlns:a="http://schemas.openxmlformats.org/drawingml/2006/main" noGrp="1"/>
          </p:cNvSpPr>
          <p:nvPr/>
        </p:nvSpPr>
        <p:spPr>
          <a:xfrm xmlns:a="http://schemas.openxmlformats.org/drawingml/2006/main">
            <a:off x="4524375" y="5410200"/>
            <a:ext cx="171450" cy="171450"/>
          </a:xfrm>
          <a:prstGeom xmlns:a="http://schemas.openxmlformats.org/drawingml/2006/main" prst="ellipse">
            <a:avLst/>
          </a:prstGeom>
          <a:solidFill xmlns:a="http://schemas.openxmlformats.org/drawingml/2006/main">
            <a:srgbClr val="16A6B6"/>
          </a:solidFill>
          <a:ln xmlns:a="http://schemas.openxmlformats.org/drawingml/2006/main" w="0">
            <a:solidFill>
              <a:srgbClr val="16A6B6"/>
            </a:solidFill>
            <a:prstDash val="solid"/>
          </a:ln>
        </p:spPr>
      </p:sp>
      <p:sp>
        <p:nvSpPr>
          <p:cNvPr id="29" name="text">
            <a:extLst xmlns:a="http://schemas.openxmlformats.org/drawingml/2006/main">
              <a:ext uri="{FF2B5EF4-FFF2-40B4-BE49-F238E27FC236}">
                <a16:creationId xmlns:a16="http://schemas.microsoft.com/office/drawing/2014/main" id="{E7F7630E-CE35-4E00-9E39-1F61B0944ADE}"/>
              </a:ext>
            </a:extLst>
          </p:cNvPr>
          <p:cNvSpPr>
            <a:spLocks xmlns:a="http://schemas.openxmlformats.org/drawingml/2006/main" noGrp="1"/>
          </p:cNvSpPr>
          <p:nvPr/>
        </p:nvSpPr>
        <p:spPr>
          <a:xfrm xmlns:a="http://schemas.openxmlformats.org/drawingml/2006/main">
            <a:off x="1333500" y="1952625"/>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6A6B6"/>
                </a:solidFill>
              </a:defRPr>
            </a:pPr>
            <a:r>
              <a:rPr sz="1350" b="1">
                <a:solidFill>
                  <a:srgbClr val="16A6B6"/>
                </a:solidFill>
              </a:rPr>
              <a:t>membrane</a:t>
            </a:r>
          </a:p>
        </p:txBody>
      </p:sp>
      <p:sp>
        <p:nvSpPr>
          <p:cNvPr id="30" name="text">
            <a:extLst xmlns:a="http://schemas.openxmlformats.org/drawingml/2006/main">
              <a:ext uri="{FF2B5EF4-FFF2-40B4-BE49-F238E27FC236}">
                <a16:creationId xmlns:a16="http://schemas.microsoft.com/office/drawing/2014/main" id="{87C5F5AD-23D0-45B6-8B3B-EC6C3479F02F}"/>
              </a:ext>
            </a:extLst>
          </p:cNvPr>
          <p:cNvSpPr>
            <a:spLocks xmlns:a="http://schemas.openxmlformats.org/drawingml/2006/main" noGrp="1"/>
          </p:cNvSpPr>
          <p:nvPr/>
        </p:nvSpPr>
        <p:spPr>
          <a:xfrm xmlns:a="http://schemas.openxmlformats.org/drawingml/2006/main">
            <a:off x="1428750" y="42862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E76F51"/>
                </a:solidFill>
              </a:defRPr>
            </a:pPr>
            <a:r>
              <a:rPr sz="1350" b="1">
                <a:solidFill>
                  <a:srgbClr val="E76F51"/>
                </a:solidFill>
              </a:rPr>
              <a:t>cortex / actin</a:t>
            </a:r>
          </a:p>
        </p:txBody>
      </p:sp>
      <p:sp>
        <p:nvSpPr>
          <p:cNvPr id="31" name="text">
            <a:extLst xmlns:a="http://schemas.openxmlformats.org/drawingml/2006/main">
              <a:ext uri="{FF2B5EF4-FFF2-40B4-BE49-F238E27FC236}">
                <a16:creationId xmlns:a16="http://schemas.microsoft.com/office/drawing/2014/main" id="{5737336A-AB23-4DCB-A387-9033D1C45A3E}"/>
              </a:ext>
            </a:extLst>
          </p:cNvPr>
          <p:cNvSpPr>
            <a:spLocks xmlns:a="http://schemas.openxmlformats.org/drawingml/2006/main" noGrp="1"/>
          </p:cNvSpPr>
          <p:nvPr/>
        </p:nvSpPr>
        <p:spPr>
          <a:xfrm xmlns:a="http://schemas.openxmlformats.org/drawingml/2006/main">
            <a:off x="1285875" y="57150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E9C46A"/>
                </a:solidFill>
              </a:defRPr>
            </a:pPr>
            <a:r>
              <a:rPr sz="1350" b="1">
                <a:solidFill>
                  <a:srgbClr val="E9C46A"/>
                </a:solidFill>
              </a:rPr>
              <a:t>adhesion → ECM</a:t>
            </a:r>
          </a:p>
        </p:txBody>
      </p:sp>
      <p:sp>
        <p:nvSpPr>
          <p:cNvPr id="32" name="">
            <a:extLst xmlns:a="http://schemas.openxmlformats.org/drawingml/2006/main">
              <a:ext uri="{FF2B5EF4-FFF2-40B4-BE49-F238E27FC236}">
                <a16:creationId xmlns:a16="http://schemas.microsoft.com/office/drawing/2014/main" id="{626B05BF-E80A-4912-8C2F-FDAC4577A6E9}"/>
              </a:ext>
            </a:extLst>
          </p:cNvPr>
          <p:cNvSpPr>
            <a:spLocks xmlns:a="http://schemas.openxmlformats.org/drawingml/2006/main" noGrp="1"/>
          </p:cNvSpPr>
          <p:nvPr/>
        </p:nvSpPr>
        <p:spPr>
          <a:xfrm xmlns:a="http://schemas.openxmlformats.org/drawingml/2006/main">
            <a:off x="6667500" y="1666875"/>
            <a:ext cx="4095750" cy="904875"/>
          </a:xfrm>
          <a:prstGeom xmlns:a="http://schemas.openxmlformats.org/drawingml/2006/main" prst="roundRect">
            <a:avLst>
              <a:gd name="adj" fmla="val 8421"/>
            </a:avLst>
          </a:prstGeom>
          <a:solidFill xmlns:a="http://schemas.openxmlformats.org/drawingml/2006/main">
            <a:srgbClr val="E8F4F5"/>
          </a:solidFill>
          <a:ln xmlns:a="http://schemas.openxmlformats.org/drawingml/2006/main" w="0">
            <a:noFill/>
            <a:prstDash val="solid"/>
          </a:ln>
        </p:spPr>
      </p:sp>
      <p:sp>
        <p:nvSpPr>
          <p:cNvPr id="33" name="text">
            <a:extLst xmlns:a="http://schemas.openxmlformats.org/drawingml/2006/main">
              <a:ext uri="{FF2B5EF4-FFF2-40B4-BE49-F238E27FC236}">
                <a16:creationId xmlns:a16="http://schemas.microsoft.com/office/drawing/2014/main" id="{F87CEA00-B080-4646-BE5D-8B71E48038C9}"/>
              </a:ext>
            </a:extLst>
          </p:cNvPr>
          <p:cNvSpPr>
            <a:spLocks xmlns:a="http://schemas.openxmlformats.org/drawingml/2006/main" noGrp="1"/>
          </p:cNvSpPr>
          <p:nvPr/>
        </p:nvSpPr>
        <p:spPr>
          <a:xfrm xmlns:a="http://schemas.openxmlformats.org/drawingml/2006/main">
            <a:off x="6953250" y="1905000"/>
            <a:ext cx="3524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102A43"/>
                </a:solidFill>
              </a:defRPr>
            </a:pPr>
            <a:r>
              <a:rPr sz="1650" b="1">
                <a:solidFill>
                  <a:srgbClr val="102A43"/>
                </a:solidFill>
              </a:rPr>
              <a:t>What it shows</a:t>
            </a:r>
          </a:p>
          <a:p xmlns:a="http://schemas.openxmlformats.org/drawingml/2006/main">
            <a:pPr algn="ctr">
              <a:defRPr sz="1650" b="1">
                <a:solidFill>
                  <a:srgbClr val="102A43"/>
                </a:solidFill>
              </a:defRPr>
            </a:pPr>
            <a:r>
              <a:rPr sz="1650" b="1">
                <a:solidFill>
                  <a:srgbClr val="102A43"/>
                </a:solidFill>
              </a:rPr>
              <a:t>compartments + typed endpoints</a:t>
            </a:r>
          </a:p>
        </p:txBody>
      </p:sp>
      <p:sp>
        <p:nvSpPr>
          <p:cNvPr id="34" name="">
            <a:extLst xmlns:a="http://schemas.openxmlformats.org/drawingml/2006/main">
              <a:ext uri="{FF2B5EF4-FFF2-40B4-BE49-F238E27FC236}">
                <a16:creationId xmlns:a16="http://schemas.microsoft.com/office/drawing/2014/main" id="{8B86941E-8783-487C-A7E3-09F1B428505B}"/>
              </a:ext>
            </a:extLst>
          </p:cNvPr>
          <p:cNvSpPr>
            <a:spLocks xmlns:a="http://schemas.openxmlformats.org/drawingml/2006/main" noGrp="1"/>
          </p:cNvSpPr>
          <p:nvPr/>
        </p:nvSpPr>
        <p:spPr>
          <a:xfrm xmlns:a="http://schemas.openxmlformats.org/drawingml/2006/main">
            <a:off x="6667500" y="2952750"/>
            <a:ext cx="4095750" cy="904875"/>
          </a:xfrm>
          <a:prstGeom xmlns:a="http://schemas.openxmlformats.org/drawingml/2006/main" prst="roundRect">
            <a:avLst>
              <a:gd name="adj" fmla="val 8421"/>
            </a:avLst>
          </a:prstGeom>
          <a:solidFill xmlns:a="http://schemas.openxmlformats.org/drawingml/2006/main">
            <a:srgbClr val="FFF5DF"/>
          </a:solidFill>
          <a:ln xmlns:a="http://schemas.openxmlformats.org/drawingml/2006/main" w="0">
            <a:noFill/>
            <a:prstDash val="solid"/>
          </a:ln>
        </p:spPr>
      </p:sp>
      <p:sp>
        <p:nvSpPr>
          <p:cNvPr id="35" name="text">
            <a:extLst xmlns:a="http://schemas.openxmlformats.org/drawingml/2006/main">
              <a:ext uri="{FF2B5EF4-FFF2-40B4-BE49-F238E27FC236}">
                <a16:creationId xmlns:a16="http://schemas.microsoft.com/office/drawing/2014/main" id="{AC1E39B7-A8DF-4749-85E4-56480DB91AA4}"/>
              </a:ext>
            </a:extLst>
          </p:cNvPr>
          <p:cNvSpPr>
            <a:spLocks xmlns:a="http://schemas.openxmlformats.org/drawingml/2006/main" noGrp="1"/>
          </p:cNvSpPr>
          <p:nvPr/>
        </p:nvSpPr>
        <p:spPr>
          <a:xfrm xmlns:a="http://schemas.openxmlformats.org/drawingml/2006/main">
            <a:off x="6953250" y="3190875"/>
            <a:ext cx="3524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102A43"/>
                </a:solidFill>
              </a:defRPr>
            </a:pPr>
            <a:r>
              <a:rPr sz="1650" b="1">
                <a:solidFill>
                  <a:srgbClr val="102A43"/>
                </a:solidFill>
              </a:rPr>
              <a:t>What it does not show</a:t>
            </a:r>
          </a:p>
          <a:p xmlns:a="http://schemas.openxmlformats.org/drawingml/2006/main">
            <a:pPr algn="ctr">
              <a:defRPr sz="1650" b="1">
                <a:solidFill>
                  <a:srgbClr val="102A43"/>
                </a:solidFill>
              </a:defRPr>
            </a:pPr>
            <a:r>
              <a:rPr sz="1650" b="1">
                <a:solidFill>
                  <a:srgbClr val="102A43"/>
                </a:solidFill>
              </a:rPr>
              <a:t>validated force magnitude</a:t>
            </a:r>
          </a:p>
        </p:txBody>
      </p:sp>
      <p:sp>
        <p:nvSpPr>
          <p:cNvPr id="36" name="">
            <a:extLst xmlns:a="http://schemas.openxmlformats.org/drawingml/2006/main">
              <a:ext uri="{FF2B5EF4-FFF2-40B4-BE49-F238E27FC236}">
                <a16:creationId xmlns:a16="http://schemas.microsoft.com/office/drawing/2014/main" id="{044727DB-2E15-410D-99A0-8B4CF7D57BF6}"/>
              </a:ext>
            </a:extLst>
          </p:cNvPr>
          <p:cNvSpPr>
            <a:spLocks xmlns:a="http://schemas.openxmlformats.org/drawingml/2006/main" noGrp="1"/>
          </p:cNvSpPr>
          <p:nvPr/>
        </p:nvSpPr>
        <p:spPr>
          <a:xfrm xmlns:a="http://schemas.openxmlformats.org/drawingml/2006/main">
            <a:off x="6667500" y="4238625"/>
            <a:ext cx="4095750" cy="1190625"/>
          </a:xfrm>
          <a:prstGeom xmlns:a="http://schemas.openxmlformats.org/drawingml/2006/main" prst="roundRect">
            <a:avLst>
              <a:gd name="adj" fmla="val 6400"/>
            </a:avLst>
          </a:prstGeom>
          <a:solidFill xmlns:a="http://schemas.openxmlformats.org/drawingml/2006/main">
            <a:srgbClr val="F2ECFA"/>
          </a:solidFill>
          <a:ln xmlns:a="http://schemas.openxmlformats.org/drawingml/2006/main" w="0">
            <a:noFill/>
            <a:prstDash val="solid"/>
          </a:ln>
        </p:spPr>
      </p:sp>
      <p:sp>
        <p:nvSpPr>
          <p:cNvPr id="37" name="text">
            <a:extLst xmlns:a="http://schemas.openxmlformats.org/drawingml/2006/main">
              <a:ext uri="{FF2B5EF4-FFF2-40B4-BE49-F238E27FC236}">
                <a16:creationId xmlns:a16="http://schemas.microsoft.com/office/drawing/2014/main" id="{F43DDF98-3F44-4DDE-ADC1-CB8E0012F992}"/>
              </a:ext>
            </a:extLst>
          </p:cNvPr>
          <p:cNvSpPr>
            <a:spLocks xmlns:a="http://schemas.openxmlformats.org/drawingml/2006/main" noGrp="1"/>
          </p:cNvSpPr>
          <p:nvPr/>
        </p:nvSpPr>
        <p:spPr>
          <a:xfrm xmlns:a="http://schemas.openxmlformats.org/drawingml/2006/main">
            <a:off x="6953250" y="4476750"/>
            <a:ext cx="3524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02A43"/>
                </a:solidFill>
              </a:defRPr>
            </a:pPr>
            <a:r>
              <a:rPr sz="1500" b="1">
                <a:solidFill>
                  <a:srgbClr val="102A43"/>
                </a:solidFill>
              </a:rPr>
              <a:t>How to use it</a:t>
            </a:r>
          </a:p>
          <a:p xmlns:a="http://schemas.openxmlformats.org/drawingml/2006/main">
            <a:pPr algn="ctr">
              <a:defRPr sz="1500" b="1">
                <a:solidFill>
                  <a:srgbClr val="102A43"/>
                </a:solidFill>
              </a:defRPr>
            </a:pPr>
            <a:r>
              <a:rPr sz="1500" b="1">
                <a:solidFill>
                  <a:srgbClr val="102A43"/>
                </a:solidFill>
              </a:rPr>
              <a:t>trace and ablate a proposed load path</a:t>
            </a:r>
          </a:p>
        </p:txBody>
      </p:sp>
    </p:spTree>
    <p:extLst>
      <p:ext uri="{BB962C8B-B14F-4D97-AF65-F5344CB8AC3E}">
        <p14:creationId xmlns:p14="http://schemas.microsoft.com/office/powerpoint/2010/main" val="69725350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
            <a:extLst xmlns:a="http://schemas.openxmlformats.org/drawingml/2006/main">
              <a:ext uri="{FF2B5EF4-FFF2-40B4-BE49-F238E27FC236}">
                <a16:creationId xmlns:a16="http://schemas.microsoft.com/office/drawing/2014/main" id="{186F3B3E-AA0C-453C-8C40-F4E455043CD4}"/>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LEARNING STATUS</a:t>
            </a:r>
          </a:p>
        </p:txBody>
      </p:sp>
      <p:sp>
        <p:nvSpPr>
          <p:cNvPr id="2" name="text">
            <a:extLst xmlns:a="http://schemas.openxmlformats.org/drawingml/2006/main">
              <a:ext uri="{FF2B5EF4-FFF2-40B4-BE49-F238E27FC236}">
                <a16:creationId xmlns:a16="http://schemas.microsoft.com/office/drawing/2014/main" id="{A660A5B2-B8A8-492E-AAE4-9E981BABA869}"/>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0B0F14"/>
                </a:solidFill>
              </a:defRPr>
            </a:pPr>
            <a:r>
              <a:rPr sz="2250" b="1">
                <a:solidFill>
                  <a:srgbClr val="0B0F14"/>
                </a:solidFill>
              </a:rPr>
              <a:t>Neural architecture: promise is not implementation status</a:t>
            </a:r>
          </a:p>
        </p:txBody>
      </p:sp>
      <p:cxnSp>
        <p:nvCxnSpPr>
          <p:cNvPr id="21"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71BC4D68-4DED-499D-872F-EA730E621EA9}"/>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09</a:t>
            </a:r>
          </a:p>
        </p:txBody>
      </p:sp>
      <p:sp>
        <p:nvSpPr>
          <p:cNvPr id="5" name="text">
            <a:extLst xmlns:a="http://schemas.openxmlformats.org/drawingml/2006/main">
              <a:ext uri="{FF2B5EF4-FFF2-40B4-BE49-F238E27FC236}">
                <a16:creationId xmlns:a16="http://schemas.microsoft.com/office/drawing/2014/main" id="{E13CCBDF-9F33-41D5-A797-4F9147D5FCA0}"/>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sp>
        <p:nvSpPr>
          <p:cNvPr id="6" name="">
            <a:extLst xmlns:a="http://schemas.openxmlformats.org/drawingml/2006/main">
              <a:ext uri="{FF2B5EF4-FFF2-40B4-BE49-F238E27FC236}">
                <a16:creationId xmlns:a16="http://schemas.microsoft.com/office/drawing/2014/main" id="{884C1921-E8FA-46CA-9F18-0CB18FB2C4C2}"/>
              </a:ext>
            </a:extLst>
          </p:cNvPr>
          <p:cNvSpPr>
            <a:spLocks xmlns:a="http://schemas.openxmlformats.org/drawingml/2006/main" noGrp="1"/>
          </p:cNvSpPr>
          <p:nvPr/>
        </p:nvSpPr>
        <p:spPr>
          <a:xfrm xmlns:a="http://schemas.openxmlformats.org/drawingml/2006/main">
            <a:off x="857250" y="2762250"/>
            <a:ext cx="1619250" cy="781050"/>
          </a:xfrm>
          <a:prstGeom xmlns:a="http://schemas.openxmlformats.org/drawingml/2006/main" prst="roundRect">
            <a:avLst>
              <a:gd name="adj" fmla="val 9756"/>
            </a:avLst>
          </a:prstGeom>
          <a:solidFill xmlns:a="http://schemas.openxmlformats.org/drawingml/2006/main">
            <a:srgbClr val="FCE7E1"/>
          </a:solidFill>
          <a:ln xmlns:a="http://schemas.openxmlformats.org/drawingml/2006/main" w="14288">
            <a:solidFill>
              <a:srgbClr val="E76F51"/>
            </a:solidFill>
            <a:prstDash val="solid"/>
          </a:ln>
        </p:spPr>
      </p:sp>
      <p:sp>
        <p:nvSpPr>
          <p:cNvPr id="7" name="text">
            <a:extLst xmlns:a="http://schemas.openxmlformats.org/drawingml/2006/main">
              <a:ext uri="{FF2B5EF4-FFF2-40B4-BE49-F238E27FC236}">
                <a16:creationId xmlns:a16="http://schemas.microsoft.com/office/drawing/2014/main" id="{EEA9F9D2-1CFD-4FC5-8C42-7B777EBB2D30}"/>
              </a:ext>
            </a:extLst>
          </p:cNvPr>
          <p:cNvSpPr>
            <a:spLocks xmlns:a="http://schemas.openxmlformats.org/drawingml/2006/main" noGrp="1"/>
          </p:cNvSpPr>
          <p:nvPr/>
        </p:nvSpPr>
        <p:spPr>
          <a:xfrm xmlns:a="http://schemas.openxmlformats.org/drawingml/2006/main">
            <a:off x="952500" y="2895600"/>
            <a:ext cx="1428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2A43"/>
                </a:solidFill>
              </a:defRPr>
            </a:pPr>
            <a:r>
              <a:rPr sz="1350" b="1">
                <a:solidFill>
                  <a:srgbClr val="102A43"/>
                </a:solidFill>
              </a:rPr>
              <a:t>Declare</a:t>
            </a:r>
          </a:p>
          <a:p xmlns:a="http://schemas.openxmlformats.org/drawingml/2006/main">
            <a:pPr algn="ctr">
              <a:defRPr sz="1350" b="1">
                <a:solidFill>
                  <a:srgbClr val="102A43"/>
                </a:solidFill>
              </a:defRPr>
            </a:pPr>
            <a:r>
              <a:rPr sz="1350" b="1">
                <a:solidFill>
                  <a:srgbClr val="102A43"/>
                </a:solidFill>
              </a:rPr>
              <a:t>experiment</a:t>
            </a:r>
          </a:p>
        </p:txBody>
      </p:sp>
      <p:cxnSp>
        <p:nvCxnSpPr>
          <p:cNvPr id="26" name=""/>
          <p:cNvCxnSpPr/>
          <p:nvPr/>
        </p:nvCxnSpPr>
        <p:spPr>
          <a:xfrm xmlns:a="http://schemas.openxmlformats.org/drawingml/2006/main">
            <a:off x="2476500" y="3152775"/>
            <a:ext cx="1428750" cy="9525"/>
          </a:xfrm>
          <a:prstGeom xmlns:a="http://schemas.openxmlformats.org/drawingml/2006/main" prst="straightConnector1">
            <a:avLst/>
          </a:prstGeom>
          <a:ln xmlns:a="http://schemas.openxmlformats.org/drawingml/2006/main" w="28575">
            <a:solidFill>
              <a:srgbClr val="B8C7D0"/>
            </a:solidFill>
            <a:prstDash val="solid"/>
          </a:ln>
        </p:spPr>
      </p:cxnSp>
      <p:sp>
        <p:nvSpPr>
          <p:cNvPr id="9" name="">
            <a:extLst xmlns:a="http://schemas.openxmlformats.org/drawingml/2006/main">
              <a:ext uri="{FF2B5EF4-FFF2-40B4-BE49-F238E27FC236}">
                <a16:creationId xmlns:a16="http://schemas.microsoft.com/office/drawing/2014/main" id="{83CBBD17-CB52-443F-A802-150310E3EE6A}"/>
              </a:ext>
            </a:extLst>
          </p:cNvPr>
          <p:cNvSpPr>
            <a:spLocks xmlns:a="http://schemas.openxmlformats.org/drawingml/2006/main" noGrp="1"/>
          </p:cNvSpPr>
          <p:nvPr/>
        </p:nvSpPr>
        <p:spPr>
          <a:xfrm xmlns:a="http://schemas.openxmlformats.org/drawingml/2006/main">
            <a:off x="3905250" y="2762250"/>
            <a:ext cx="1619250" cy="781050"/>
          </a:xfrm>
          <a:prstGeom xmlns:a="http://schemas.openxmlformats.org/drawingml/2006/main" prst="roundRect">
            <a:avLst>
              <a:gd name="adj" fmla="val 9756"/>
            </a:avLst>
          </a:prstGeom>
          <a:solidFill xmlns:a="http://schemas.openxmlformats.org/drawingml/2006/main">
            <a:srgbClr val="FFF5DF"/>
          </a:solidFill>
          <a:ln xmlns:a="http://schemas.openxmlformats.org/drawingml/2006/main" w="14288">
            <a:solidFill>
              <a:srgbClr val="E9C46A"/>
            </a:solidFill>
            <a:prstDash val="solid"/>
          </a:ln>
        </p:spPr>
      </p:sp>
      <p:sp>
        <p:nvSpPr>
          <p:cNvPr id="10" name="text">
            <a:extLst xmlns:a="http://schemas.openxmlformats.org/drawingml/2006/main">
              <a:ext uri="{FF2B5EF4-FFF2-40B4-BE49-F238E27FC236}">
                <a16:creationId xmlns:a16="http://schemas.microsoft.com/office/drawing/2014/main" id="{31F510C0-EC33-4FF9-88B8-91998AAE784C}"/>
              </a:ext>
            </a:extLst>
          </p:cNvPr>
          <p:cNvSpPr>
            <a:spLocks xmlns:a="http://schemas.openxmlformats.org/drawingml/2006/main" noGrp="1"/>
          </p:cNvSpPr>
          <p:nvPr/>
        </p:nvSpPr>
        <p:spPr>
          <a:xfrm xmlns:a="http://schemas.openxmlformats.org/drawingml/2006/main">
            <a:off x="4000500" y="2895600"/>
            <a:ext cx="1428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2A43"/>
                </a:solidFill>
              </a:defRPr>
            </a:pPr>
            <a:r>
              <a:rPr sz="1350" b="1">
                <a:solidFill>
                  <a:srgbClr val="102A43"/>
                </a:solidFill>
              </a:rPr>
              <a:t>Accepted native</a:t>
            </a:r>
          </a:p>
          <a:p xmlns:a="http://schemas.openxmlformats.org/drawingml/2006/main">
            <a:pPr algn="ctr">
              <a:defRPr sz="1350" b="1">
                <a:solidFill>
                  <a:srgbClr val="102A43"/>
                </a:solidFill>
              </a:defRPr>
            </a:pPr>
            <a:r>
              <a:rPr sz="1350" b="1">
                <a:solidFill>
                  <a:srgbClr val="102A43"/>
                </a:solidFill>
              </a:rPr>
              <a:t>run corpus</a:t>
            </a:r>
          </a:p>
        </p:txBody>
      </p:sp>
      <p:cxnSp>
        <p:nvCxnSpPr>
          <p:cNvPr id="29" name=""/>
          <p:cNvCxnSpPr/>
          <p:nvPr/>
        </p:nvCxnSpPr>
        <p:spPr>
          <a:xfrm xmlns:a="http://schemas.openxmlformats.org/drawingml/2006/main">
            <a:off x="5524500" y="3152775"/>
            <a:ext cx="1428750" cy="9525"/>
          </a:xfrm>
          <a:prstGeom xmlns:a="http://schemas.openxmlformats.org/drawingml/2006/main" prst="straightConnector1">
            <a:avLst/>
          </a:prstGeom>
          <a:ln xmlns:a="http://schemas.openxmlformats.org/drawingml/2006/main" w="28575">
            <a:solidFill>
              <a:srgbClr val="B8C7D0"/>
            </a:solidFill>
            <a:prstDash val="solid"/>
          </a:ln>
        </p:spPr>
      </p:cxnSp>
      <p:sp>
        <p:nvSpPr>
          <p:cNvPr id="12" name="">
            <a:extLst xmlns:a="http://schemas.openxmlformats.org/drawingml/2006/main">
              <a:ext uri="{FF2B5EF4-FFF2-40B4-BE49-F238E27FC236}">
                <a16:creationId xmlns:a16="http://schemas.microsoft.com/office/drawing/2014/main" id="{4BBE0F94-F91D-4D3C-BD28-1E0D0E7A73B4}"/>
              </a:ext>
            </a:extLst>
          </p:cNvPr>
          <p:cNvSpPr>
            <a:spLocks xmlns:a="http://schemas.openxmlformats.org/drawingml/2006/main" noGrp="1"/>
          </p:cNvSpPr>
          <p:nvPr/>
        </p:nvSpPr>
        <p:spPr>
          <a:xfrm xmlns:a="http://schemas.openxmlformats.org/drawingml/2006/main">
            <a:off x="6953250" y="2762250"/>
            <a:ext cx="1619250" cy="781050"/>
          </a:xfrm>
          <a:prstGeom xmlns:a="http://schemas.openxmlformats.org/drawingml/2006/main" prst="roundRect">
            <a:avLst>
              <a:gd name="adj" fmla="val 9756"/>
            </a:avLst>
          </a:prstGeom>
          <a:solidFill xmlns:a="http://schemas.openxmlformats.org/drawingml/2006/main">
            <a:srgbClr val="E8F4F5"/>
          </a:solidFill>
          <a:ln xmlns:a="http://schemas.openxmlformats.org/drawingml/2006/main" w="14288">
            <a:solidFill>
              <a:srgbClr val="16A6B6"/>
            </a:solidFill>
            <a:prstDash val="solid"/>
          </a:ln>
        </p:spPr>
      </p:sp>
      <p:sp>
        <p:nvSpPr>
          <p:cNvPr id="13" name="text">
            <a:extLst xmlns:a="http://schemas.openxmlformats.org/drawingml/2006/main">
              <a:ext uri="{FF2B5EF4-FFF2-40B4-BE49-F238E27FC236}">
                <a16:creationId xmlns:a16="http://schemas.microsoft.com/office/drawing/2014/main" id="{3CB71413-3204-4795-9B93-3C58C1D43EA8}"/>
              </a:ext>
            </a:extLst>
          </p:cNvPr>
          <p:cNvSpPr>
            <a:spLocks xmlns:a="http://schemas.openxmlformats.org/drawingml/2006/main" noGrp="1"/>
          </p:cNvSpPr>
          <p:nvPr/>
        </p:nvSpPr>
        <p:spPr>
          <a:xfrm xmlns:a="http://schemas.openxmlformats.org/drawingml/2006/main">
            <a:off x="7048500" y="2895600"/>
            <a:ext cx="1428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2A43"/>
                </a:solidFill>
              </a:defRPr>
            </a:pPr>
            <a:r>
              <a:rPr sz="1350" b="1">
                <a:solidFill>
                  <a:srgbClr val="102A43"/>
                </a:solidFill>
              </a:rPr>
              <a:t>Train / calibrate</a:t>
            </a:r>
          </a:p>
          <a:p xmlns:a="http://schemas.openxmlformats.org/drawingml/2006/main">
            <a:pPr algn="ctr">
              <a:defRPr sz="1350" b="1">
                <a:solidFill>
                  <a:srgbClr val="102A43"/>
                </a:solidFill>
              </a:defRPr>
            </a:pPr>
            <a:r>
              <a:rPr sz="1350" b="1">
                <a:solidFill>
                  <a:srgbClr val="102A43"/>
                </a:solidFill>
              </a:rPr>
              <a:t>surrogate</a:t>
            </a:r>
          </a:p>
        </p:txBody>
      </p:sp>
      <p:cxnSp>
        <p:nvCxnSpPr>
          <p:cNvPr id="32" name=""/>
          <p:cNvCxnSpPr/>
          <p:nvPr/>
        </p:nvCxnSpPr>
        <p:spPr>
          <a:xfrm xmlns:a="http://schemas.openxmlformats.org/drawingml/2006/main">
            <a:off x="8572500" y="3152775"/>
            <a:ext cx="1333500" cy="9525"/>
          </a:xfrm>
          <a:prstGeom xmlns:a="http://schemas.openxmlformats.org/drawingml/2006/main" prst="straightConnector1">
            <a:avLst/>
          </a:prstGeom>
          <a:ln xmlns:a="http://schemas.openxmlformats.org/drawingml/2006/main" w="28575">
            <a:solidFill>
              <a:srgbClr val="B8C7D0"/>
            </a:solidFill>
            <a:prstDash val="solid"/>
          </a:ln>
        </p:spPr>
      </p:cxnSp>
      <p:sp>
        <p:nvSpPr>
          <p:cNvPr id="15" name="">
            <a:extLst xmlns:a="http://schemas.openxmlformats.org/drawingml/2006/main">
              <a:ext uri="{FF2B5EF4-FFF2-40B4-BE49-F238E27FC236}">
                <a16:creationId xmlns:a16="http://schemas.microsoft.com/office/drawing/2014/main" id="{FB111C79-9C1D-4908-B26A-0C7635C0BAE6}"/>
              </a:ext>
            </a:extLst>
          </p:cNvPr>
          <p:cNvSpPr>
            <a:spLocks xmlns:a="http://schemas.openxmlformats.org/drawingml/2006/main" noGrp="1"/>
          </p:cNvSpPr>
          <p:nvPr/>
        </p:nvSpPr>
        <p:spPr>
          <a:xfrm xmlns:a="http://schemas.openxmlformats.org/drawingml/2006/main">
            <a:off x="9906000" y="2762250"/>
            <a:ext cx="1619250" cy="781050"/>
          </a:xfrm>
          <a:prstGeom xmlns:a="http://schemas.openxmlformats.org/drawingml/2006/main" prst="roundRect">
            <a:avLst>
              <a:gd name="adj" fmla="val 9756"/>
            </a:avLst>
          </a:prstGeom>
          <a:solidFill xmlns:a="http://schemas.openxmlformats.org/drawingml/2006/main">
            <a:srgbClr val="E8F4F5"/>
          </a:solidFill>
          <a:ln xmlns:a="http://schemas.openxmlformats.org/drawingml/2006/main" w="14288">
            <a:solidFill>
              <a:srgbClr val="16A6B6"/>
            </a:solidFill>
            <a:prstDash val="solid"/>
          </a:ln>
        </p:spPr>
      </p:sp>
      <p:sp>
        <p:nvSpPr>
          <p:cNvPr id="16" name="text">
            <a:extLst xmlns:a="http://schemas.openxmlformats.org/drawingml/2006/main">
              <a:ext uri="{FF2B5EF4-FFF2-40B4-BE49-F238E27FC236}">
                <a16:creationId xmlns:a16="http://schemas.microsoft.com/office/drawing/2014/main" id="{E251F80B-E3A0-4657-A4F2-96E4CB1A36A3}"/>
              </a:ext>
            </a:extLst>
          </p:cNvPr>
          <p:cNvSpPr>
            <a:spLocks xmlns:a="http://schemas.openxmlformats.org/drawingml/2006/main" noGrp="1"/>
          </p:cNvSpPr>
          <p:nvPr/>
        </p:nvSpPr>
        <p:spPr>
          <a:xfrm xmlns:a="http://schemas.openxmlformats.org/drawingml/2006/main">
            <a:off x="10001250" y="2895600"/>
            <a:ext cx="1428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2A43"/>
                </a:solidFill>
              </a:defRPr>
            </a:pPr>
            <a:r>
              <a:rPr sz="1350" b="1">
                <a:solidFill>
                  <a:srgbClr val="102A43"/>
                </a:solidFill>
              </a:rPr>
              <a:t>Select next</a:t>
            </a:r>
          </a:p>
          <a:p xmlns:a="http://schemas.openxmlformats.org/drawingml/2006/main">
            <a:pPr algn="ctr">
              <a:defRPr sz="1350" b="1">
                <a:solidFill>
                  <a:srgbClr val="102A43"/>
                </a:solidFill>
              </a:defRPr>
            </a:pPr>
            <a:r>
              <a:rPr sz="1350" b="1">
                <a:solidFill>
                  <a:srgbClr val="102A43"/>
                </a:solidFill>
              </a:rPr>
              <a:t>run or assay</a:t>
            </a:r>
          </a:p>
        </p:txBody>
      </p:sp>
      <p:sp>
        <p:nvSpPr>
          <p:cNvPr id="17" name="text">
            <a:extLst xmlns:a="http://schemas.openxmlformats.org/drawingml/2006/main">
              <a:ext uri="{FF2B5EF4-FFF2-40B4-BE49-F238E27FC236}">
                <a16:creationId xmlns:a16="http://schemas.microsoft.com/office/drawing/2014/main" id="{875F3C32-CA4D-4612-B5E9-8B1D75DAD40C}"/>
              </a:ext>
            </a:extLst>
          </p:cNvPr>
          <p:cNvSpPr>
            <a:spLocks xmlns:a="http://schemas.openxmlformats.org/drawingml/2006/main" noGrp="1"/>
          </p:cNvSpPr>
          <p:nvPr/>
        </p:nvSpPr>
        <p:spPr>
          <a:xfrm xmlns:a="http://schemas.openxmlformats.org/drawingml/2006/main">
            <a:off x="952500" y="1666875"/>
            <a:ext cx="1028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9B1C1C"/>
                </a:solidFill>
              </a:defRPr>
            </a:pPr>
            <a:r>
              <a:rPr sz="1875" b="1">
                <a:solidFill>
                  <a:srgbClr val="9B1C1C"/>
                </a:solidFill>
              </a:rPr>
              <a:t>INNER — Stage 2: not open; no declared target experiment or accepted-run training corpus.</a:t>
            </a:r>
          </a:p>
        </p:txBody>
      </p:sp>
      <p:sp>
        <p:nvSpPr>
          <p:cNvPr id="18" name="text">
            <a:extLst xmlns:a="http://schemas.openxmlformats.org/drawingml/2006/main">
              <a:ext uri="{FF2B5EF4-FFF2-40B4-BE49-F238E27FC236}">
                <a16:creationId xmlns:a16="http://schemas.microsoft.com/office/drawing/2014/main" id="{9703B74D-8322-4E3B-AC4B-6A203AB03055}"/>
              </a:ext>
            </a:extLst>
          </p:cNvPr>
          <p:cNvSpPr>
            <a:spLocks xmlns:a="http://schemas.openxmlformats.org/drawingml/2006/main" noGrp="1"/>
          </p:cNvSpPr>
          <p:nvPr/>
        </p:nvSpPr>
        <p:spPr>
          <a:xfrm xmlns:a="http://schemas.openxmlformats.org/drawingml/2006/main">
            <a:off x="952500" y="4762500"/>
            <a:ext cx="1028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7454A3"/>
                </a:solidFill>
              </a:defRPr>
            </a:pPr>
            <a:r>
              <a:rPr sz="1875" b="1">
                <a:solidFill>
                  <a:srgbClr val="7454A3"/>
                </a:solidFill>
              </a:rPr>
              <a:t>OUTER — Stage 4: research pipeline imported; external reference ready, comparison BLOCKED.</a:t>
            </a:r>
          </a:p>
        </p:txBody>
      </p:sp>
    </p:spTree>
    <p:extLst>
      <p:ext uri="{BB962C8B-B14F-4D97-AF65-F5344CB8AC3E}">
        <p14:creationId xmlns:p14="http://schemas.microsoft.com/office/powerpoint/2010/main" val="211252315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
            <a:extLst xmlns:a="http://schemas.openxmlformats.org/drawingml/2006/main">
              <a:ext uri="{FF2B5EF4-FFF2-40B4-BE49-F238E27FC236}">
                <a16:creationId xmlns:a16="http://schemas.microsoft.com/office/drawing/2014/main" id="{74C27AD7-7B32-4D01-8FAF-F5F1882D2733}"/>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PROBLEM</a:t>
            </a:r>
          </a:p>
        </p:txBody>
      </p:sp>
      <p:sp>
        <p:nvSpPr>
          <p:cNvPr id="2" name="text">
            <a:extLst xmlns:a="http://schemas.openxmlformats.org/drawingml/2006/main">
              <a:ext uri="{FF2B5EF4-FFF2-40B4-BE49-F238E27FC236}">
                <a16:creationId xmlns:a16="http://schemas.microsoft.com/office/drawing/2014/main" id="{134F0B06-3DE6-4AE7-B399-704AA7A48303}"/>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0F14"/>
                </a:solidFill>
              </a:defRPr>
            </a:pPr>
            <a:r>
              <a:rPr sz="2850" b="1">
                <a:solidFill>
                  <a:srgbClr val="0B0F14"/>
                </a:solidFill>
              </a:rPr>
              <a:t>Cell mechanics is an inverse problem</a:t>
            </a:r>
          </a:p>
        </p:txBody>
      </p:sp>
      <p:cxnSp>
        <p:nvCxnSpPr>
          <p:cNvPr id="22"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26F4C03B-A9F7-456C-907E-8FF8628A1866}"/>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10</a:t>
            </a:r>
          </a:p>
        </p:txBody>
      </p:sp>
      <p:sp>
        <p:nvSpPr>
          <p:cNvPr id="5" name="text">
            <a:extLst xmlns:a="http://schemas.openxmlformats.org/drawingml/2006/main">
              <a:ext uri="{FF2B5EF4-FFF2-40B4-BE49-F238E27FC236}">
                <a16:creationId xmlns:a16="http://schemas.microsoft.com/office/drawing/2014/main" id="{603DB1E7-F022-4027-B9BB-1DAFC5AA5D86}"/>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sp>
        <p:nvSpPr>
          <p:cNvPr id="6" name="text">
            <a:extLst xmlns:a="http://schemas.openxmlformats.org/drawingml/2006/main">
              <a:ext uri="{FF2B5EF4-FFF2-40B4-BE49-F238E27FC236}">
                <a16:creationId xmlns:a16="http://schemas.microsoft.com/office/drawing/2014/main" id="{8911E640-F989-4A82-90C2-D90031547134}"/>
              </a:ext>
            </a:extLst>
          </p:cNvPr>
          <p:cNvSpPr>
            <a:spLocks xmlns:a="http://schemas.openxmlformats.org/drawingml/2006/main" noGrp="1"/>
          </p:cNvSpPr>
          <p:nvPr/>
        </p:nvSpPr>
        <p:spPr>
          <a:xfrm xmlns:a="http://schemas.openxmlformats.org/drawingml/2006/main">
            <a:off x="666750" y="1504950"/>
            <a:ext cx="609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a:solidFill>
                  <a:srgbClr val="102A43"/>
                </a:solidFill>
              </a:defRPr>
            </a:pPr>
            <a:r>
              <a:rPr sz="2400" b="1">
                <a:solidFill>
                  <a:srgbClr val="102A43"/>
                </a:solidFill>
              </a:rPr>
              <a:t>The same measurement can be consistent with many latent mechanisms.</a:t>
            </a:r>
          </a:p>
        </p:txBody>
      </p:sp>
      <p:sp>
        <p:nvSpPr>
          <p:cNvPr id="7" name="">
            <a:extLst xmlns:a="http://schemas.openxmlformats.org/drawingml/2006/main">
              <a:ext uri="{FF2B5EF4-FFF2-40B4-BE49-F238E27FC236}">
                <a16:creationId xmlns:a16="http://schemas.microsoft.com/office/drawing/2014/main" id="{EADD51BE-066B-4065-8BA0-2BC344331CEC}"/>
              </a:ext>
            </a:extLst>
          </p:cNvPr>
          <p:cNvSpPr>
            <a:spLocks xmlns:a="http://schemas.openxmlformats.org/drawingml/2006/main" noGrp="1"/>
          </p:cNvSpPr>
          <p:nvPr/>
        </p:nvSpPr>
        <p:spPr>
          <a:xfrm xmlns:a="http://schemas.openxmlformats.org/drawingml/2006/main">
            <a:off x="1000125" y="2571750"/>
            <a:ext cx="1809750" cy="781050"/>
          </a:xfrm>
          <a:prstGeom xmlns:a="http://schemas.openxmlformats.org/drawingml/2006/main" prst="roundRect">
            <a:avLst>
              <a:gd name="adj" fmla="val 9756"/>
            </a:avLst>
          </a:prstGeom>
          <a:solidFill xmlns:a="http://schemas.openxmlformats.org/drawingml/2006/main">
            <a:srgbClr val="F2ECFA"/>
          </a:solidFill>
          <a:ln xmlns:a="http://schemas.openxmlformats.org/drawingml/2006/main" w="14288">
            <a:solidFill>
              <a:srgbClr val="7454A3"/>
            </a:solidFill>
            <a:prstDash val="solid"/>
          </a:ln>
        </p:spPr>
      </p:sp>
      <p:sp>
        <p:nvSpPr>
          <p:cNvPr id="8" name="text">
            <a:extLst xmlns:a="http://schemas.openxmlformats.org/drawingml/2006/main">
              <a:ext uri="{FF2B5EF4-FFF2-40B4-BE49-F238E27FC236}">
                <a16:creationId xmlns:a16="http://schemas.microsoft.com/office/drawing/2014/main" id="{87937FE2-B5D7-4F60-B8CB-E1D9B7E5AE2B}"/>
              </a:ext>
            </a:extLst>
          </p:cNvPr>
          <p:cNvSpPr>
            <a:spLocks xmlns:a="http://schemas.openxmlformats.org/drawingml/2006/main" noGrp="1"/>
          </p:cNvSpPr>
          <p:nvPr/>
        </p:nvSpPr>
        <p:spPr>
          <a:xfrm xmlns:a="http://schemas.openxmlformats.org/drawingml/2006/main">
            <a:off x="1095375" y="2705100"/>
            <a:ext cx="1619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02A43"/>
                </a:solidFill>
              </a:defRPr>
            </a:pPr>
            <a:r>
              <a:rPr sz="1500" b="1">
                <a:solidFill>
                  <a:srgbClr val="102A43"/>
                </a:solidFill>
              </a:rPr>
              <a:t>latent state</a:t>
            </a:r>
          </a:p>
          <a:p xmlns:a="http://schemas.openxmlformats.org/drawingml/2006/main">
            <a:pPr algn="ctr">
              <a:defRPr sz="1500" b="1">
                <a:solidFill>
                  <a:srgbClr val="102A43"/>
                </a:solidFill>
              </a:defRPr>
            </a:pPr>
            <a:r>
              <a:rPr sz="1500" b="1">
                <a:solidFill>
                  <a:srgbClr val="102A43"/>
                </a:solidFill>
              </a:rPr>
              <a:t>z, θ, M</a:t>
            </a:r>
          </a:p>
        </p:txBody>
      </p:sp>
      <p:cxnSp>
        <p:nvCxnSpPr>
          <p:cNvPr id="28" name=""/>
          <p:cNvCxnSpPr/>
          <p:nvPr/>
        </p:nvCxnSpPr>
        <p:spPr>
          <a:xfrm xmlns:a="http://schemas.openxmlformats.org/drawingml/2006/main">
            <a:off x="2809875" y="2952750"/>
            <a:ext cx="1666875" cy="9525"/>
          </a:xfrm>
          <a:prstGeom xmlns:a="http://schemas.openxmlformats.org/drawingml/2006/main" prst="straightConnector1">
            <a:avLst/>
          </a:prstGeom>
          <a:ln xmlns:a="http://schemas.openxmlformats.org/drawingml/2006/main" w="28575">
            <a:solidFill>
              <a:srgbClr val="B8C7D0"/>
            </a:solidFill>
            <a:prstDash val="solid"/>
          </a:ln>
        </p:spPr>
      </p:cxnSp>
      <p:sp>
        <p:nvSpPr>
          <p:cNvPr id="10" name="">
            <a:extLst xmlns:a="http://schemas.openxmlformats.org/drawingml/2006/main">
              <a:ext uri="{FF2B5EF4-FFF2-40B4-BE49-F238E27FC236}">
                <a16:creationId xmlns:a16="http://schemas.microsoft.com/office/drawing/2014/main" id="{0E20CC28-F0E7-43C9-9495-1A1F5D395320}"/>
              </a:ext>
            </a:extLst>
          </p:cNvPr>
          <p:cNvSpPr>
            <a:spLocks xmlns:a="http://schemas.openxmlformats.org/drawingml/2006/main" noGrp="1"/>
          </p:cNvSpPr>
          <p:nvPr/>
        </p:nvSpPr>
        <p:spPr>
          <a:xfrm xmlns:a="http://schemas.openxmlformats.org/drawingml/2006/main">
            <a:off x="4476750" y="2571750"/>
            <a:ext cx="1952625" cy="781050"/>
          </a:xfrm>
          <a:prstGeom xmlns:a="http://schemas.openxmlformats.org/drawingml/2006/main" prst="roundRect">
            <a:avLst>
              <a:gd name="adj" fmla="val 9756"/>
            </a:avLst>
          </a:prstGeom>
          <a:solidFill xmlns:a="http://schemas.openxmlformats.org/drawingml/2006/main">
            <a:srgbClr val="E8F4F5"/>
          </a:solidFill>
          <a:ln xmlns:a="http://schemas.openxmlformats.org/drawingml/2006/main" w="14288">
            <a:solidFill>
              <a:srgbClr val="16A6B6"/>
            </a:solidFill>
            <a:prstDash val="solid"/>
          </a:ln>
        </p:spPr>
      </p:sp>
      <p:sp>
        <p:nvSpPr>
          <p:cNvPr id="11" name="text">
            <a:extLst xmlns:a="http://schemas.openxmlformats.org/drawingml/2006/main">
              <a:ext uri="{FF2B5EF4-FFF2-40B4-BE49-F238E27FC236}">
                <a16:creationId xmlns:a16="http://schemas.microsoft.com/office/drawing/2014/main" id="{6AD2AE62-D831-4E69-84D4-4F4C78CFB762}"/>
              </a:ext>
            </a:extLst>
          </p:cNvPr>
          <p:cNvSpPr>
            <a:spLocks xmlns:a="http://schemas.openxmlformats.org/drawingml/2006/main" noGrp="1"/>
          </p:cNvSpPr>
          <p:nvPr/>
        </p:nvSpPr>
        <p:spPr>
          <a:xfrm xmlns:a="http://schemas.openxmlformats.org/drawingml/2006/main">
            <a:off x="4572000" y="2705100"/>
            <a:ext cx="1762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02A43"/>
                </a:solidFill>
              </a:defRPr>
            </a:pPr>
            <a:r>
              <a:rPr sz="1500" b="1">
                <a:solidFill>
                  <a:srgbClr val="102A43"/>
                </a:solidFill>
              </a:rPr>
              <a:t>mechanistic</a:t>
            </a:r>
          </a:p>
          <a:p xmlns:a="http://schemas.openxmlformats.org/drawingml/2006/main">
            <a:pPr algn="ctr">
              <a:defRPr sz="1500" b="1">
                <a:solidFill>
                  <a:srgbClr val="102A43"/>
                </a:solidFill>
              </a:defRPr>
            </a:pPr>
            <a:r>
              <a:rPr sz="1500" b="1">
                <a:solidFill>
                  <a:srgbClr val="102A43"/>
                </a:solidFill>
              </a:rPr>
              <a:t>simulator</a:t>
            </a:r>
          </a:p>
        </p:txBody>
      </p:sp>
      <p:cxnSp>
        <p:nvCxnSpPr>
          <p:cNvPr id="31" name=""/>
          <p:cNvCxnSpPr/>
          <p:nvPr/>
        </p:nvCxnSpPr>
        <p:spPr>
          <a:xfrm xmlns:a="http://schemas.openxmlformats.org/drawingml/2006/main">
            <a:off x="6429375" y="2952750"/>
            <a:ext cx="1619250" cy="9525"/>
          </a:xfrm>
          <a:prstGeom xmlns:a="http://schemas.openxmlformats.org/drawingml/2006/main" prst="straightConnector1">
            <a:avLst/>
          </a:prstGeom>
          <a:ln xmlns:a="http://schemas.openxmlformats.org/drawingml/2006/main" w="28575">
            <a:solidFill>
              <a:srgbClr val="B8C7D0"/>
            </a:solidFill>
            <a:prstDash val="solid"/>
          </a:ln>
        </p:spPr>
      </p:cxnSp>
      <p:sp>
        <p:nvSpPr>
          <p:cNvPr id="13" name="">
            <a:extLst xmlns:a="http://schemas.openxmlformats.org/drawingml/2006/main">
              <a:ext uri="{FF2B5EF4-FFF2-40B4-BE49-F238E27FC236}">
                <a16:creationId xmlns:a16="http://schemas.microsoft.com/office/drawing/2014/main" id="{3023F699-23D7-4B48-BE68-D531AFB0F55D}"/>
              </a:ext>
            </a:extLst>
          </p:cNvPr>
          <p:cNvSpPr>
            <a:spLocks xmlns:a="http://schemas.openxmlformats.org/drawingml/2006/main" noGrp="1"/>
          </p:cNvSpPr>
          <p:nvPr/>
        </p:nvSpPr>
        <p:spPr>
          <a:xfrm xmlns:a="http://schemas.openxmlformats.org/drawingml/2006/main">
            <a:off x="8048625" y="2571750"/>
            <a:ext cx="1809750" cy="781050"/>
          </a:xfrm>
          <a:prstGeom xmlns:a="http://schemas.openxmlformats.org/drawingml/2006/main" prst="roundRect">
            <a:avLst>
              <a:gd name="adj" fmla="val 9756"/>
            </a:avLst>
          </a:prstGeom>
          <a:solidFill xmlns:a="http://schemas.openxmlformats.org/drawingml/2006/main">
            <a:srgbClr val="FFF5DF"/>
          </a:solidFill>
          <a:ln xmlns:a="http://schemas.openxmlformats.org/drawingml/2006/main" w="14288">
            <a:solidFill>
              <a:srgbClr val="E9C46A"/>
            </a:solidFill>
            <a:prstDash val="solid"/>
          </a:ln>
        </p:spPr>
      </p:sp>
      <p:sp>
        <p:nvSpPr>
          <p:cNvPr id="14" name="text">
            <a:extLst xmlns:a="http://schemas.openxmlformats.org/drawingml/2006/main">
              <a:ext uri="{FF2B5EF4-FFF2-40B4-BE49-F238E27FC236}">
                <a16:creationId xmlns:a16="http://schemas.microsoft.com/office/drawing/2014/main" id="{65495EC9-7FD7-4C60-BC90-87A6D58142D2}"/>
              </a:ext>
            </a:extLst>
          </p:cNvPr>
          <p:cNvSpPr>
            <a:spLocks xmlns:a="http://schemas.openxmlformats.org/drawingml/2006/main" noGrp="1"/>
          </p:cNvSpPr>
          <p:nvPr/>
        </p:nvSpPr>
        <p:spPr>
          <a:xfrm xmlns:a="http://schemas.openxmlformats.org/drawingml/2006/main">
            <a:off x="8143875" y="2705100"/>
            <a:ext cx="1619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02A43"/>
                </a:solidFill>
              </a:defRPr>
            </a:pPr>
            <a:r>
              <a:rPr sz="1500" b="1">
                <a:solidFill>
                  <a:srgbClr val="102A43"/>
                </a:solidFill>
              </a:rPr>
              <a:t>measurement</a:t>
            </a:r>
          </a:p>
          <a:p xmlns:a="http://schemas.openxmlformats.org/drawingml/2006/main">
            <a:pPr algn="ctr">
              <a:defRPr sz="1500" b="1">
                <a:solidFill>
                  <a:srgbClr val="102A43"/>
                </a:solidFill>
              </a:defRPr>
            </a:pPr>
            <a:r>
              <a:rPr sz="1500" b="1">
                <a:solidFill>
                  <a:srgbClr val="102A43"/>
                </a:solidFill>
              </a:rPr>
              <a:t>operator H</a:t>
            </a:r>
          </a:p>
        </p:txBody>
      </p:sp>
      <p:cxnSp>
        <p:nvCxnSpPr>
          <p:cNvPr id="34" name=""/>
          <p:cNvCxnSpPr/>
          <p:nvPr/>
        </p:nvCxnSpPr>
        <p:spPr>
          <a:xfrm xmlns:a="http://schemas.openxmlformats.org/drawingml/2006/main">
            <a:off x="9858375" y="2952750"/>
            <a:ext cx="1000125" cy="9525"/>
          </a:xfrm>
          <a:prstGeom xmlns:a="http://schemas.openxmlformats.org/drawingml/2006/main" prst="straightConnector1">
            <a:avLst/>
          </a:prstGeom>
          <a:ln xmlns:a="http://schemas.openxmlformats.org/drawingml/2006/main" w="28575">
            <a:solidFill>
              <a:srgbClr val="B8C7D0"/>
            </a:solidFill>
            <a:prstDash val="solid"/>
          </a:ln>
        </p:spPr>
      </p:cxnSp>
      <p:sp>
        <p:nvSpPr>
          <p:cNvPr id="16" name="">
            <a:extLst xmlns:a="http://schemas.openxmlformats.org/drawingml/2006/main">
              <a:ext uri="{FF2B5EF4-FFF2-40B4-BE49-F238E27FC236}">
                <a16:creationId xmlns:a16="http://schemas.microsoft.com/office/drawing/2014/main" id="{65E1F11C-6280-4F18-8A7F-C14503DE79EF}"/>
              </a:ext>
            </a:extLst>
          </p:cNvPr>
          <p:cNvSpPr>
            <a:spLocks xmlns:a="http://schemas.openxmlformats.org/drawingml/2006/main" noGrp="1"/>
          </p:cNvSpPr>
          <p:nvPr/>
        </p:nvSpPr>
        <p:spPr>
          <a:xfrm xmlns:a="http://schemas.openxmlformats.org/drawingml/2006/main">
            <a:off x="10382250" y="2571750"/>
            <a:ext cx="1095375" cy="781050"/>
          </a:xfrm>
          <a:prstGeom xmlns:a="http://schemas.openxmlformats.org/drawingml/2006/main" prst="roundRect">
            <a:avLst>
              <a:gd name="adj" fmla="val 9756"/>
            </a:avLst>
          </a:prstGeom>
          <a:solidFill xmlns:a="http://schemas.openxmlformats.org/drawingml/2006/main">
            <a:srgbClr val="FCE7E1"/>
          </a:solidFill>
          <a:ln xmlns:a="http://schemas.openxmlformats.org/drawingml/2006/main" w="14288">
            <a:solidFill>
              <a:srgbClr val="E76F51"/>
            </a:solidFill>
            <a:prstDash val="solid"/>
          </a:ln>
        </p:spPr>
      </p:sp>
      <p:sp>
        <p:nvSpPr>
          <p:cNvPr id="17" name="text">
            <a:extLst xmlns:a="http://schemas.openxmlformats.org/drawingml/2006/main">
              <a:ext uri="{FF2B5EF4-FFF2-40B4-BE49-F238E27FC236}">
                <a16:creationId xmlns:a16="http://schemas.microsoft.com/office/drawing/2014/main" id="{F47B9EBC-BE80-4ACE-8C10-899B05255871}"/>
              </a:ext>
            </a:extLst>
          </p:cNvPr>
          <p:cNvSpPr>
            <a:spLocks xmlns:a="http://schemas.openxmlformats.org/drawingml/2006/main" noGrp="1"/>
          </p:cNvSpPr>
          <p:nvPr/>
        </p:nvSpPr>
        <p:spPr>
          <a:xfrm xmlns:a="http://schemas.openxmlformats.org/drawingml/2006/main">
            <a:off x="10477500" y="2705100"/>
            <a:ext cx="904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102A43"/>
                </a:solidFill>
              </a:defRPr>
            </a:pPr>
            <a:r>
              <a:rPr sz="1200" b="1">
                <a:solidFill>
                  <a:srgbClr val="102A43"/>
                </a:solidFill>
              </a:rPr>
              <a:t>observed</a:t>
            </a:r>
          </a:p>
          <a:p xmlns:a="http://schemas.openxmlformats.org/drawingml/2006/main">
            <a:pPr algn="ctr">
              <a:defRPr sz="1200" b="1">
                <a:solidFill>
                  <a:srgbClr val="102A43"/>
                </a:solidFill>
              </a:defRPr>
            </a:pPr>
            <a:r>
              <a:rPr sz="1200" b="1">
                <a:solidFill>
                  <a:srgbClr val="102A43"/>
                </a:solidFill>
              </a:rPr>
              <a:t>y</a:t>
            </a:r>
          </a:p>
        </p:txBody>
      </p:sp>
      <p:sp>
        <p:nvSpPr>
          <p:cNvPr id="18" name="">
            <a:extLst xmlns:a="http://schemas.openxmlformats.org/drawingml/2006/main">
              <a:ext uri="{FF2B5EF4-FFF2-40B4-BE49-F238E27FC236}">
                <a16:creationId xmlns:a16="http://schemas.microsoft.com/office/drawing/2014/main" id="{8E53B7E6-94B0-41CA-A801-28F1702918EB}"/>
              </a:ext>
            </a:extLst>
          </p:cNvPr>
          <p:cNvSpPr>
            <a:spLocks xmlns:a="http://schemas.openxmlformats.org/drawingml/2006/main" noGrp="1"/>
          </p:cNvSpPr>
          <p:nvPr/>
        </p:nvSpPr>
        <p:spPr>
          <a:xfrm xmlns:a="http://schemas.openxmlformats.org/drawingml/2006/main">
            <a:off x="819150" y="4619625"/>
            <a:ext cx="10572750" cy="714375"/>
          </a:xfrm>
          <a:prstGeom xmlns:a="http://schemas.openxmlformats.org/drawingml/2006/main" prst="roundRect">
            <a:avLst>
              <a:gd name="adj" fmla="val 10667"/>
            </a:avLst>
          </a:prstGeom>
          <a:solidFill xmlns:a="http://schemas.openxmlformats.org/drawingml/2006/main">
            <a:srgbClr val="E8F4F5"/>
          </a:solidFill>
          <a:ln xmlns:a="http://schemas.openxmlformats.org/drawingml/2006/main" w="0">
            <a:noFill/>
            <a:prstDash val="solid"/>
          </a:ln>
        </p:spPr>
      </p:sp>
      <p:sp>
        <p:nvSpPr>
          <p:cNvPr id="19" name="text">
            <a:extLst xmlns:a="http://schemas.openxmlformats.org/drawingml/2006/main">
              <a:ext uri="{FF2B5EF4-FFF2-40B4-BE49-F238E27FC236}">
                <a16:creationId xmlns:a16="http://schemas.microsoft.com/office/drawing/2014/main" id="{427BBCEA-0C2A-4CD2-AF7D-481E6D8DE73D}"/>
              </a:ext>
            </a:extLst>
          </p:cNvPr>
          <p:cNvSpPr>
            <a:spLocks xmlns:a="http://schemas.openxmlformats.org/drawingml/2006/main" noGrp="1"/>
          </p:cNvSpPr>
          <p:nvPr/>
        </p:nvSpPr>
        <p:spPr>
          <a:xfrm xmlns:a="http://schemas.openxmlformats.org/drawingml/2006/main">
            <a:off x="1028700" y="4800600"/>
            <a:ext cx="10153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102A43"/>
                </a:solidFill>
              </a:defRPr>
            </a:pPr>
            <a:r>
              <a:rPr sz="1875" b="1">
                <a:solidFill>
                  <a:srgbClr val="102A43"/>
                </a:solidFill>
              </a:rPr>
              <a:t>p(z, θ, M | y) ∝ p(y | z, θ, M) · p(z, θ | M) · p(M)</a:t>
            </a:r>
          </a:p>
        </p:txBody>
      </p:sp>
    </p:spTree>
    <p:extLst>
      <p:ext uri="{BB962C8B-B14F-4D97-AF65-F5344CB8AC3E}">
        <p14:creationId xmlns:p14="http://schemas.microsoft.com/office/powerpoint/2010/main" val="48727182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text">
            <a:extLst xmlns:a="http://schemas.openxmlformats.org/drawingml/2006/main">
              <a:ext uri="{FF2B5EF4-FFF2-40B4-BE49-F238E27FC236}">
                <a16:creationId xmlns:a16="http://schemas.microsoft.com/office/drawing/2014/main" id="{97F2BDAB-BF3D-4C57-B5A0-32C1514436EF}"/>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EVIDENCE</a:t>
            </a:r>
          </a:p>
        </p:txBody>
      </p:sp>
      <p:sp>
        <p:nvSpPr>
          <p:cNvPr id="2" name="text">
            <a:extLst xmlns:a="http://schemas.openxmlformats.org/drawingml/2006/main">
              <a:ext uri="{FF2B5EF4-FFF2-40B4-BE49-F238E27FC236}">
                <a16:creationId xmlns:a16="http://schemas.microsoft.com/office/drawing/2014/main" id="{C1698986-A17C-4FF2-B279-E474D6A69F53}"/>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0F14"/>
                </a:solidFill>
              </a:defRPr>
            </a:pPr>
            <a:r>
              <a:rPr sz="2850" b="1">
                <a:solidFill>
                  <a:srgbClr val="0B0F14"/>
                </a:solidFill>
              </a:rPr>
              <a:t>Evidence states prevent a green test from becoming a physical claim</a:t>
            </a:r>
          </a:p>
        </p:txBody>
      </p:sp>
      <p:cxnSp>
        <p:nvCxnSpPr>
          <p:cNvPr id="33"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F712356B-0DB6-4C10-A825-4E52CAE13F98}"/>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11</a:t>
            </a:r>
          </a:p>
        </p:txBody>
      </p:sp>
      <p:sp>
        <p:nvSpPr>
          <p:cNvPr id="5" name="text">
            <a:extLst xmlns:a="http://schemas.openxmlformats.org/drawingml/2006/main">
              <a:ext uri="{FF2B5EF4-FFF2-40B4-BE49-F238E27FC236}">
                <a16:creationId xmlns:a16="http://schemas.microsoft.com/office/drawing/2014/main" id="{DDC7F0A8-F090-4EA8-B80D-C0D7A3798247}"/>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sp>
        <p:nvSpPr>
          <p:cNvPr id="6" name="">
            <a:extLst xmlns:a="http://schemas.openxmlformats.org/drawingml/2006/main">
              <a:ext uri="{FF2B5EF4-FFF2-40B4-BE49-F238E27FC236}">
                <a16:creationId xmlns:a16="http://schemas.microsoft.com/office/drawing/2014/main" id="{0B2EAA1E-CD62-4F19-A6F8-89F47527CA0D}"/>
              </a:ext>
            </a:extLst>
          </p:cNvPr>
          <p:cNvSpPr>
            <a:spLocks xmlns:a="http://schemas.openxmlformats.org/drawingml/2006/main" noGrp="1"/>
          </p:cNvSpPr>
          <p:nvPr/>
        </p:nvSpPr>
        <p:spPr>
          <a:xfrm xmlns:a="http://schemas.openxmlformats.org/drawingml/2006/main">
            <a:off x="523875" y="2524125"/>
            <a:ext cx="1238250" cy="904875"/>
          </a:xfrm>
          <a:prstGeom xmlns:a="http://schemas.openxmlformats.org/drawingml/2006/main" prst="roundRect">
            <a:avLst>
              <a:gd name="adj" fmla="val 8421"/>
            </a:avLst>
          </a:prstGeom>
          <a:solidFill xmlns:a="http://schemas.openxmlformats.org/drawingml/2006/main">
            <a:srgbClr val="E8F4F5"/>
          </a:solidFill>
          <a:ln xmlns:a="http://schemas.openxmlformats.org/drawingml/2006/main" w="9525">
            <a:solidFill>
              <a:srgbClr val="16A6B6"/>
            </a:solidFill>
            <a:prstDash val="solid"/>
          </a:ln>
        </p:spPr>
      </p:sp>
      <p:sp>
        <p:nvSpPr>
          <p:cNvPr id="7" name="text">
            <a:extLst xmlns:a="http://schemas.openxmlformats.org/drawingml/2006/main">
              <a:ext uri="{FF2B5EF4-FFF2-40B4-BE49-F238E27FC236}">
                <a16:creationId xmlns:a16="http://schemas.microsoft.com/office/drawing/2014/main" id="{6BAB483D-70B2-4580-80B1-A7F5B39A095D}"/>
              </a:ext>
            </a:extLst>
          </p:cNvPr>
          <p:cNvSpPr>
            <a:spLocks xmlns:a="http://schemas.openxmlformats.org/drawingml/2006/main" noGrp="1"/>
          </p:cNvSpPr>
          <p:nvPr/>
        </p:nvSpPr>
        <p:spPr>
          <a:xfrm xmlns:a="http://schemas.openxmlformats.org/drawingml/2006/main">
            <a:off x="609600" y="2819400"/>
            <a:ext cx="1066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102A43"/>
                </a:solidFill>
              </a:defRPr>
            </a:pPr>
            <a:r>
              <a:rPr sz="1125" b="1">
                <a:solidFill>
                  <a:srgbClr val="102A43"/>
                </a:solidFill>
              </a:rPr>
              <a:t>CONTRACTED</a:t>
            </a:r>
          </a:p>
        </p:txBody>
      </p:sp>
      <p:cxnSp>
        <p:nvCxnSpPr>
          <p:cNvPr id="38" name=""/>
          <p:cNvCxnSpPr/>
          <p:nvPr/>
        </p:nvCxnSpPr>
        <p:spPr>
          <a:xfrm xmlns:a="http://schemas.openxmlformats.org/drawingml/2006/main">
            <a:off x="1762125" y="2971800"/>
            <a:ext cx="152400" cy="9525"/>
          </a:xfrm>
          <a:prstGeom xmlns:a="http://schemas.openxmlformats.org/drawingml/2006/main" prst="straightConnector1">
            <a:avLst/>
          </a:prstGeom>
          <a:ln xmlns:a="http://schemas.openxmlformats.org/drawingml/2006/main" w="19050">
            <a:solidFill>
              <a:srgbClr val="B8C7D0"/>
            </a:solidFill>
            <a:prstDash val="solid"/>
          </a:ln>
        </p:spPr>
      </p:cxnSp>
      <p:sp>
        <p:nvSpPr>
          <p:cNvPr id="9" name="">
            <a:extLst xmlns:a="http://schemas.openxmlformats.org/drawingml/2006/main">
              <a:ext uri="{FF2B5EF4-FFF2-40B4-BE49-F238E27FC236}">
                <a16:creationId xmlns:a16="http://schemas.microsoft.com/office/drawing/2014/main" id="{26FB376F-EA66-44DF-9537-4F0EA952A477}"/>
              </a:ext>
            </a:extLst>
          </p:cNvPr>
          <p:cNvSpPr>
            <a:spLocks xmlns:a="http://schemas.openxmlformats.org/drawingml/2006/main" noGrp="1"/>
          </p:cNvSpPr>
          <p:nvPr/>
        </p:nvSpPr>
        <p:spPr>
          <a:xfrm xmlns:a="http://schemas.openxmlformats.org/drawingml/2006/main">
            <a:off x="1924050" y="2524125"/>
            <a:ext cx="1238250" cy="904875"/>
          </a:xfrm>
          <a:prstGeom xmlns:a="http://schemas.openxmlformats.org/drawingml/2006/main" prst="roundRect">
            <a:avLst>
              <a:gd name="adj" fmla="val 8421"/>
            </a:avLst>
          </a:prstGeom>
          <a:solidFill xmlns:a="http://schemas.openxmlformats.org/drawingml/2006/main">
            <a:srgbClr val="E8F4F5"/>
          </a:solidFill>
          <a:ln xmlns:a="http://schemas.openxmlformats.org/drawingml/2006/main" w="9525">
            <a:solidFill>
              <a:srgbClr val="16A6B6"/>
            </a:solidFill>
            <a:prstDash val="solid"/>
          </a:ln>
        </p:spPr>
      </p:sp>
      <p:sp>
        <p:nvSpPr>
          <p:cNvPr id="10" name="text">
            <a:extLst xmlns:a="http://schemas.openxmlformats.org/drawingml/2006/main">
              <a:ext uri="{FF2B5EF4-FFF2-40B4-BE49-F238E27FC236}">
                <a16:creationId xmlns:a16="http://schemas.microsoft.com/office/drawing/2014/main" id="{77B34A18-B9BC-42F2-91D7-5C5128F03EA7}"/>
              </a:ext>
            </a:extLst>
          </p:cNvPr>
          <p:cNvSpPr>
            <a:spLocks xmlns:a="http://schemas.openxmlformats.org/drawingml/2006/main" noGrp="1"/>
          </p:cNvSpPr>
          <p:nvPr/>
        </p:nvSpPr>
        <p:spPr>
          <a:xfrm xmlns:a="http://schemas.openxmlformats.org/drawingml/2006/main">
            <a:off x="2009775" y="2819400"/>
            <a:ext cx="1066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102A43"/>
                </a:solidFill>
              </a:defRPr>
            </a:pPr>
            <a:r>
              <a:rPr sz="1125" b="1">
                <a:solidFill>
                  <a:srgbClr val="102A43"/>
                </a:solidFill>
              </a:rPr>
              <a:t>SEAMED</a:t>
            </a:r>
          </a:p>
        </p:txBody>
      </p:sp>
      <p:cxnSp>
        <p:nvCxnSpPr>
          <p:cNvPr id="41" name=""/>
          <p:cNvCxnSpPr/>
          <p:nvPr/>
        </p:nvCxnSpPr>
        <p:spPr>
          <a:xfrm xmlns:a="http://schemas.openxmlformats.org/drawingml/2006/main">
            <a:off x="3162300" y="2971800"/>
            <a:ext cx="152400" cy="9525"/>
          </a:xfrm>
          <a:prstGeom xmlns:a="http://schemas.openxmlformats.org/drawingml/2006/main" prst="straightConnector1">
            <a:avLst/>
          </a:prstGeom>
          <a:ln xmlns:a="http://schemas.openxmlformats.org/drawingml/2006/main" w="19050">
            <a:solidFill>
              <a:srgbClr val="B8C7D0"/>
            </a:solidFill>
            <a:prstDash val="solid"/>
          </a:ln>
        </p:spPr>
      </p:cxnSp>
      <p:sp>
        <p:nvSpPr>
          <p:cNvPr id="12" name="">
            <a:extLst xmlns:a="http://schemas.openxmlformats.org/drawingml/2006/main">
              <a:ext uri="{FF2B5EF4-FFF2-40B4-BE49-F238E27FC236}">
                <a16:creationId xmlns:a16="http://schemas.microsoft.com/office/drawing/2014/main" id="{56EE45EB-182F-43AB-882E-237B70B128D5}"/>
              </a:ext>
            </a:extLst>
          </p:cNvPr>
          <p:cNvSpPr>
            <a:spLocks xmlns:a="http://schemas.openxmlformats.org/drawingml/2006/main" noGrp="1"/>
          </p:cNvSpPr>
          <p:nvPr/>
        </p:nvSpPr>
        <p:spPr>
          <a:xfrm xmlns:a="http://schemas.openxmlformats.org/drawingml/2006/main">
            <a:off x="3324225" y="2524125"/>
            <a:ext cx="1238250" cy="904875"/>
          </a:xfrm>
          <a:prstGeom xmlns:a="http://schemas.openxmlformats.org/drawingml/2006/main" prst="roundRect">
            <a:avLst>
              <a:gd name="adj" fmla="val 8421"/>
            </a:avLst>
          </a:prstGeom>
          <a:solidFill xmlns:a="http://schemas.openxmlformats.org/drawingml/2006/main">
            <a:srgbClr val="E8F4F5"/>
          </a:solidFill>
          <a:ln xmlns:a="http://schemas.openxmlformats.org/drawingml/2006/main" w="9525">
            <a:solidFill>
              <a:srgbClr val="16A6B6"/>
            </a:solidFill>
            <a:prstDash val="solid"/>
          </a:ln>
        </p:spPr>
      </p:sp>
      <p:sp>
        <p:nvSpPr>
          <p:cNvPr id="13" name="text">
            <a:extLst xmlns:a="http://schemas.openxmlformats.org/drawingml/2006/main">
              <a:ext uri="{FF2B5EF4-FFF2-40B4-BE49-F238E27FC236}">
                <a16:creationId xmlns:a16="http://schemas.microsoft.com/office/drawing/2014/main" id="{BA222B43-370D-4E26-A241-0542456F7D36}"/>
              </a:ext>
            </a:extLst>
          </p:cNvPr>
          <p:cNvSpPr>
            <a:spLocks xmlns:a="http://schemas.openxmlformats.org/drawingml/2006/main" noGrp="1"/>
          </p:cNvSpPr>
          <p:nvPr/>
        </p:nvSpPr>
        <p:spPr>
          <a:xfrm xmlns:a="http://schemas.openxmlformats.org/drawingml/2006/main">
            <a:off x="3409950" y="2819400"/>
            <a:ext cx="1066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102A43"/>
                </a:solidFill>
              </a:defRPr>
            </a:pPr>
            <a:r>
              <a:rPr sz="1125" b="1">
                <a:solidFill>
                  <a:srgbClr val="102A43"/>
                </a:solidFill>
              </a:rPr>
              <a:t>KERNEL</a:t>
            </a:r>
          </a:p>
          <a:p xmlns:a="http://schemas.openxmlformats.org/drawingml/2006/main">
            <a:pPr algn="ctr">
              <a:defRPr sz="1125" b="1">
                <a:solidFill>
                  <a:srgbClr val="102A43"/>
                </a:solidFill>
              </a:defRPr>
            </a:pPr>
            <a:r>
              <a:rPr sz="1125" b="1">
                <a:solidFill>
                  <a:srgbClr val="102A43"/>
                </a:solidFill>
              </a:rPr>
              <a:t>BOUND</a:t>
            </a:r>
          </a:p>
        </p:txBody>
      </p:sp>
      <p:cxnSp>
        <p:nvCxnSpPr>
          <p:cNvPr id="44" name=""/>
          <p:cNvCxnSpPr/>
          <p:nvPr/>
        </p:nvCxnSpPr>
        <p:spPr>
          <a:xfrm xmlns:a="http://schemas.openxmlformats.org/drawingml/2006/main">
            <a:off x="4562475" y="2971800"/>
            <a:ext cx="152400" cy="9525"/>
          </a:xfrm>
          <a:prstGeom xmlns:a="http://schemas.openxmlformats.org/drawingml/2006/main" prst="straightConnector1">
            <a:avLst/>
          </a:prstGeom>
          <a:ln xmlns:a="http://schemas.openxmlformats.org/drawingml/2006/main" w="19050">
            <a:solidFill>
              <a:srgbClr val="B8C7D0"/>
            </a:solidFill>
            <a:prstDash val="solid"/>
          </a:ln>
        </p:spPr>
      </p:cxnSp>
      <p:sp>
        <p:nvSpPr>
          <p:cNvPr id="15" name="">
            <a:extLst xmlns:a="http://schemas.openxmlformats.org/drawingml/2006/main">
              <a:ext uri="{FF2B5EF4-FFF2-40B4-BE49-F238E27FC236}">
                <a16:creationId xmlns:a16="http://schemas.microsoft.com/office/drawing/2014/main" id="{85BEC1F5-1D2A-4407-BFA6-6D2A8C145EF0}"/>
              </a:ext>
            </a:extLst>
          </p:cNvPr>
          <p:cNvSpPr>
            <a:spLocks xmlns:a="http://schemas.openxmlformats.org/drawingml/2006/main" noGrp="1"/>
          </p:cNvSpPr>
          <p:nvPr/>
        </p:nvSpPr>
        <p:spPr>
          <a:xfrm xmlns:a="http://schemas.openxmlformats.org/drawingml/2006/main">
            <a:off x="4724400" y="2524125"/>
            <a:ext cx="1238250" cy="904875"/>
          </a:xfrm>
          <a:prstGeom xmlns:a="http://schemas.openxmlformats.org/drawingml/2006/main" prst="roundRect">
            <a:avLst>
              <a:gd name="adj" fmla="val 8421"/>
            </a:avLst>
          </a:prstGeom>
          <a:solidFill xmlns:a="http://schemas.openxmlformats.org/drawingml/2006/main">
            <a:srgbClr val="E8F4F5"/>
          </a:solidFill>
          <a:ln xmlns:a="http://schemas.openxmlformats.org/drawingml/2006/main" w="9525">
            <a:solidFill>
              <a:srgbClr val="16A6B6"/>
            </a:solidFill>
            <a:prstDash val="solid"/>
          </a:ln>
        </p:spPr>
      </p:sp>
      <p:sp>
        <p:nvSpPr>
          <p:cNvPr id="16" name="text">
            <a:extLst xmlns:a="http://schemas.openxmlformats.org/drawingml/2006/main">
              <a:ext uri="{FF2B5EF4-FFF2-40B4-BE49-F238E27FC236}">
                <a16:creationId xmlns:a16="http://schemas.microsoft.com/office/drawing/2014/main" id="{D4F30B46-B66D-4B4B-88D8-AF4DE9E18FC1}"/>
              </a:ext>
            </a:extLst>
          </p:cNvPr>
          <p:cNvSpPr>
            <a:spLocks xmlns:a="http://schemas.openxmlformats.org/drawingml/2006/main" noGrp="1"/>
          </p:cNvSpPr>
          <p:nvPr/>
        </p:nvSpPr>
        <p:spPr>
          <a:xfrm xmlns:a="http://schemas.openxmlformats.org/drawingml/2006/main">
            <a:off x="4810125" y="2819400"/>
            <a:ext cx="1066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102A43"/>
                </a:solidFill>
              </a:defRPr>
            </a:pPr>
            <a:r>
              <a:rPr sz="1125" b="1">
                <a:solidFill>
                  <a:srgbClr val="102A43"/>
                </a:solidFill>
              </a:rPr>
              <a:t>CUDA</a:t>
            </a:r>
          </a:p>
          <a:p xmlns:a="http://schemas.openxmlformats.org/drawingml/2006/main">
            <a:pPr algn="ctr">
              <a:defRPr sz="1125" b="1">
                <a:solidFill>
                  <a:srgbClr val="102A43"/>
                </a:solidFill>
              </a:defRPr>
            </a:pPr>
            <a:r>
              <a:rPr sz="1125" b="1">
                <a:solidFill>
                  <a:srgbClr val="102A43"/>
                </a:solidFill>
              </a:rPr>
              <a:t>UNIT</a:t>
            </a:r>
          </a:p>
        </p:txBody>
      </p:sp>
      <p:cxnSp>
        <p:nvCxnSpPr>
          <p:cNvPr id="47" name=""/>
          <p:cNvCxnSpPr/>
          <p:nvPr/>
        </p:nvCxnSpPr>
        <p:spPr>
          <a:xfrm xmlns:a="http://schemas.openxmlformats.org/drawingml/2006/main">
            <a:off x="5962650" y="2971800"/>
            <a:ext cx="152400" cy="9525"/>
          </a:xfrm>
          <a:prstGeom xmlns:a="http://schemas.openxmlformats.org/drawingml/2006/main" prst="straightConnector1">
            <a:avLst/>
          </a:prstGeom>
          <a:ln xmlns:a="http://schemas.openxmlformats.org/drawingml/2006/main" w="19050">
            <a:solidFill>
              <a:srgbClr val="B8C7D0"/>
            </a:solidFill>
            <a:prstDash val="solid"/>
          </a:ln>
        </p:spPr>
      </p:cxnSp>
      <p:sp>
        <p:nvSpPr>
          <p:cNvPr id="18" name="">
            <a:extLst xmlns:a="http://schemas.openxmlformats.org/drawingml/2006/main">
              <a:ext uri="{FF2B5EF4-FFF2-40B4-BE49-F238E27FC236}">
                <a16:creationId xmlns:a16="http://schemas.microsoft.com/office/drawing/2014/main" id="{DDE0EB78-E580-4A64-AE6C-2922CED9CF57}"/>
              </a:ext>
            </a:extLst>
          </p:cNvPr>
          <p:cNvSpPr>
            <a:spLocks xmlns:a="http://schemas.openxmlformats.org/drawingml/2006/main" noGrp="1"/>
          </p:cNvSpPr>
          <p:nvPr/>
        </p:nvSpPr>
        <p:spPr>
          <a:xfrm xmlns:a="http://schemas.openxmlformats.org/drawingml/2006/main">
            <a:off x="6124575" y="2524125"/>
            <a:ext cx="1238250" cy="904875"/>
          </a:xfrm>
          <a:prstGeom xmlns:a="http://schemas.openxmlformats.org/drawingml/2006/main" prst="roundRect">
            <a:avLst>
              <a:gd name="adj" fmla="val 8421"/>
            </a:avLst>
          </a:prstGeom>
          <a:solidFill xmlns:a="http://schemas.openxmlformats.org/drawingml/2006/main">
            <a:srgbClr val="FFF5DF"/>
          </a:solidFill>
          <a:ln xmlns:a="http://schemas.openxmlformats.org/drawingml/2006/main" w="9525">
            <a:solidFill>
              <a:srgbClr val="E9C46A"/>
            </a:solidFill>
            <a:prstDash val="solid"/>
          </a:ln>
        </p:spPr>
      </p:sp>
      <p:sp>
        <p:nvSpPr>
          <p:cNvPr id="19" name="text">
            <a:extLst xmlns:a="http://schemas.openxmlformats.org/drawingml/2006/main">
              <a:ext uri="{FF2B5EF4-FFF2-40B4-BE49-F238E27FC236}">
                <a16:creationId xmlns:a16="http://schemas.microsoft.com/office/drawing/2014/main" id="{4009EEE3-3E67-472A-A6E0-FB6D9B0712CA}"/>
              </a:ext>
            </a:extLst>
          </p:cNvPr>
          <p:cNvSpPr>
            <a:spLocks xmlns:a="http://schemas.openxmlformats.org/drawingml/2006/main" noGrp="1"/>
          </p:cNvSpPr>
          <p:nvPr/>
        </p:nvSpPr>
        <p:spPr>
          <a:xfrm xmlns:a="http://schemas.openxmlformats.org/drawingml/2006/main">
            <a:off x="6210300" y="2819400"/>
            <a:ext cx="1066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102A43"/>
                </a:solidFill>
              </a:defRPr>
            </a:pPr>
            <a:r>
              <a:rPr sz="1125" b="1">
                <a:solidFill>
                  <a:srgbClr val="102A43"/>
                </a:solidFill>
              </a:rPr>
              <a:t>CONNECTED</a:t>
            </a:r>
          </a:p>
        </p:txBody>
      </p:sp>
      <p:cxnSp>
        <p:nvCxnSpPr>
          <p:cNvPr id="50" name=""/>
          <p:cNvCxnSpPr/>
          <p:nvPr/>
        </p:nvCxnSpPr>
        <p:spPr>
          <a:xfrm xmlns:a="http://schemas.openxmlformats.org/drawingml/2006/main">
            <a:off x="7362825" y="2971800"/>
            <a:ext cx="152400" cy="9525"/>
          </a:xfrm>
          <a:prstGeom xmlns:a="http://schemas.openxmlformats.org/drawingml/2006/main" prst="straightConnector1">
            <a:avLst/>
          </a:prstGeom>
          <a:ln xmlns:a="http://schemas.openxmlformats.org/drawingml/2006/main" w="19050">
            <a:solidFill>
              <a:srgbClr val="B8C7D0"/>
            </a:solidFill>
            <a:prstDash val="solid"/>
          </a:ln>
        </p:spPr>
      </p:cxnSp>
      <p:sp>
        <p:nvSpPr>
          <p:cNvPr id="21" name="">
            <a:extLst xmlns:a="http://schemas.openxmlformats.org/drawingml/2006/main">
              <a:ext uri="{FF2B5EF4-FFF2-40B4-BE49-F238E27FC236}">
                <a16:creationId xmlns:a16="http://schemas.microsoft.com/office/drawing/2014/main" id="{F65E9631-25BB-46AA-ADB5-C84A39D5F658}"/>
              </a:ext>
            </a:extLst>
          </p:cNvPr>
          <p:cNvSpPr>
            <a:spLocks xmlns:a="http://schemas.openxmlformats.org/drawingml/2006/main" noGrp="1"/>
          </p:cNvSpPr>
          <p:nvPr/>
        </p:nvSpPr>
        <p:spPr>
          <a:xfrm xmlns:a="http://schemas.openxmlformats.org/drawingml/2006/main">
            <a:off x="7524750" y="2524125"/>
            <a:ext cx="1238250" cy="904875"/>
          </a:xfrm>
          <a:prstGeom xmlns:a="http://schemas.openxmlformats.org/drawingml/2006/main" prst="roundRect">
            <a:avLst>
              <a:gd name="adj" fmla="val 8421"/>
            </a:avLst>
          </a:prstGeom>
          <a:solidFill xmlns:a="http://schemas.openxmlformats.org/drawingml/2006/main">
            <a:srgbClr val="FFF5DF"/>
          </a:solidFill>
          <a:ln xmlns:a="http://schemas.openxmlformats.org/drawingml/2006/main" w="9525">
            <a:solidFill>
              <a:srgbClr val="E9C46A"/>
            </a:solidFill>
            <a:prstDash val="solid"/>
          </a:ln>
        </p:spPr>
      </p:sp>
      <p:sp>
        <p:nvSpPr>
          <p:cNvPr id="22" name="text">
            <a:extLst xmlns:a="http://schemas.openxmlformats.org/drawingml/2006/main">
              <a:ext uri="{FF2B5EF4-FFF2-40B4-BE49-F238E27FC236}">
                <a16:creationId xmlns:a16="http://schemas.microsoft.com/office/drawing/2014/main" id="{9C28A23A-C550-41EE-8BF3-1EF6355C936A}"/>
              </a:ext>
            </a:extLst>
          </p:cNvPr>
          <p:cNvSpPr>
            <a:spLocks xmlns:a="http://schemas.openxmlformats.org/drawingml/2006/main" noGrp="1"/>
          </p:cNvSpPr>
          <p:nvPr/>
        </p:nvSpPr>
        <p:spPr>
          <a:xfrm xmlns:a="http://schemas.openxmlformats.org/drawingml/2006/main">
            <a:off x="7610475" y="2819400"/>
            <a:ext cx="1066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102A43"/>
                </a:solidFill>
              </a:defRPr>
            </a:pPr>
            <a:r>
              <a:rPr sz="1125" b="1">
                <a:solidFill>
                  <a:srgbClr val="102A43"/>
                </a:solidFill>
              </a:rPr>
              <a:t>NATIVE</a:t>
            </a:r>
          </a:p>
        </p:txBody>
      </p:sp>
      <p:cxnSp>
        <p:nvCxnSpPr>
          <p:cNvPr id="53" name=""/>
          <p:cNvCxnSpPr/>
          <p:nvPr/>
        </p:nvCxnSpPr>
        <p:spPr>
          <a:xfrm xmlns:a="http://schemas.openxmlformats.org/drawingml/2006/main">
            <a:off x="8763000" y="2971800"/>
            <a:ext cx="152400" cy="9525"/>
          </a:xfrm>
          <a:prstGeom xmlns:a="http://schemas.openxmlformats.org/drawingml/2006/main" prst="straightConnector1">
            <a:avLst/>
          </a:prstGeom>
          <a:ln xmlns:a="http://schemas.openxmlformats.org/drawingml/2006/main" w="19050">
            <a:solidFill>
              <a:srgbClr val="B8C7D0"/>
            </a:solidFill>
            <a:prstDash val="solid"/>
          </a:ln>
        </p:spPr>
      </p:cxnSp>
      <p:sp>
        <p:nvSpPr>
          <p:cNvPr id="24" name="">
            <a:extLst xmlns:a="http://schemas.openxmlformats.org/drawingml/2006/main">
              <a:ext uri="{FF2B5EF4-FFF2-40B4-BE49-F238E27FC236}">
                <a16:creationId xmlns:a16="http://schemas.microsoft.com/office/drawing/2014/main" id="{1A177948-B0DF-439C-A6E6-8FDAAD6DAAC4}"/>
              </a:ext>
            </a:extLst>
          </p:cNvPr>
          <p:cNvSpPr>
            <a:spLocks xmlns:a="http://schemas.openxmlformats.org/drawingml/2006/main" noGrp="1"/>
          </p:cNvSpPr>
          <p:nvPr/>
        </p:nvSpPr>
        <p:spPr>
          <a:xfrm xmlns:a="http://schemas.openxmlformats.org/drawingml/2006/main">
            <a:off x="8924925" y="2524125"/>
            <a:ext cx="1238250" cy="904875"/>
          </a:xfrm>
          <a:prstGeom xmlns:a="http://schemas.openxmlformats.org/drawingml/2006/main" prst="roundRect">
            <a:avLst>
              <a:gd name="adj" fmla="val 8421"/>
            </a:avLst>
          </a:prstGeom>
          <a:solidFill xmlns:a="http://schemas.openxmlformats.org/drawingml/2006/main">
            <a:srgbClr val="F2ECFA"/>
          </a:solidFill>
          <a:ln xmlns:a="http://schemas.openxmlformats.org/drawingml/2006/main" w="9525">
            <a:solidFill>
              <a:srgbClr val="7454A3"/>
            </a:solidFill>
            <a:prstDash val="solid"/>
          </a:ln>
        </p:spPr>
      </p:sp>
      <p:sp>
        <p:nvSpPr>
          <p:cNvPr id="25" name="text">
            <a:extLst xmlns:a="http://schemas.openxmlformats.org/drawingml/2006/main">
              <a:ext uri="{FF2B5EF4-FFF2-40B4-BE49-F238E27FC236}">
                <a16:creationId xmlns:a16="http://schemas.microsoft.com/office/drawing/2014/main" id="{FC1A0BCD-FB55-4F40-9562-38A4FFEB29DC}"/>
              </a:ext>
            </a:extLst>
          </p:cNvPr>
          <p:cNvSpPr>
            <a:spLocks xmlns:a="http://schemas.openxmlformats.org/drawingml/2006/main" noGrp="1"/>
          </p:cNvSpPr>
          <p:nvPr/>
        </p:nvSpPr>
        <p:spPr>
          <a:xfrm xmlns:a="http://schemas.openxmlformats.org/drawingml/2006/main">
            <a:off x="9010650" y="2819400"/>
            <a:ext cx="1066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102A43"/>
                </a:solidFill>
              </a:defRPr>
            </a:pPr>
            <a:r>
              <a:rPr sz="1125" b="1">
                <a:solidFill>
                  <a:srgbClr val="102A43"/>
                </a:solidFill>
              </a:rPr>
              <a:t>OPTIMISED</a:t>
            </a:r>
          </a:p>
        </p:txBody>
      </p:sp>
      <p:cxnSp>
        <p:nvCxnSpPr>
          <p:cNvPr id="56" name=""/>
          <p:cNvCxnSpPr/>
          <p:nvPr/>
        </p:nvCxnSpPr>
        <p:spPr>
          <a:xfrm xmlns:a="http://schemas.openxmlformats.org/drawingml/2006/main">
            <a:off x="10163175" y="2971800"/>
            <a:ext cx="152400" cy="9525"/>
          </a:xfrm>
          <a:prstGeom xmlns:a="http://schemas.openxmlformats.org/drawingml/2006/main" prst="straightConnector1">
            <a:avLst/>
          </a:prstGeom>
          <a:ln xmlns:a="http://schemas.openxmlformats.org/drawingml/2006/main" w="19050">
            <a:solidFill>
              <a:srgbClr val="B8C7D0"/>
            </a:solidFill>
            <a:prstDash val="solid"/>
          </a:ln>
        </p:spPr>
      </p:cxnSp>
      <p:sp>
        <p:nvSpPr>
          <p:cNvPr id="27" name="">
            <a:extLst xmlns:a="http://schemas.openxmlformats.org/drawingml/2006/main">
              <a:ext uri="{FF2B5EF4-FFF2-40B4-BE49-F238E27FC236}">
                <a16:creationId xmlns:a16="http://schemas.microsoft.com/office/drawing/2014/main" id="{E83C465F-B325-4FE1-A81A-799E6D267EFF}"/>
              </a:ext>
            </a:extLst>
          </p:cNvPr>
          <p:cNvSpPr>
            <a:spLocks xmlns:a="http://schemas.openxmlformats.org/drawingml/2006/main" noGrp="1"/>
          </p:cNvSpPr>
          <p:nvPr/>
        </p:nvSpPr>
        <p:spPr>
          <a:xfrm xmlns:a="http://schemas.openxmlformats.org/drawingml/2006/main">
            <a:off x="10325100" y="2524125"/>
            <a:ext cx="1238250" cy="904875"/>
          </a:xfrm>
          <a:prstGeom xmlns:a="http://schemas.openxmlformats.org/drawingml/2006/main" prst="roundRect">
            <a:avLst>
              <a:gd name="adj" fmla="val 8421"/>
            </a:avLst>
          </a:prstGeom>
          <a:solidFill xmlns:a="http://schemas.openxmlformats.org/drawingml/2006/main">
            <a:srgbClr val="F2ECFA"/>
          </a:solidFill>
          <a:ln xmlns:a="http://schemas.openxmlformats.org/drawingml/2006/main" w="9525">
            <a:solidFill>
              <a:srgbClr val="7454A3"/>
            </a:solidFill>
            <a:prstDash val="solid"/>
          </a:ln>
        </p:spPr>
      </p:sp>
      <p:sp>
        <p:nvSpPr>
          <p:cNvPr id="28" name="text">
            <a:extLst xmlns:a="http://schemas.openxmlformats.org/drawingml/2006/main">
              <a:ext uri="{FF2B5EF4-FFF2-40B4-BE49-F238E27FC236}">
                <a16:creationId xmlns:a16="http://schemas.microsoft.com/office/drawing/2014/main" id="{E6B5FF01-7BE6-41AE-BD87-7DB90FCD1739}"/>
              </a:ext>
            </a:extLst>
          </p:cNvPr>
          <p:cNvSpPr>
            <a:spLocks xmlns:a="http://schemas.openxmlformats.org/drawingml/2006/main" noGrp="1"/>
          </p:cNvSpPr>
          <p:nvPr/>
        </p:nvSpPr>
        <p:spPr>
          <a:xfrm xmlns:a="http://schemas.openxmlformats.org/drawingml/2006/main">
            <a:off x="10410825" y="2819400"/>
            <a:ext cx="1066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102A43"/>
                </a:solidFill>
              </a:defRPr>
            </a:pPr>
            <a:r>
              <a:rPr sz="1125" b="1">
                <a:solidFill>
                  <a:srgbClr val="102A43"/>
                </a:solidFill>
              </a:rPr>
              <a:t>PRODUCTION</a:t>
            </a:r>
          </a:p>
        </p:txBody>
      </p:sp>
      <p:sp>
        <p:nvSpPr>
          <p:cNvPr id="29" name="text">
            <a:extLst xmlns:a="http://schemas.openxmlformats.org/drawingml/2006/main">
              <a:ext uri="{FF2B5EF4-FFF2-40B4-BE49-F238E27FC236}">
                <a16:creationId xmlns:a16="http://schemas.microsoft.com/office/drawing/2014/main" id="{C9F268FC-4A6F-40B8-AD74-0D7DDD4D1355}"/>
              </a:ext>
            </a:extLst>
          </p:cNvPr>
          <p:cNvSpPr>
            <a:spLocks xmlns:a="http://schemas.openxmlformats.org/drawingml/2006/main" noGrp="1"/>
          </p:cNvSpPr>
          <p:nvPr/>
        </p:nvSpPr>
        <p:spPr>
          <a:xfrm xmlns:a="http://schemas.openxmlformats.org/drawingml/2006/main">
            <a:off x="742950" y="4429125"/>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102A43"/>
                </a:solidFill>
              </a:defRPr>
            </a:pPr>
            <a:r>
              <a:rPr sz="2550" b="1">
                <a:solidFill>
                  <a:srgbClr val="102A43"/>
                </a:solidFill>
              </a:rPr>
              <a:t>Structural wiring ≠ native mechanics ≠ production evidence.</a:t>
            </a:r>
          </a:p>
        </p:txBody>
      </p:sp>
      <p:sp>
        <p:nvSpPr>
          <p:cNvPr id="30" name="text">
            <a:extLst xmlns:a="http://schemas.openxmlformats.org/drawingml/2006/main">
              <a:ext uri="{FF2B5EF4-FFF2-40B4-BE49-F238E27FC236}">
                <a16:creationId xmlns:a16="http://schemas.microsoft.com/office/drawing/2014/main" id="{057DDFDD-0DB9-4CC8-ACFE-ABA2BCFDF851}"/>
              </a:ext>
            </a:extLst>
          </p:cNvPr>
          <p:cNvSpPr>
            <a:spLocks xmlns:a="http://schemas.openxmlformats.org/drawingml/2006/main" noGrp="1"/>
          </p:cNvSpPr>
          <p:nvPr/>
        </p:nvSpPr>
        <p:spPr>
          <a:xfrm xmlns:a="http://schemas.openxmlformats.org/drawingml/2006/main">
            <a:off x="762000" y="5095875"/>
            <a:ext cx="981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2616B"/>
                </a:solidFill>
              </a:defRPr>
            </a:pPr>
            <a:r>
              <a:rPr sz="1575" b="0">
                <a:solidFill>
                  <a:srgbClr val="52616B"/>
                </a:solidFill>
              </a:rPr>
              <a:t>Every state adds a different burden: runtime binding, CUDA gates, physiological population, optimization parity, artifacts, and ratification.</a:t>
            </a:r>
          </a:p>
        </p:txBody>
      </p:sp>
    </p:spTree>
    <p:extLst>
      <p:ext uri="{BB962C8B-B14F-4D97-AF65-F5344CB8AC3E}">
        <p14:creationId xmlns:p14="http://schemas.microsoft.com/office/powerpoint/2010/main" val="162601267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
            <a:extLst xmlns:a="http://schemas.openxmlformats.org/drawingml/2006/main">
              <a:ext uri="{FF2B5EF4-FFF2-40B4-BE49-F238E27FC236}">
                <a16:creationId xmlns:a16="http://schemas.microsoft.com/office/drawing/2014/main" id="{3D5D3462-7B5C-4DCD-B26C-F3D4B3C66A25}"/>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MECHANICS</a:t>
            </a:r>
          </a:p>
        </p:txBody>
      </p:sp>
      <p:sp>
        <p:nvSpPr>
          <p:cNvPr id="2" name="text">
            <a:extLst xmlns:a="http://schemas.openxmlformats.org/drawingml/2006/main">
              <a:ext uri="{FF2B5EF4-FFF2-40B4-BE49-F238E27FC236}">
                <a16:creationId xmlns:a16="http://schemas.microsoft.com/office/drawing/2014/main" id="{51D21796-7591-4AA4-B907-2A125C7B9BB2}"/>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0F14"/>
                </a:solidFill>
              </a:defRPr>
            </a:pPr>
            <a:r>
              <a:rPr sz="2850" b="1">
                <a:solidFill>
                  <a:srgbClr val="0B0F14"/>
                </a:solidFill>
              </a:rPr>
              <a:t>The state evolves under constraints, forces, fields, and events</a:t>
            </a:r>
          </a:p>
        </p:txBody>
      </p:sp>
      <p:cxnSp>
        <p:nvCxnSpPr>
          <p:cNvPr id="17"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F755FE57-3320-4254-86C1-00C22A2E37E1}"/>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12</a:t>
            </a:r>
          </a:p>
        </p:txBody>
      </p:sp>
      <p:sp>
        <p:nvSpPr>
          <p:cNvPr id="5" name="text">
            <a:extLst xmlns:a="http://schemas.openxmlformats.org/drawingml/2006/main">
              <a:ext uri="{FF2B5EF4-FFF2-40B4-BE49-F238E27FC236}">
                <a16:creationId xmlns:a16="http://schemas.microsoft.com/office/drawing/2014/main" id="{73F24B6A-C46D-4D76-9787-63A9866B479F}"/>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sp>
        <p:nvSpPr>
          <p:cNvPr id="6" name="text">
            <a:extLst xmlns:a="http://schemas.openxmlformats.org/drawingml/2006/main">
              <a:ext uri="{FF2B5EF4-FFF2-40B4-BE49-F238E27FC236}">
                <a16:creationId xmlns:a16="http://schemas.microsoft.com/office/drawing/2014/main" id="{7D2BE30D-2D2F-470C-83A6-6316A01A525D}"/>
              </a:ext>
            </a:extLst>
          </p:cNvPr>
          <p:cNvSpPr>
            <a:spLocks xmlns:a="http://schemas.openxmlformats.org/drawingml/2006/main" noGrp="1"/>
          </p:cNvSpPr>
          <p:nvPr/>
        </p:nvSpPr>
        <p:spPr>
          <a:xfrm xmlns:a="http://schemas.openxmlformats.org/drawingml/2006/main">
            <a:off x="666750" y="1524000"/>
            <a:ext cx="809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102A43"/>
                </a:solidFill>
              </a:defRPr>
            </a:pPr>
            <a:r>
              <a:rPr sz="2025" b="1">
                <a:solidFill>
                  <a:srgbClr val="102A43"/>
                </a:solidFill>
              </a:rPr>
              <a:t>The engine’s outer physical-time loop contains a GPU-resident inner mechanical solve.</a:t>
            </a:r>
          </a:p>
        </p:txBody>
      </p:sp>
      <p:sp>
        <p:nvSpPr>
          <p:cNvPr id="7" name="">
            <a:extLst xmlns:a="http://schemas.openxmlformats.org/drawingml/2006/main">
              <a:ext uri="{FF2B5EF4-FFF2-40B4-BE49-F238E27FC236}">
                <a16:creationId xmlns:a16="http://schemas.microsoft.com/office/drawing/2014/main" id="{9508FD32-378D-41B6-B6F4-54F9C47F350D}"/>
              </a:ext>
            </a:extLst>
          </p:cNvPr>
          <p:cNvSpPr>
            <a:spLocks xmlns:a="http://schemas.openxmlformats.org/drawingml/2006/main" noGrp="1"/>
          </p:cNvSpPr>
          <p:nvPr/>
        </p:nvSpPr>
        <p:spPr>
          <a:xfrm xmlns:a="http://schemas.openxmlformats.org/drawingml/2006/main">
            <a:off x="685800" y="2333625"/>
            <a:ext cx="2952750" cy="1857375"/>
          </a:xfrm>
          <a:prstGeom xmlns:a="http://schemas.openxmlformats.org/drawingml/2006/main" prst="roundRect">
            <a:avLst>
              <a:gd name="adj" fmla="val 4103"/>
            </a:avLst>
          </a:prstGeom>
          <a:solidFill xmlns:a="http://schemas.openxmlformats.org/drawingml/2006/main">
            <a:srgbClr val="EEF4F7"/>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38D526C8-8563-4359-880C-C06BD6100025}"/>
              </a:ext>
            </a:extLst>
          </p:cNvPr>
          <p:cNvSpPr>
            <a:spLocks xmlns:a="http://schemas.openxmlformats.org/drawingml/2006/main" noGrp="1"/>
          </p:cNvSpPr>
          <p:nvPr/>
        </p:nvSpPr>
        <p:spPr>
          <a:xfrm xmlns:a="http://schemas.openxmlformats.org/drawingml/2006/main">
            <a:off x="952500" y="2686050"/>
            <a:ext cx="2190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02A43"/>
                </a:solidFill>
              </a:defRPr>
            </a:pPr>
            <a:r>
              <a:rPr sz="1725" b="1">
                <a:solidFill>
                  <a:srgbClr val="102A43"/>
                </a:solidFill>
              </a:rPr>
              <a:t>Force balance</a:t>
            </a:r>
          </a:p>
          <a:p xmlns:a="http://schemas.openxmlformats.org/drawingml/2006/main">
            <a:pPr algn="l">
              <a:defRPr sz="1725" b="1">
                <a:solidFill>
                  <a:srgbClr val="102A43"/>
                </a:solidFill>
              </a:defRPr>
            </a:pPr>
            <a:r>
              <a:rPr sz="1725" b="1">
                <a:solidFill>
                  <a:srgbClr val="102A43"/>
                </a:solidFill>
              </a:rPr>
              <a:t>• membrane</a:t>
            </a:r>
          </a:p>
          <a:p xmlns:a="http://schemas.openxmlformats.org/drawingml/2006/main">
            <a:pPr algn="l">
              <a:defRPr sz="1725" b="1">
                <a:solidFill>
                  <a:srgbClr val="102A43"/>
                </a:solidFill>
              </a:defRPr>
            </a:pPr>
            <a:r>
              <a:rPr sz="1725" b="1">
                <a:solidFill>
                  <a:srgbClr val="102A43"/>
                </a:solidFill>
              </a:rPr>
              <a:t>• filaments</a:t>
            </a:r>
          </a:p>
          <a:p xmlns:a="http://schemas.openxmlformats.org/drawingml/2006/main">
            <a:pPr algn="l">
              <a:defRPr sz="1725" b="1">
                <a:solidFill>
                  <a:srgbClr val="102A43"/>
                </a:solidFill>
              </a:defRPr>
            </a:pPr>
            <a:r>
              <a:rPr sz="1725" b="1">
                <a:solidFill>
                  <a:srgbClr val="102A43"/>
                </a:solidFill>
              </a:rPr>
              <a:t>• motors</a:t>
            </a:r>
          </a:p>
          <a:p xmlns:a="http://schemas.openxmlformats.org/drawingml/2006/main">
            <a:pPr algn="l">
              <a:defRPr sz="1725" b="1">
                <a:solidFill>
                  <a:srgbClr val="102A43"/>
                </a:solidFill>
              </a:defRPr>
            </a:pPr>
            <a:r>
              <a:rPr sz="1725" b="1">
                <a:solidFill>
                  <a:srgbClr val="102A43"/>
                </a:solidFill>
              </a:rPr>
              <a:t>• connectors</a:t>
            </a:r>
          </a:p>
        </p:txBody>
      </p:sp>
      <p:sp>
        <p:nvSpPr>
          <p:cNvPr id="9" name="">
            <a:extLst xmlns:a="http://schemas.openxmlformats.org/drawingml/2006/main">
              <a:ext uri="{FF2B5EF4-FFF2-40B4-BE49-F238E27FC236}">
                <a16:creationId xmlns:a16="http://schemas.microsoft.com/office/drawing/2014/main" id="{2B400E7E-1726-4F77-B8FD-5C34AF4E55DC}"/>
              </a:ext>
            </a:extLst>
          </p:cNvPr>
          <p:cNvSpPr>
            <a:spLocks xmlns:a="http://schemas.openxmlformats.org/drawingml/2006/main" noGrp="1"/>
          </p:cNvSpPr>
          <p:nvPr/>
        </p:nvSpPr>
        <p:spPr>
          <a:xfrm xmlns:a="http://schemas.openxmlformats.org/drawingml/2006/main">
            <a:off x="4619625" y="2333625"/>
            <a:ext cx="2952750" cy="1857375"/>
          </a:xfrm>
          <a:prstGeom xmlns:a="http://schemas.openxmlformats.org/drawingml/2006/main" prst="roundRect">
            <a:avLst>
              <a:gd name="adj" fmla="val 4103"/>
            </a:avLst>
          </a:prstGeom>
          <a:solidFill xmlns:a="http://schemas.openxmlformats.org/drawingml/2006/main">
            <a:srgbClr val="E8F4F5"/>
          </a:solidFill>
          <a:ln xmlns:a="http://schemas.openxmlformats.org/drawingml/2006/main" w="0">
            <a:noFill/>
            <a:prstDash val="solid"/>
          </a:ln>
        </p:spPr>
      </p:sp>
      <p:sp>
        <p:nvSpPr>
          <p:cNvPr id="10" name="text">
            <a:extLst xmlns:a="http://schemas.openxmlformats.org/drawingml/2006/main">
              <a:ext uri="{FF2B5EF4-FFF2-40B4-BE49-F238E27FC236}">
                <a16:creationId xmlns:a16="http://schemas.microsoft.com/office/drawing/2014/main" id="{4FB291DD-7E3F-4D9B-9131-E585A4B9523A}"/>
              </a:ext>
            </a:extLst>
          </p:cNvPr>
          <p:cNvSpPr>
            <a:spLocks xmlns:a="http://schemas.openxmlformats.org/drawingml/2006/main" noGrp="1"/>
          </p:cNvSpPr>
          <p:nvPr/>
        </p:nvSpPr>
        <p:spPr>
          <a:xfrm xmlns:a="http://schemas.openxmlformats.org/drawingml/2006/main">
            <a:off x="4905375" y="2686050"/>
            <a:ext cx="2190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02A43"/>
                </a:solidFill>
              </a:defRPr>
            </a:pPr>
            <a:r>
              <a:rPr sz="1725" b="1">
                <a:solidFill>
                  <a:srgbClr val="102A43"/>
                </a:solidFill>
              </a:rPr>
              <a:t>Fields</a:t>
            </a:r>
          </a:p>
          <a:p xmlns:a="http://schemas.openxmlformats.org/drawingml/2006/main">
            <a:pPr algn="l">
              <a:defRPr sz="1725" b="1">
                <a:solidFill>
                  <a:srgbClr val="102A43"/>
                </a:solidFill>
              </a:defRPr>
            </a:pPr>
            <a:r>
              <a:rPr sz="1725" b="1">
                <a:solidFill>
                  <a:srgbClr val="102A43"/>
                </a:solidFill>
              </a:rPr>
              <a:t>• pressure</a:t>
            </a:r>
          </a:p>
          <a:p xmlns:a="http://schemas.openxmlformats.org/drawingml/2006/main">
            <a:pPr algn="l">
              <a:defRPr sz="1725" b="1">
                <a:solidFill>
                  <a:srgbClr val="102A43"/>
                </a:solidFill>
              </a:defRPr>
            </a:pPr>
            <a:r>
              <a:rPr sz="1725" b="1">
                <a:solidFill>
                  <a:srgbClr val="102A43"/>
                </a:solidFill>
              </a:rPr>
              <a:t>• transport</a:t>
            </a:r>
          </a:p>
          <a:p xmlns:a="http://schemas.openxmlformats.org/drawingml/2006/main">
            <a:pPr algn="l">
              <a:defRPr sz="1725" b="1">
                <a:solidFill>
                  <a:srgbClr val="102A43"/>
                </a:solidFill>
              </a:defRPr>
            </a:pPr>
            <a:r>
              <a:rPr sz="1725" b="1">
                <a:solidFill>
                  <a:srgbClr val="102A43"/>
                </a:solidFill>
              </a:rPr>
              <a:t>• moving boundaries</a:t>
            </a:r>
          </a:p>
          <a:p xmlns:a="http://schemas.openxmlformats.org/drawingml/2006/main">
            <a:pPr algn="l">
              <a:defRPr sz="1725" b="1">
                <a:solidFill>
                  <a:srgbClr val="102A43"/>
                </a:solidFill>
              </a:defRPr>
            </a:pPr>
            <a:r>
              <a:rPr sz="1725" b="1">
                <a:solidFill>
                  <a:srgbClr val="102A43"/>
                </a:solidFill>
              </a:rPr>
              <a:t>• no-flux / mass</a:t>
            </a:r>
          </a:p>
        </p:txBody>
      </p:sp>
      <p:sp>
        <p:nvSpPr>
          <p:cNvPr id="11" name="">
            <a:extLst xmlns:a="http://schemas.openxmlformats.org/drawingml/2006/main">
              <a:ext uri="{FF2B5EF4-FFF2-40B4-BE49-F238E27FC236}">
                <a16:creationId xmlns:a16="http://schemas.microsoft.com/office/drawing/2014/main" id="{64FFFB0D-0355-414E-A3C3-D8332FCFEC68}"/>
              </a:ext>
            </a:extLst>
          </p:cNvPr>
          <p:cNvSpPr>
            <a:spLocks xmlns:a="http://schemas.openxmlformats.org/drawingml/2006/main" noGrp="1"/>
          </p:cNvSpPr>
          <p:nvPr/>
        </p:nvSpPr>
        <p:spPr>
          <a:xfrm xmlns:a="http://schemas.openxmlformats.org/drawingml/2006/main">
            <a:off x="8553450" y="2333625"/>
            <a:ext cx="2952750" cy="1857375"/>
          </a:xfrm>
          <a:prstGeom xmlns:a="http://schemas.openxmlformats.org/drawingml/2006/main" prst="roundRect">
            <a:avLst>
              <a:gd name="adj" fmla="val 4103"/>
            </a:avLst>
          </a:prstGeom>
          <a:solidFill xmlns:a="http://schemas.openxmlformats.org/drawingml/2006/main">
            <a:srgbClr val="FFF5DF"/>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BCA0FD43-8B61-4B70-AE0D-43B4C4732E89}"/>
              </a:ext>
            </a:extLst>
          </p:cNvPr>
          <p:cNvSpPr>
            <a:spLocks xmlns:a="http://schemas.openxmlformats.org/drawingml/2006/main" noGrp="1"/>
          </p:cNvSpPr>
          <p:nvPr/>
        </p:nvSpPr>
        <p:spPr>
          <a:xfrm xmlns:a="http://schemas.openxmlformats.org/drawingml/2006/main">
            <a:off x="8839200" y="2686050"/>
            <a:ext cx="2190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02A43"/>
                </a:solidFill>
              </a:defRPr>
            </a:pPr>
            <a:r>
              <a:rPr sz="1725" b="1">
                <a:solidFill>
                  <a:srgbClr val="102A43"/>
                </a:solidFill>
              </a:rPr>
              <a:t>Events</a:t>
            </a:r>
          </a:p>
          <a:p xmlns:a="http://schemas.openxmlformats.org/drawingml/2006/main">
            <a:pPr algn="l">
              <a:defRPr sz="1725" b="1">
                <a:solidFill>
                  <a:srgbClr val="102A43"/>
                </a:solidFill>
              </a:defRPr>
            </a:pPr>
            <a:r>
              <a:rPr sz="1725" b="1">
                <a:solidFill>
                  <a:srgbClr val="102A43"/>
                </a:solidFill>
              </a:rPr>
              <a:t>• bind / detach</a:t>
            </a:r>
          </a:p>
          <a:p xmlns:a="http://schemas.openxmlformats.org/drawingml/2006/main">
            <a:pPr algn="l">
              <a:defRPr sz="1725" b="1">
                <a:solidFill>
                  <a:srgbClr val="102A43"/>
                </a:solidFill>
              </a:defRPr>
            </a:pPr>
            <a:r>
              <a:rPr sz="1725" b="1">
                <a:solidFill>
                  <a:srgbClr val="102A43"/>
                </a:solidFill>
              </a:rPr>
              <a:t>• polymerize</a:t>
            </a:r>
          </a:p>
          <a:p xmlns:a="http://schemas.openxmlformats.org/drawingml/2006/main">
            <a:pPr algn="l">
              <a:defRPr sz="1725" b="1">
                <a:solidFill>
                  <a:srgbClr val="102A43"/>
                </a:solidFill>
              </a:defRPr>
            </a:pPr>
            <a:r>
              <a:rPr sz="1725" b="1">
                <a:solidFill>
                  <a:srgbClr val="102A43"/>
                </a:solidFill>
              </a:rPr>
              <a:t>• remodel</a:t>
            </a:r>
          </a:p>
          <a:p xmlns:a="http://schemas.openxmlformats.org/drawingml/2006/main">
            <a:pPr algn="l">
              <a:defRPr sz="1725" b="1">
                <a:solidFill>
                  <a:srgbClr val="102A43"/>
                </a:solidFill>
              </a:defRPr>
            </a:pPr>
            <a:r>
              <a:rPr sz="1725" b="1">
                <a:solidFill>
                  <a:srgbClr val="102A43"/>
                </a:solidFill>
              </a:rPr>
              <a:t>• accept / restore</a:t>
            </a:r>
          </a:p>
        </p:txBody>
      </p:sp>
      <p:sp>
        <p:nvSpPr>
          <p:cNvPr id="13" name="">
            <a:extLst xmlns:a="http://schemas.openxmlformats.org/drawingml/2006/main">
              <a:ext uri="{FF2B5EF4-FFF2-40B4-BE49-F238E27FC236}">
                <a16:creationId xmlns:a16="http://schemas.microsoft.com/office/drawing/2014/main" id="{01DC27B5-5151-493C-AA60-DE5DE3C4EDC9}"/>
              </a:ext>
            </a:extLst>
          </p:cNvPr>
          <p:cNvSpPr>
            <a:spLocks xmlns:a="http://schemas.openxmlformats.org/drawingml/2006/main" noGrp="1"/>
          </p:cNvSpPr>
          <p:nvPr/>
        </p:nvSpPr>
        <p:spPr>
          <a:xfrm xmlns:a="http://schemas.openxmlformats.org/drawingml/2006/main">
            <a:off x="714375" y="4857750"/>
            <a:ext cx="10763250" cy="714375"/>
          </a:xfrm>
          <a:prstGeom xmlns:a="http://schemas.openxmlformats.org/drawingml/2006/main" prst="roundRect">
            <a:avLst>
              <a:gd name="adj" fmla="val 10667"/>
            </a:avLst>
          </a:prstGeom>
          <a:solidFill xmlns:a="http://schemas.openxmlformats.org/drawingml/2006/main">
            <a:srgbClr val="E8F4F5"/>
          </a:solidFill>
          <a:ln xmlns:a="http://schemas.openxmlformats.org/drawingml/2006/main" w="0">
            <a:noFill/>
            <a:prstDash val="solid"/>
          </a:ln>
        </p:spPr>
      </p:sp>
      <p:sp>
        <p:nvSpPr>
          <p:cNvPr id="14" name="text">
            <a:extLst xmlns:a="http://schemas.openxmlformats.org/drawingml/2006/main">
              <a:ext uri="{FF2B5EF4-FFF2-40B4-BE49-F238E27FC236}">
                <a16:creationId xmlns:a16="http://schemas.microsoft.com/office/drawing/2014/main" id="{F9CD2FB4-47E5-4D5D-BE46-94727BB1155C}"/>
              </a:ext>
            </a:extLst>
          </p:cNvPr>
          <p:cNvSpPr>
            <a:spLocks xmlns:a="http://schemas.openxmlformats.org/drawingml/2006/main" noGrp="1"/>
          </p:cNvSpPr>
          <p:nvPr/>
        </p:nvSpPr>
        <p:spPr>
          <a:xfrm xmlns:a="http://schemas.openxmlformats.org/drawingml/2006/main">
            <a:off x="923925" y="5038725"/>
            <a:ext cx="10344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102A43"/>
                </a:solidFill>
              </a:defRPr>
            </a:pPr>
            <a:r>
              <a:rPr sz="1875" b="1">
                <a:solidFill>
                  <a:srgbClr val="102A43"/>
                </a:solidFill>
              </a:rPr>
              <a:t>M(x) ẋ = Fint + Fext − J(x)ᵀλ,   with  g(x)=0</a:t>
            </a:r>
          </a:p>
        </p:txBody>
      </p:sp>
    </p:spTree>
    <p:extLst>
      <p:ext uri="{BB962C8B-B14F-4D97-AF65-F5344CB8AC3E}">
        <p14:creationId xmlns:p14="http://schemas.microsoft.com/office/powerpoint/2010/main" val="76853827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
            <a:extLst xmlns:a="http://schemas.openxmlformats.org/drawingml/2006/main">
              <a:ext uri="{FF2B5EF4-FFF2-40B4-BE49-F238E27FC236}">
                <a16:creationId xmlns:a16="http://schemas.microsoft.com/office/drawing/2014/main" id="{62352A74-6426-4448-9E9D-5F61E9B4302B}"/>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FILAMENTS</a:t>
            </a:r>
          </a:p>
        </p:txBody>
      </p:sp>
      <p:sp>
        <p:nvSpPr>
          <p:cNvPr id="2" name="text">
            <a:extLst xmlns:a="http://schemas.openxmlformats.org/drawingml/2006/main">
              <a:ext uri="{FF2B5EF4-FFF2-40B4-BE49-F238E27FC236}">
                <a16:creationId xmlns:a16="http://schemas.microsoft.com/office/drawing/2014/main" id="{6024031B-084F-404B-9B54-BBBFBD97A5CE}"/>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0F14"/>
                </a:solidFill>
              </a:defRPr>
            </a:pPr>
            <a:r>
              <a:rPr sz="2850" b="1">
                <a:solidFill>
                  <a:srgbClr val="0B0F14"/>
                </a:solidFill>
              </a:rPr>
              <a:t>Filament mechanics is local; the network consequence is collective</a:t>
            </a:r>
          </a:p>
        </p:txBody>
      </p:sp>
      <p:cxnSp>
        <p:nvCxnSpPr>
          <p:cNvPr id="30"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3BE9E4F8-F330-4CAA-85DA-DF3BE978CA0C}"/>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13</a:t>
            </a:r>
          </a:p>
        </p:txBody>
      </p:sp>
      <p:sp>
        <p:nvSpPr>
          <p:cNvPr id="5" name="text">
            <a:extLst xmlns:a="http://schemas.openxmlformats.org/drawingml/2006/main">
              <a:ext uri="{FF2B5EF4-FFF2-40B4-BE49-F238E27FC236}">
                <a16:creationId xmlns:a16="http://schemas.microsoft.com/office/drawing/2014/main" id="{EEA72DD5-868C-4335-8B1D-FEC3FB87EB8B}"/>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sp>
        <p:nvSpPr>
          <p:cNvPr id="6" name="">
            <a:extLst xmlns:a="http://schemas.openxmlformats.org/drawingml/2006/main">
              <a:ext uri="{FF2B5EF4-FFF2-40B4-BE49-F238E27FC236}">
                <a16:creationId xmlns:a16="http://schemas.microsoft.com/office/drawing/2014/main" id="{3DF2C6AE-A3A4-4E0E-AAEE-DF0DB7FCFD02}"/>
              </a:ext>
            </a:extLst>
          </p:cNvPr>
          <p:cNvSpPr>
            <a:spLocks xmlns:a="http://schemas.openxmlformats.org/drawingml/2006/main" noGrp="1"/>
          </p:cNvSpPr>
          <p:nvPr/>
        </p:nvSpPr>
        <p:spPr>
          <a:xfrm xmlns:a="http://schemas.openxmlformats.org/drawingml/2006/main">
            <a:off x="762000" y="2286000"/>
            <a:ext cx="5334000" cy="2000250"/>
          </a:xfrm>
          <a:prstGeom xmlns:a="http://schemas.openxmlformats.org/drawingml/2006/main" prst="arc">
            <a:avLst/>
          </a:prstGeom>
          <a:noFill xmlns:a="http://schemas.openxmlformats.org/drawingml/2006/main"/>
          <a:ln xmlns:a="http://schemas.openxmlformats.org/drawingml/2006/main" w="38100">
            <a:solidFill>
              <a:srgbClr val="E76F51"/>
            </a:solidFill>
            <a:prstDash val="solid"/>
          </a:ln>
        </p:spPr>
      </p:sp>
      <p:cxnSp>
        <p:nvCxnSpPr>
          <p:cNvPr id="34" name=""/>
          <p:cNvCxnSpPr/>
          <p:nvPr/>
        </p:nvCxnSpPr>
        <p:spPr>
          <a:xfrm xmlns:a="http://schemas.openxmlformats.org/drawingml/2006/main">
            <a:off x="1476375" y="2095500"/>
            <a:ext cx="9525" cy="2238375"/>
          </a:xfrm>
          <a:prstGeom xmlns:a="http://schemas.openxmlformats.org/drawingml/2006/main" prst="straightConnector1">
            <a:avLst/>
          </a:prstGeom>
          <a:ln xmlns:a="http://schemas.openxmlformats.org/drawingml/2006/main" w="19050">
            <a:solidFill>
              <a:srgbClr val="16A6B6"/>
            </a:solidFill>
            <a:prstDash val="solid"/>
          </a:ln>
        </p:spPr>
      </p:cxnSp>
      <p:sp>
        <p:nvSpPr>
          <p:cNvPr id="8" name="">
            <a:extLst xmlns:a="http://schemas.openxmlformats.org/drawingml/2006/main">
              <a:ext uri="{FF2B5EF4-FFF2-40B4-BE49-F238E27FC236}">
                <a16:creationId xmlns:a16="http://schemas.microsoft.com/office/drawing/2014/main" id="{DB5EFEBF-6C57-4FEA-968B-152C9B161F94}"/>
              </a:ext>
            </a:extLst>
          </p:cNvPr>
          <p:cNvSpPr>
            <a:spLocks xmlns:a="http://schemas.openxmlformats.org/drawingml/2006/main" noGrp="1"/>
          </p:cNvSpPr>
          <p:nvPr/>
        </p:nvSpPr>
        <p:spPr>
          <a:xfrm xmlns:a="http://schemas.openxmlformats.org/drawingml/2006/main">
            <a:off x="1371600" y="3143250"/>
            <a:ext cx="209550" cy="20955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36" name=""/>
          <p:cNvCxnSpPr/>
          <p:nvPr/>
        </p:nvCxnSpPr>
        <p:spPr>
          <a:xfrm xmlns:a="http://schemas.openxmlformats.org/drawingml/2006/main">
            <a:off x="2428875" y="2095500"/>
            <a:ext cx="9525" cy="2238375"/>
          </a:xfrm>
          <a:prstGeom xmlns:a="http://schemas.openxmlformats.org/drawingml/2006/main" prst="straightConnector1">
            <a:avLst/>
          </a:prstGeom>
          <a:ln xmlns:a="http://schemas.openxmlformats.org/drawingml/2006/main" w="19050">
            <a:solidFill>
              <a:srgbClr val="16A6B6"/>
            </a:solidFill>
            <a:prstDash val="solid"/>
          </a:ln>
        </p:spPr>
      </p:cxnSp>
      <p:sp>
        <p:nvSpPr>
          <p:cNvPr id="10" name="">
            <a:extLst xmlns:a="http://schemas.openxmlformats.org/drawingml/2006/main">
              <a:ext uri="{FF2B5EF4-FFF2-40B4-BE49-F238E27FC236}">
                <a16:creationId xmlns:a16="http://schemas.microsoft.com/office/drawing/2014/main" id="{AAFBAF17-D8F8-47A0-8D80-EA74BF1D4AB5}"/>
              </a:ext>
            </a:extLst>
          </p:cNvPr>
          <p:cNvSpPr>
            <a:spLocks xmlns:a="http://schemas.openxmlformats.org/drawingml/2006/main" noGrp="1"/>
          </p:cNvSpPr>
          <p:nvPr/>
        </p:nvSpPr>
        <p:spPr>
          <a:xfrm xmlns:a="http://schemas.openxmlformats.org/drawingml/2006/main">
            <a:off x="2324100" y="3143250"/>
            <a:ext cx="209550" cy="20955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38" name=""/>
          <p:cNvCxnSpPr/>
          <p:nvPr/>
        </p:nvCxnSpPr>
        <p:spPr>
          <a:xfrm xmlns:a="http://schemas.openxmlformats.org/drawingml/2006/main">
            <a:off x="3381375" y="2095500"/>
            <a:ext cx="9525" cy="2238375"/>
          </a:xfrm>
          <a:prstGeom xmlns:a="http://schemas.openxmlformats.org/drawingml/2006/main" prst="straightConnector1">
            <a:avLst/>
          </a:prstGeom>
          <a:ln xmlns:a="http://schemas.openxmlformats.org/drawingml/2006/main" w="19050">
            <a:solidFill>
              <a:srgbClr val="16A6B6"/>
            </a:solidFill>
            <a:prstDash val="solid"/>
          </a:ln>
        </p:spPr>
      </p:cxnSp>
      <p:sp>
        <p:nvSpPr>
          <p:cNvPr id="12" name="">
            <a:extLst xmlns:a="http://schemas.openxmlformats.org/drawingml/2006/main">
              <a:ext uri="{FF2B5EF4-FFF2-40B4-BE49-F238E27FC236}">
                <a16:creationId xmlns:a16="http://schemas.microsoft.com/office/drawing/2014/main" id="{DD715942-FFD1-41BA-A5F5-6A2829F96558}"/>
              </a:ext>
            </a:extLst>
          </p:cNvPr>
          <p:cNvSpPr>
            <a:spLocks xmlns:a="http://schemas.openxmlformats.org/drawingml/2006/main" noGrp="1"/>
          </p:cNvSpPr>
          <p:nvPr/>
        </p:nvSpPr>
        <p:spPr>
          <a:xfrm xmlns:a="http://schemas.openxmlformats.org/drawingml/2006/main">
            <a:off x="3276600" y="3143250"/>
            <a:ext cx="209550" cy="20955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40" name=""/>
          <p:cNvCxnSpPr/>
          <p:nvPr/>
        </p:nvCxnSpPr>
        <p:spPr>
          <a:xfrm xmlns:a="http://schemas.openxmlformats.org/drawingml/2006/main">
            <a:off x="4333875" y="2095500"/>
            <a:ext cx="9525" cy="2238375"/>
          </a:xfrm>
          <a:prstGeom xmlns:a="http://schemas.openxmlformats.org/drawingml/2006/main" prst="straightConnector1">
            <a:avLst/>
          </a:prstGeom>
          <a:ln xmlns:a="http://schemas.openxmlformats.org/drawingml/2006/main" w="19050">
            <a:solidFill>
              <a:srgbClr val="16A6B6"/>
            </a:solidFill>
            <a:prstDash val="solid"/>
          </a:ln>
        </p:spPr>
      </p:cxnSp>
      <p:sp>
        <p:nvSpPr>
          <p:cNvPr id="14" name="">
            <a:extLst xmlns:a="http://schemas.openxmlformats.org/drawingml/2006/main">
              <a:ext uri="{FF2B5EF4-FFF2-40B4-BE49-F238E27FC236}">
                <a16:creationId xmlns:a16="http://schemas.microsoft.com/office/drawing/2014/main" id="{EA917F86-D69F-48DA-82E5-B3390AE259F0}"/>
              </a:ext>
            </a:extLst>
          </p:cNvPr>
          <p:cNvSpPr>
            <a:spLocks xmlns:a="http://schemas.openxmlformats.org/drawingml/2006/main" noGrp="1"/>
          </p:cNvSpPr>
          <p:nvPr/>
        </p:nvSpPr>
        <p:spPr>
          <a:xfrm xmlns:a="http://schemas.openxmlformats.org/drawingml/2006/main">
            <a:off x="4229100" y="3143250"/>
            <a:ext cx="209550" cy="20955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sp>
        <p:nvSpPr>
          <p:cNvPr id="15" name="text">
            <a:extLst xmlns:a="http://schemas.openxmlformats.org/drawingml/2006/main">
              <a:ext uri="{FF2B5EF4-FFF2-40B4-BE49-F238E27FC236}">
                <a16:creationId xmlns:a16="http://schemas.microsoft.com/office/drawing/2014/main" id="{B6ECB56C-D3AC-4456-94FA-F3F62B780041}"/>
              </a:ext>
            </a:extLst>
          </p:cNvPr>
          <p:cNvSpPr>
            <a:spLocks xmlns:a="http://schemas.openxmlformats.org/drawingml/2006/main" noGrp="1"/>
          </p:cNvSpPr>
          <p:nvPr/>
        </p:nvSpPr>
        <p:spPr>
          <a:xfrm xmlns:a="http://schemas.openxmlformats.org/drawingml/2006/main">
            <a:off x="1000125" y="4572000"/>
            <a:ext cx="1762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52616B"/>
                </a:solidFill>
              </a:defRPr>
            </a:pPr>
            <a:r>
              <a:rPr sz="1350" b="1">
                <a:solidFill>
                  <a:srgbClr val="52616B"/>
                </a:solidFill>
              </a:rPr>
              <a:t>segment extension</a:t>
            </a:r>
          </a:p>
        </p:txBody>
      </p:sp>
      <p:sp>
        <p:nvSpPr>
          <p:cNvPr id="16" name="text">
            <a:extLst xmlns:a="http://schemas.openxmlformats.org/drawingml/2006/main">
              <a:ext uri="{FF2B5EF4-FFF2-40B4-BE49-F238E27FC236}">
                <a16:creationId xmlns:a16="http://schemas.microsoft.com/office/drawing/2014/main" id="{97A50C14-1AC6-423B-9F57-699E898A00B5}"/>
              </a:ext>
            </a:extLst>
          </p:cNvPr>
          <p:cNvSpPr>
            <a:spLocks xmlns:a="http://schemas.openxmlformats.org/drawingml/2006/main" noGrp="1"/>
          </p:cNvSpPr>
          <p:nvPr/>
        </p:nvSpPr>
        <p:spPr>
          <a:xfrm xmlns:a="http://schemas.openxmlformats.org/drawingml/2006/main">
            <a:off x="3733800" y="17145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7454A3"/>
                </a:solidFill>
              </a:defRPr>
            </a:pPr>
            <a:r>
              <a:rPr sz="1350" b="1">
                <a:solidFill>
                  <a:srgbClr val="7454A3"/>
                </a:solidFill>
              </a:rPr>
              <a:t>bending κ</a:t>
            </a:r>
          </a:p>
        </p:txBody>
      </p:sp>
      <p:sp>
        <p:nvSpPr>
          <p:cNvPr id="17" name="text">
            <a:extLst xmlns:a="http://schemas.openxmlformats.org/drawingml/2006/main">
              <a:ext uri="{FF2B5EF4-FFF2-40B4-BE49-F238E27FC236}">
                <a16:creationId xmlns:a16="http://schemas.microsoft.com/office/drawing/2014/main" id="{FA9FB229-D7AF-4202-8802-29B5A6AA073E}"/>
              </a:ext>
            </a:extLst>
          </p:cNvPr>
          <p:cNvSpPr>
            <a:spLocks xmlns:a="http://schemas.openxmlformats.org/drawingml/2006/main" noGrp="1"/>
          </p:cNvSpPr>
          <p:nvPr/>
        </p:nvSpPr>
        <p:spPr>
          <a:xfrm xmlns:a="http://schemas.openxmlformats.org/drawingml/2006/main">
            <a:off x="4905375" y="45720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6A6B6"/>
                </a:solidFill>
              </a:defRPr>
            </a:pPr>
            <a:r>
              <a:rPr sz="1350" b="1">
                <a:solidFill>
                  <a:srgbClr val="16A6B6"/>
                </a:solidFill>
              </a:rPr>
              <a:t>crosslink state</a:t>
            </a:r>
          </a:p>
        </p:txBody>
      </p:sp>
      <p:sp>
        <p:nvSpPr>
          <p:cNvPr id="18" name="">
            <a:extLst xmlns:a="http://schemas.openxmlformats.org/drawingml/2006/main">
              <a:ext uri="{FF2B5EF4-FFF2-40B4-BE49-F238E27FC236}">
                <a16:creationId xmlns:a16="http://schemas.microsoft.com/office/drawing/2014/main" id="{C40BBD2D-FA48-430B-B40E-999C1A4DBBCA}"/>
              </a:ext>
            </a:extLst>
          </p:cNvPr>
          <p:cNvSpPr>
            <a:spLocks xmlns:a="http://schemas.openxmlformats.org/drawingml/2006/main" noGrp="1"/>
          </p:cNvSpPr>
          <p:nvPr/>
        </p:nvSpPr>
        <p:spPr>
          <a:xfrm xmlns:a="http://schemas.openxmlformats.org/drawingml/2006/main">
            <a:off x="7239000" y="2190750"/>
            <a:ext cx="76200" cy="76200"/>
          </a:xfrm>
          <a:prstGeom xmlns:a="http://schemas.openxmlformats.org/drawingml/2006/main" prst="ellipse">
            <a:avLst/>
          </a:prstGeom>
          <a:solidFill xmlns:a="http://schemas.openxmlformats.org/drawingml/2006/main">
            <a:srgbClr val="16A6B6"/>
          </a:solidFill>
          <a:ln xmlns:a="http://schemas.openxmlformats.org/drawingml/2006/main" w="0">
            <a:solidFill>
              <a:srgbClr val="16A6B6"/>
            </a:solidFill>
            <a:prstDash val="solid"/>
          </a:ln>
        </p:spPr>
      </p:sp>
      <p:sp>
        <p:nvSpPr>
          <p:cNvPr id="19" name="text">
            <a:extLst xmlns:a="http://schemas.openxmlformats.org/drawingml/2006/main">
              <a:ext uri="{FF2B5EF4-FFF2-40B4-BE49-F238E27FC236}">
                <a16:creationId xmlns:a16="http://schemas.microsoft.com/office/drawing/2014/main" id="{61ECA601-641D-41B9-AE88-C977E843243D}"/>
              </a:ext>
            </a:extLst>
          </p:cNvPr>
          <p:cNvSpPr>
            <a:spLocks xmlns:a="http://schemas.openxmlformats.org/drawingml/2006/main" noGrp="1"/>
          </p:cNvSpPr>
          <p:nvPr/>
        </p:nvSpPr>
        <p:spPr>
          <a:xfrm xmlns:a="http://schemas.openxmlformats.org/drawingml/2006/main">
            <a:off x="7429500" y="2095500"/>
            <a:ext cx="3619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02A43"/>
                </a:solidFill>
              </a:defRPr>
            </a:pPr>
            <a:r>
              <a:rPr sz="1500" b="0">
                <a:solidFill>
                  <a:srgbClr val="102A43"/>
                </a:solidFill>
              </a:rPr>
              <a:t>Contour length and identity matter</a:t>
            </a:r>
          </a:p>
        </p:txBody>
      </p:sp>
      <p:sp>
        <p:nvSpPr>
          <p:cNvPr id="20" name="">
            <a:extLst xmlns:a="http://schemas.openxmlformats.org/drawingml/2006/main">
              <a:ext uri="{FF2B5EF4-FFF2-40B4-BE49-F238E27FC236}">
                <a16:creationId xmlns:a16="http://schemas.microsoft.com/office/drawing/2014/main" id="{322C2635-70A7-4143-A8DD-C26FA2829772}"/>
              </a:ext>
            </a:extLst>
          </p:cNvPr>
          <p:cNvSpPr>
            <a:spLocks xmlns:a="http://schemas.openxmlformats.org/drawingml/2006/main" noGrp="1"/>
          </p:cNvSpPr>
          <p:nvPr/>
        </p:nvSpPr>
        <p:spPr>
          <a:xfrm xmlns:a="http://schemas.openxmlformats.org/drawingml/2006/main">
            <a:off x="7239000" y="2800350"/>
            <a:ext cx="76200" cy="76200"/>
          </a:xfrm>
          <a:prstGeom xmlns:a="http://schemas.openxmlformats.org/drawingml/2006/main" prst="ellipse">
            <a:avLst/>
          </a:prstGeom>
          <a:solidFill xmlns:a="http://schemas.openxmlformats.org/drawingml/2006/main">
            <a:srgbClr val="16A6B6"/>
          </a:solidFill>
          <a:ln xmlns:a="http://schemas.openxmlformats.org/drawingml/2006/main" w="0">
            <a:solidFill>
              <a:srgbClr val="16A6B6"/>
            </a:solidFill>
            <a:prstDash val="solid"/>
          </a:ln>
        </p:spPr>
      </p:sp>
      <p:sp>
        <p:nvSpPr>
          <p:cNvPr id="21" name="text">
            <a:extLst xmlns:a="http://schemas.openxmlformats.org/drawingml/2006/main">
              <a:ext uri="{FF2B5EF4-FFF2-40B4-BE49-F238E27FC236}">
                <a16:creationId xmlns:a16="http://schemas.microsoft.com/office/drawing/2014/main" id="{E7442871-D4E4-4B13-8327-1F95D4104667}"/>
              </a:ext>
            </a:extLst>
          </p:cNvPr>
          <p:cNvSpPr>
            <a:spLocks xmlns:a="http://schemas.openxmlformats.org/drawingml/2006/main" noGrp="1"/>
          </p:cNvSpPr>
          <p:nvPr/>
        </p:nvSpPr>
        <p:spPr>
          <a:xfrm xmlns:a="http://schemas.openxmlformats.org/drawingml/2006/main">
            <a:off x="7429500" y="2705100"/>
            <a:ext cx="3619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02A43"/>
                </a:solidFill>
              </a:defRPr>
            </a:pPr>
            <a:r>
              <a:rPr sz="1500" b="0">
                <a:solidFill>
                  <a:srgbClr val="102A43"/>
                </a:solidFill>
              </a:rPr>
              <a:t>Bending is a force, not decoration</a:t>
            </a:r>
          </a:p>
        </p:txBody>
      </p:sp>
      <p:sp>
        <p:nvSpPr>
          <p:cNvPr id="22" name="">
            <a:extLst xmlns:a="http://schemas.openxmlformats.org/drawingml/2006/main">
              <a:ext uri="{FF2B5EF4-FFF2-40B4-BE49-F238E27FC236}">
                <a16:creationId xmlns:a16="http://schemas.microsoft.com/office/drawing/2014/main" id="{48D99ACB-4A04-4BC8-BFED-B7BCF11A678F}"/>
              </a:ext>
            </a:extLst>
          </p:cNvPr>
          <p:cNvSpPr>
            <a:spLocks xmlns:a="http://schemas.openxmlformats.org/drawingml/2006/main" noGrp="1"/>
          </p:cNvSpPr>
          <p:nvPr/>
        </p:nvSpPr>
        <p:spPr>
          <a:xfrm xmlns:a="http://schemas.openxmlformats.org/drawingml/2006/main">
            <a:off x="7239000" y="3409950"/>
            <a:ext cx="76200" cy="76200"/>
          </a:xfrm>
          <a:prstGeom xmlns:a="http://schemas.openxmlformats.org/drawingml/2006/main" prst="ellipse">
            <a:avLst/>
          </a:prstGeom>
          <a:solidFill xmlns:a="http://schemas.openxmlformats.org/drawingml/2006/main">
            <a:srgbClr val="16A6B6"/>
          </a:solidFill>
          <a:ln xmlns:a="http://schemas.openxmlformats.org/drawingml/2006/main" w="0">
            <a:solidFill>
              <a:srgbClr val="16A6B6"/>
            </a:solidFill>
            <a:prstDash val="solid"/>
          </a:ln>
        </p:spPr>
      </p:sp>
      <p:sp>
        <p:nvSpPr>
          <p:cNvPr id="23" name="text">
            <a:extLst xmlns:a="http://schemas.openxmlformats.org/drawingml/2006/main">
              <a:ext uri="{FF2B5EF4-FFF2-40B4-BE49-F238E27FC236}">
                <a16:creationId xmlns:a16="http://schemas.microsoft.com/office/drawing/2014/main" id="{6F6E8D90-C92A-44E9-8D0E-1A34920F2C65}"/>
              </a:ext>
            </a:extLst>
          </p:cNvPr>
          <p:cNvSpPr>
            <a:spLocks xmlns:a="http://schemas.openxmlformats.org/drawingml/2006/main" noGrp="1"/>
          </p:cNvSpPr>
          <p:nvPr/>
        </p:nvSpPr>
        <p:spPr>
          <a:xfrm xmlns:a="http://schemas.openxmlformats.org/drawingml/2006/main">
            <a:off x="7429500" y="3314700"/>
            <a:ext cx="3619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02A43"/>
                </a:solidFill>
              </a:defRPr>
            </a:pPr>
            <a:r>
              <a:rPr sz="1500" b="0">
                <a:solidFill>
                  <a:srgbClr val="102A43"/>
                </a:solidFill>
              </a:rPr>
              <a:t>Crosslinks are stochastic topology</a:t>
            </a:r>
          </a:p>
        </p:txBody>
      </p:sp>
      <p:sp>
        <p:nvSpPr>
          <p:cNvPr id="24" name="">
            <a:extLst xmlns:a="http://schemas.openxmlformats.org/drawingml/2006/main">
              <a:ext uri="{FF2B5EF4-FFF2-40B4-BE49-F238E27FC236}">
                <a16:creationId xmlns:a16="http://schemas.microsoft.com/office/drawing/2014/main" id="{449814E0-8B24-436A-AF34-4D771ED01FF4}"/>
              </a:ext>
            </a:extLst>
          </p:cNvPr>
          <p:cNvSpPr>
            <a:spLocks xmlns:a="http://schemas.openxmlformats.org/drawingml/2006/main" noGrp="1"/>
          </p:cNvSpPr>
          <p:nvPr/>
        </p:nvSpPr>
        <p:spPr>
          <a:xfrm xmlns:a="http://schemas.openxmlformats.org/drawingml/2006/main">
            <a:off x="7239000" y="4019550"/>
            <a:ext cx="76200" cy="76200"/>
          </a:xfrm>
          <a:prstGeom xmlns:a="http://schemas.openxmlformats.org/drawingml/2006/main" prst="ellipse">
            <a:avLst/>
          </a:prstGeom>
          <a:solidFill xmlns:a="http://schemas.openxmlformats.org/drawingml/2006/main">
            <a:srgbClr val="16A6B6"/>
          </a:solidFill>
          <a:ln xmlns:a="http://schemas.openxmlformats.org/drawingml/2006/main" w="0">
            <a:solidFill>
              <a:srgbClr val="16A6B6"/>
            </a:solidFill>
            <a:prstDash val="solid"/>
          </a:ln>
        </p:spPr>
      </p:sp>
      <p:sp>
        <p:nvSpPr>
          <p:cNvPr id="25" name="text">
            <a:extLst xmlns:a="http://schemas.openxmlformats.org/drawingml/2006/main">
              <a:ext uri="{FF2B5EF4-FFF2-40B4-BE49-F238E27FC236}">
                <a16:creationId xmlns:a16="http://schemas.microsoft.com/office/drawing/2014/main" id="{D43693D0-CF4D-4653-96ED-EABBACC68572}"/>
              </a:ext>
            </a:extLst>
          </p:cNvPr>
          <p:cNvSpPr>
            <a:spLocks xmlns:a="http://schemas.openxmlformats.org/drawingml/2006/main" noGrp="1"/>
          </p:cNvSpPr>
          <p:nvPr/>
        </p:nvSpPr>
        <p:spPr>
          <a:xfrm xmlns:a="http://schemas.openxmlformats.org/drawingml/2006/main">
            <a:off x="7429500" y="3924300"/>
            <a:ext cx="3619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02A43"/>
                </a:solidFill>
              </a:defRPr>
            </a:pPr>
            <a:r>
              <a:rPr sz="1500" b="0">
                <a:solidFill>
                  <a:srgbClr val="102A43"/>
                </a:solidFill>
              </a:rPr>
              <a:t>Regional actin populations are disjoint</a:t>
            </a:r>
          </a:p>
        </p:txBody>
      </p:sp>
      <p:sp>
        <p:nvSpPr>
          <p:cNvPr id="26" name="">
            <a:extLst xmlns:a="http://schemas.openxmlformats.org/drawingml/2006/main">
              <a:ext uri="{FF2B5EF4-FFF2-40B4-BE49-F238E27FC236}">
                <a16:creationId xmlns:a16="http://schemas.microsoft.com/office/drawing/2014/main" id="{6C99D3C2-3AEF-4FCF-A309-BBD5F1D29831}"/>
              </a:ext>
            </a:extLst>
          </p:cNvPr>
          <p:cNvSpPr>
            <a:spLocks xmlns:a="http://schemas.openxmlformats.org/drawingml/2006/main" noGrp="1"/>
          </p:cNvSpPr>
          <p:nvPr/>
        </p:nvSpPr>
        <p:spPr>
          <a:xfrm xmlns:a="http://schemas.openxmlformats.org/drawingml/2006/main">
            <a:off x="809625" y="5334000"/>
            <a:ext cx="10477500" cy="714375"/>
          </a:xfrm>
          <a:prstGeom xmlns:a="http://schemas.openxmlformats.org/drawingml/2006/main" prst="roundRect">
            <a:avLst>
              <a:gd name="adj" fmla="val 10667"/>
            </a:avLst>
          </a:prstGeom>
          <a:solidFill xmlns:a="http://schemas.openxmlformats.org/drawingml/2006/main">
            <a:srgbClr val="E8F4F5"/>
          </a:solidFill>
          <a:ln xmlns:a="http://schemas.openxmlformats.org/drawingml/2006/main" w="0">
            <a:noFill/>
            <a:prstDash val="solid"/>
          </a:ln>
        </p:spPr>
      </p:sp>
      <p:sp>
        <p:nvSpPr>
          <p:cNvPr id="27" name="text">
            <a:extLst xmlns:a="http://schemas.openxmlformats.org/drawingml/2006/main">
              <a:ext uri="{FF2B5EF4-FFF2-40B4-BE49-F238E27FC236}">
                <a16:creationId xmlns:a16="http://schemas.microsoft.com/office/drawing/2014/main" id="{715C6321-5EAC-47C0-9577-95FDB14AF493}"/>
              </a:ext>
            </a:extLst>
          </p:cNvPr>
          <p:cNvSpPr>
            <a:spLocks xmlns:a="http://schemas.openxmlformats.org/drawingml/2006/main" noGrp="1"/>
          </p:cNvSpPr>
          <p:nvPr/>
        </p:nvSpPr>
        <p:spPr>
          <a:xfrm xmlns:a="http://schemas.openxmlformats.org/drawingml/2006/main">
            <a:off x="1019175" y="5514975"/>
            <a:ext cx="10058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102A43"/>
                </a:solidFill>
              </a:defRPr>
            </a:pPr>
            <a:r>
              <a:rPr sz="1875" b="1">
                <a:solidFill>
                  <a:srgbClr val="102A43"/>
                </a:solidFill>
              </a:rPr>
              <a:t>Efil = ∫ [½ ks(|∂sr|−1)² + ½ κ |∂²sr|²] ds</a:t>
            </a:r>
          </a:p>
        </p:txBody>
      </p:sp>
    </p:spTree>
    <p:extLst>
      <p:ext uri="{BB962C8B-B14F-4D97-AF65-F5344CB8AC3E}">
        <p14:creationId xmlns:p14="http://schemas.microsoft.com/office/powerpoint/2010/main" val="121844097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ext">
            <a:extLst xmlns:a="http://schemas.openxmlformats.org/drawingml/2006/main">
              <a:ext uri="{FF2B5EF4-FFF2-40B4-BE49-F238E27FC236}">
                <a16:creationId xmlns:a16="http://schemas.microsoft.com/office/drawing/2014/main" id="{ED8036E9-F7AF-4A92-AB17-29AA90EC2F82}"/>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SURFACES</a:t>
            </a:r>
          </a:p>
        </p:txBody>
      </p:sp>
      <p:sp>
        <p:nvSpPr>
          <p:cNvPr id="2" name="text">
            <a:extLst xmlns:a="http://schemas.openxmlformats.org/drawingml/2006/main">
              <a:ext uri="{FF2B5EF4-FFF2-40B4-BE49-F238E27FC236}">
                <a16:creationId xmlns:a16="http://schemas.microsoft.com/office/drawing/2014/main" id="{B387AA60-2599-4447-9641-9F274AA958BE}"/>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0F14"/>
                </a:solidFill>
              </a:defRPr>
            </a:pPr>
            <a:r>
              <a:rPr sz="2850" b="1">
                <a:solidFill>
                  <a:srgbClr val="0B0F14"/>
                </a:solidFill>
              </a:rPr>
              <a:t>Membrane and cortex must be coupled through an explicit connector</a:t>
            </a:r>
          </a:p>
        </p:txBody>
      </p:sp>
      <p:cxnSp>
        <p:nvCxnSpPr>
          <p:cNvPr id="24"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13611758-E736-441D-9C98-EECBFCF75987}"/>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14</a:t>
            </a:r>
          </a:p>
        </p:txBody>
      </p:sp>
      <p:sp>
        <p:nvSpPr>
          <p:cNvPr id="5" name="text">
            <a:extLst xmlns:a="http://schemas.openxmlformats.org/drawingml/2006/main">
              <a:ext uri="{FF2B5EF4-FFF2-40B4-BE49-F238E27FC236}">
                <a16:creationId xmlns:a16="http://schemas.microsoft.com/office/drawing/2014/main" id="{0EC8DAAF-03B0-421C-BFA5-6E958D3FFAB5}"/>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sp>
        <p:nvSpPr>
          <p:cNvPr id="6" name="">
            <a:extLst xmlns:a="http://schemas.openxmlformats.org/drawingml/2006/main">
              <a:ext uri="{FF2B5EF4-FFF2-40B4-BE49-F238E27FC236}">
                <a16:creationId xmlns:a16="http://schemas.microsoft.com/office/drawing/2014/main" id="{F6A440CB-6D6A-4565-9ECD-03E3CE08CF33}"/>
              </a:ext>
            </a:extLst>
          </p:cNvPr>
          <p:cNvSpPr>
            <a:spLocks xmlns:a="http://schemas.openxmlformats.org/drawingml/2006/main" noGrp="1"/>
          </p:cNvSpPr>
          <p:nvPr/>
        </p:nvSpPr>
        <p:spPr>
          <a:xfrm xmlns:a="http://schemas.openxmlformats.org/drawingml/2006/main">
            <a:off x="952500" y="1714500"/>
            <a:ext cx="4000500" cy="2857500"/>
          </a:xfrm>
          <a:prstGeom xmlns:a="http://schemas.openxmlformats.org/drawingml/2006/main" prst="ellipse">
            <a:avLst/>
          </a:prstGeom>
          <a:solidFill xmlns:a="http://schemas.openxmlformats.org/drawingml/2006/main">
            <a:srgbClr val="DDF1F2"/>
          </a:solidFill>
          <a:ln xmlns:a="http://schemas.openxmlformats.org/drawingml/2006/main" w="28575">
            <a:solidFill>
              <a:srgbClr val="16A6B6"/>
            </a:solidFill>
            <a:prstDash val="solid"/>
          </a:ln>
        </p:spPr>
      </p:sp>
      <p:sp>
        <p:nvSpPr>
          <p:cNvPr id="7" name="">
            <a:extLst xmlns:a="http://schemas.openxmlformats.org/drawingml/2006/main">
              <a:ext uri="{FF2B5EF4-FFF2-40B4-BE49-F238E27FC236}">
                <a16:creationId xmlns:a16="http://schemas.microsoft.com/office/drawing/2014/main" id="{A3BC7808-C7CA-4E48-BB34-7A6902B3602E}"/>
              </a:ext>
            </a:extLst>
          </p:cNvPr>
          <p:cNvSpPr>
            <a:spLocks xmlns:a="http://schemas.openxmlformats.org/drawingml/2006/main" noGrp="1"/>
          </p:cNvSpPr>
          <p:nvPr/>
        </p:nvSpPr>
        <p:spPr>
          <a:xfrm xmlns:a="http://schemas.openxmlformats.org/drawingml/2006/main">
            <a:off x="1266825" y="2000250"/>
            <a:ext cx="3371850" cy="2286000"/>
          </a:xfrm>
          <a:prstGeom xmlns:a="http://schemas.openxmlformats.org/drawingml/2006/main" prst="ellipse">
            <a:avLst/>
          </a:prstGeom>
          <a:noFill xmlns:a="http://schemas.openxmlformats.org/drawingml/2006/main"/>
          <a:ln xmlns:a="http://schemas.openxmlformats.org/drawingml/2006/main" w="28575">
            <a:solidFill>
              <a:srgbClr val="E76F51"/>
            </a:solidFill>
            <a:prstDash val="solid"/>
          </a:ln>
        </p:spPr>
      </p:sp>
      <p:sp>
        <p:nvSpPr>
          <p:cNvPr id="8" name="text">
            <a:extLst xmlns:a="http://schemas.openxmlformats.org/drawingml/2006/main">
              <a:ext uri="{FF2B5EF4-FFF2-40B4-BE49-F238E27FC236}">
                <a16:creationId xmlns:a16="http://schemas.microsoft.com/office/drawing/2014/main" id="{5908C9E9-2C77-467E-B169-FDF48CC5B522}"/>
              </a:ext>
            </a:extLst>
          </p:cNvPr>
          <p:cNvSpPr>
            <a:spLocks xmlns:a="http://schemas.openxmlformats.org/drawingml/2006/main" noGrp="1"/>
          </p:cNvSpPr>
          <p:nvPr/>
        </p:nvSpPr>
        <p:spPr>
          <a:xfrm xmlns:a="http://schemas.openxmlformats.org/drawingml/2006/main">
            <a:off x="714375" y="49053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16A6B6"/>
                </a:solidFill>
              </a:defRPr>
            </a:pPr>
            <a:r>
              <a:rPr sz="1500" b="1">
                <a:solidFill>
                  <a:srgbClr val="16A6B6"/>
                </a:solidFill>
              </a:rPr>
              <a:t>membrane</a:t>
            </a:r>
          </a:p>
        </p:txBody>
      </p:sp>
      <p:sp>
        <p:nvSpPr>
          <p:cNvPr id="9" name="text">
            <a:extLst xmlns:a="http://schemas.openxmlformats.org/drawingml/2006/main">
              <a:ext uri="{FF2B5EF4-FFF2-40B4-BE49-F238E27FC236}">
                <a16:creationId xmlns:a16="http://schemas.microsoft.com/office/drawing/2014/main" id="{59609DAC-753B-4945-9C6C-D82D232AA4E7}"/>
              </a:ext>
            </a:extLst>
          </p:cNvPr>
          <p:cNvSpPr>
            <a:spLocks xmlns:a="http://schemas.openxmlformats.org/drawingml/2006/main" noGrp="1"/>
          </p:cNvSpPr>
          <p:nvPr/>
        </p:nvSpPr>
        <p:spPr>
          <a:xfrm xmlns:a="http://schemas.openxmlformats.org/drawingml/2006/main">
            <a:off x="2714625" y="4905375"/>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E76F51"/>
                </a:solidFill>
              </a:defRPr>
            </a:pPr>
            <a:r>
              <a:rPr sz="1500" b="1">
                <a:solidFill>
                  <a:srgbClr val="E76F51"/>
                </a:solidFill>
              </a:rPr>
              <a:t>cortex</a:t>
            </a:r>
          </a:p>
        </p:txBody>
      </p:sp>
      <p:cxnSp>
        <p:nvCxnSpPr>
          <p:cNvPr id="31" name=""/>
          <p:cNvCxnSpPr/>
          <p:nvPr/>
        </p:nvCxnSpPr>
        <p:spPr>
          <a:xfrm xmlns:a="http://schemas.openxmlformats.org/drawingml/2006/main">
            <a:off x="1428750" y="2362200"/>
            <a:ext cx="142875" cy="1447800"/>
          </a:xfrm>
          <a:prstGeom xmlns:a="http://schemas.openxmlformats.org/drawingml/2006/main" prst="straightConnector1">
            <a:avLst/>
          </a:prstGeom>
          <a:ln xmlns:a="http://schemas.openxmlformats.org/drawingml/2006/main" w="28575">
            <a:solidFill>
              <a:srgbClr val="E9C46A"/>
            </a:solidFill>
            <a:prstDash val="solid"/>
          </a:ln>
        </p:spPr>
      </p:cxnSp>
      <p:cxnSp>
        <p:nvCxnSpPr>
          <p:cNvPr id="32" name=""/>
          <p:cNvCxnSpPr/>
          <p:nvPr/>
        </p:nvCxnSpPr>
        <p:spPr>
          <a:xfrm xmlns:a="http://schemas.openxmlformats.org/drawingml/2006/main">
            <a:off x="2047875" y="2362200"/>
            <a:ext cx="95250" cy="1447800"/>
          </a:xfrm>
          <a:prstGeom xmlns:a="http://schemas.openxmlformats.org/drawingml/2006/main" prst="straightConnector1">
            <a:avLst/>
          </a:prstGeom>
          <a:ln xmlns:a="http://schemas.openxmlformats.org/drawingml/2006/main" w="28575">
            <a:solidFill>
              <a:srgbClr val="E9C46A"/>
            </a:solidFill>
            <a:prstDash val="solid"/>
          </a:ln>
        </p:spPr>
      </p:cxnSp>
      <p:cxnSp>
        <p:nvCxnSpPr>
          <p:cNvPr id="33" name=""/>
          <p:cNvCxnSpPr/>
          <p:nvPr/>
        </p:nvCxnSpPr>
        <p:spPr>
          <a:xfrm xmlns:a="http://schemas.openxmlformats.org/drawingml/2006/main">
            <a:off x="2667000" y="2362200"/>
            <a:ext cx="47625" cy="1447800"/>
          </a:xfrm>
          <a:prstGeom xmlns:a="http://schemas.openxmlformats.org/drawingml/2006/main" prst="straightConnector1">
            <a:avLst/>
          </a:prstGeom>
          <a:ln xmlns:a="http://schemas.openxmlformats.org/drawingml/2006/main" w="28575">
            <a:solidFill>
              <a:srgbClr val="E9C46A"/>
            </a:solidFill>
            <a:prstDash val="solid"/>
          </a:ln>
        </p:spPr>
      </p:cxnSp>
      <p:cxnSp>
        <p:nvCxnSpPr>
          <p:cNvPr id="34" name=""/>
          <p:cNvCxnSpPr/>
          <p:nvPr/>
        </p:nvCxnSpPr>
        <p:spPr>
          <a:xfrm xmlns:a="http://schemas.openxmlformats.org/drawingml/2006/main">
            <a:off x="3286125" y="2362200"/>
            <a:ext cx="9525" cy="1447800"/>
          </a:xfrm>
          <a:prstGeom xmlns:a="http://schemas.openxmlformats.org/drawingml/2006/main" prst="straightConnector1">
            <a:avLst/>
          </a:prstGeom>
          <a:ln xmlns:a="http://schemas.openxmlformats.org/drawingml/2006/main" w="28575">
            <a:solidFill>
              <a:srgbClr val="E9C46A"/>
            </a:solidFill>
            <a:prstDash val="solid"/>
          </a:ln>
        </p:spPr>
      </p:cxnSp>
      <p:cxnSp>
        <p:nvCxnSpPr>
          <p:cNvPr id="35" name=""/>
          <p:cNvCxnSpPr/>
          <p:nvPr/>
        </p:nvCxnSpPr>
        <p:spPr>
          <a:xfrm xmlns:a="http://schemas.openxmlformats.org/drawingml/2006/main">
            <a:off x="3857625" y="2362200"/>
            <a:ext cx="47625" cy="1447800"/>
          </a:xfrm>
          <a:prstGeom xmlns:a="http://schemas.openxmlformats.org/drawingml/2006/main" prst="straightConnector1">
            <a:avLst/>
          </a:prstGeom>
          <a:ln xmlns:a="http://schemas.openxmlformats.org/drawingml/2006/main" w="28575">
            <a:solidFill>
              <a:srgbClr val="E9C46A"/>
            </a:solidFill>
            <a:prstDash val="solid"/>
          </a:ln>
        </p:spPr>
      </p:cxnSp>
      <p:sp>
        <p:nvSpPr>
          <p:cNvPr id="15" name="text">
            <a:extLst xmlns:a="http://schemas.openxmlformats.org/drawingml/2006/main">
              <a:ext uri="{FF2B5EF4-FFF2-40B4-BE49-F238E27FC236}">
                <a16:creationId xmlns:a16="http://schemas.microsoft.com/office/drawing/2014/main" id="{27E807F1-DEE0-4257-AF7B-C7BC78018FCB}"/>
              </a:ext>
            </a:extLst>
          </p:cNvPr>
          <p:cNvSpPr>
            <a:spLocks xmlns:a="http://schemas.openxmlformats.org/drawingml/2006/main" noGrp="1"/>
          </p:cNvSpPr>
          <p:nvPr/>
        </p:nvSpPr>
        <p:spPr>
          <a:xfrm xmlns:a="http://schemas.openxmlformats.org/drawingml/2006/main">
            <a:off x="6667500" y="2190750"/>
            <a:ext cx="3714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102A43"/>
                </a:solidFill>
              </a:defRPr>
            </a:pPr>
            <a:r>
              <a:rPr sz="2100" b="1">
                <a:solidFill>
                  <a:srgbClr val="102A43"/>
                </a:solidFill>
              </a:rPr>
              <a:t>ERM / attachment connector</a:t>
            </a:r>
          </a:p>
          <a:p xmlns:a="http://schemas.openxmlformats.org/drawingml/2006/main">
            <a:pPr algn="ctr">
              <a:defRPr sz="2100" b="1">
                <a:solidFill>
                  <a:srgbClr val="102A43"/>
                </a:solidFill>
              </a:defRPr>
            </a:pPr>
            <a:r>
              <a:rPr sz="2100" b="1">
                <a:solidFill>
                  <a:srgbClr val="102A43"/>
                </a:solidFill>
              </a:rPr>
              <a:t>paired reactions + event state</a:t>
            </a:r>
          </a:p>
        </p:txBody>
      </p:sp>
      <p:cxnSp>
        <p:nvCxnSpPr>
          <p:cNvPr id="37" name=""/>
          <p:cNvCxnSpPr/>
          <p:nvPr/>
        </p:nvCxnSpPr>
        <p:spPr>
          <a:xfrm xmlns:a="http://schemas.openxmlformats.org/drawingml/2006/main">
            <a:off x="4953000" y="3143250"/>
            <a:ext cx="1428750" cy="9525"/>
          </a:xfrm>
          <a:prstGeom xmlns:a="http://schemas.openxmlformats.org/drawingml/2006/main" prst="straightConnector1">
            <a:avLst/>
          </a:prstGeom>
          <a:ln xmlns:a="http://schemas.openxmlformats.org/drawingml/2006/main" w="28575">
            <a:solidFill>
              <a:srgbClr val="B8C7D0"/>
            </a:solidFill>
            <a:prstDash val="solid"/>
          </a:ln>
        </p:spPr>
      </p:cxnSp>
      <p:cxnSp>
        <p:nvCxnSpPr>
          <p:cNvPr id="38" name=""/>
          <p:cNvCxnSpPr/>
          <p:nvPr/>
        </p:nvCxnSpPr>
        <p:spPr>
          <a:xfrm xmlns:a="http://schemas.openxmlformats.org/drawingml/2006/main">
            <a:off x="10572750" y="3143250"/>
            <a:ext cx="571500" cy="9525"/>
          </a:xfrm>
          <a:prstGeom xmlns:a="http://schemas.openxmlformats.org/drawingml/2006/main" prst="straightConnector1">
            <a:avLst/>
          </a:prstGeom>
          <a:ln xmlns:a="http://schemas.openxmlformats.org/drawingml/2006/main" w="28575">
            <a:solidFill>
              <a:srgbClr val="B8C7D0"/>
            </a:solidFill>
            <a:prstDash val="solid"/>
          </a:ln>
        </p:spPr>
      </p:cxnSp>
      <p:sp>
        <p:nvSpPr>
          <p:cNvPr id="18" name="">
            <a:extLst xmlns:a="http://schemas.openxmlformats.org/drawingml/2006/main">
              <a:ext uri="{FF2B5EF4-FFF2-40B4-BE49-F238E27FC236}">
                <a16:creationId xmlns:a16="http://schemas.microsoft.com/office/drawing/2014/main" id="{9A7055A0-EE8A-4500-957D-C1F5A6475A6F}"/>
              </a:ext>
            </a:extLst>
          </p:cNvPr>
          <p:cNvSpPr>
            <a:spLocks xmlns:a="http://schemas.openxmlformats.org/drawingml/2006/main" noGrp="1"/>
          </p:cNvSpPr>
          <p:nvPr/>
        </p:nvSpPr>
        <p:spPr>
          <a:xfrm xmlns:a="http://schemas.openxmlformats.org/drawingml/2006/main">
            <a:off x="10668000" y="2714625"/>
            <a:ext cx="952500" cy="857250"/>
          </a:xfrm>
          <a:prstGeom xmlns:a="http://schemas.openxmlformats.org/drawingml/2006/main" prst="roundRect">
            <a:avLst>
              <a:gd name="adj" fmla="val 8889"/>
            </a:avLst>
          </a:prstGeom>
          <a:solidFill xmlns:a="http://schemas.openxmlformats.org/drawingml/2006/main">
            <a:srgbClr val="E8F4F5"/>
          </a:solidFill>
          <a:ln xmlns:a="http://schemas.openxmlformats.org/drawingml/2006/main" w="14288">
            <a:solidFill>
              <a:srgbClr val="16A6B6"/>
            </a:solidFill>
            <a:prstDash val="solid"/>
          </a:ln>
        </p:spPr>
      </p:sp>
      <p:sp>
        <p:nvSpPr>
          <p:cNvPr id="19" name="text">
            <a:extLst xmlns:a="http://schemas.openxmlformats.org/drawingml/2006/main">
              <a:ext uri="{FF2B5EF4-FFF2-40B4-BE49-F238E27FC236}">
                <a16:creationId xmlns:a16="http://schemas.microsoft.com/office/drawing/2014/main" id="{6DD7480B-9F33-4DE4-AB08-039FF2D7E5AF}"/>
              </a:ext>
            </a:extLst>
          </p:cNvPr>
          <p:cNvSpPr>
            <a:spLocks xmlns:a="http://schemas.openxmlformats.org/drawingml/2006/main" noGrp="1"/>
          </p:cNvSpPr>
          <p:nvPr/>
        </p:nvSpPr>
        <p:spPr>
          <a:xfrm xmlns:a="http://schemas.openxmlformats.org/drawingml/2006/main">
            <a:off x="10763250" y="2847975"/>
            <a:ext cx="762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102A43"/>
                </a:solidFill>
              </a:defRPr>
            </a:pPr>
            <a:r>
              <a:rPr sz="1125" b="1">
                <a:solidFill>
                  <a:srgbClr val="102A43"/>
                </a:solidFill>
              </a:rPr>
              <a:t>membrane</a:t>
            </a:r>
          </a:p>
          <a:p xmlns:a="http://schemas.openxmlformats.org/drawingml/2006/main">
            <a:pPr algn="ctr">
              <a:defRPr sz="1125" b="1">
                <a:solidFill>
                  <a:srgbClr val="102A43"/>
                </a:solidFill>
              </a:defRPr>
            </a:pPr>
            <a:r>
              <a:rPr sz="1125" b="1">
                <a:solidFill>
                  <a:srgbClr val="102A43"/>
                </a:solidFill>
              </a:rPr>
              <a:t>endpoint</a:t>
            </a:r>
          </a:p>
        </p:txBody>
      </p:sp>
      <p:sp>
        <p:nvSpPr>
          <p:cNvPr id="20" name="">
            <a:extLst xmlns:a="http://schemas.openxmlformats.org/drawingml/2006/main">
              <a:ext uri="{FF2B5EF4-FFF2-40B4-BE49-F238E27FC236}">
                <a16:creationId xmlns:a16="http://schemas.microsoft.com/office/drawing/2014/main" id="{A40B4A14-F108-453F-846C-A7E0AE88B490}"/>
              </a:ext>
            </a:extLst>
          </p:cNvPr>
          <p:cNvSpPr>
            <a:spLocks xmlns:a="http://schemas.openxmlformats.org/drawingml/2006/main" noGrp="1"/>
          </p:cNvSpPr>
          <p:nvPr/>
        </p:nvSpPr>
        <p:spPr>
          <a:xfrm xmlns:a="http://schemas.openxmlformats.org/drawingml/2006/main">
            <a:off x="762000" y="5286375"/>
            <a:ext cx="10668000" cy="714375"/>
          </a:xfrm>
          <a:prstGeom xmlns:a="http://schemas.openxmlformats.org/drawingml/2006/main" prst="roundRect">
            <a:avLst>
              <a:gd name="adj" fmla="val 10667"/>
            </a:avLst>
          </a:prstGeom>
          <a:solidFill xmlns:a="http://schemas.openxmlformats.org/drawingml/2006/main">
            <a:srgbClr val="E8F4F5"/>
          </a:solidFill>
          <a:ln xmlns:a="http://schemas.openxmlformats.org/drawingml/2006/main" w="0">
            <a:noFill/>
            <a:prstDash val="solid"/>
          </a:ln>
        </p:spPr>
      </p:sp>
      <p:sp>
        <p:nvSpPr>
          <p:cNvPr id="21" name="text">
            <a:extLst xmlns:a="http://schemas.openxmlformats.org/drawingml/2006/main">
              <a:ext uri="{FF2B5EF4-FFF2-40B4-BE49-F238E27FC236}">
                <a16:creationId xmlns:a16="http://schemas.microsoft.com/office/drawing/2014/main" id="{8FE20176-7570-43E3-8834-94012A43EE0F}"/>
              </a:ext>
            </a:extLst>
          </p:cNvPr>
          <p:cNvSpPr>
            <a:spLocks xmlns:a="http://schemas.openxmlformats.org/drawingml/2006/main" noGrp="1"/>
          </p:cNvSpPr>
          <p:nvPr/>
        </p:nvSpPr>
        <p:spPr>
          <a:xfrm xmlns:a="http://schemas.openxmlformats.org/drawingml/2006/main">
            <a:off x="971550" y="5467350"/>
            <a:ext cx="10248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102A43"/>
                </a:solidFill>
              </a:defRPr>
            </a:pPr>
            <a:r>
              <a:rPr sz="1875" b="1">
                <a:solidFill>
                  <a:srgbClr val="102A43"/>
                </a:solidFill>
              </a:rPr>
              <a:t>Emem = ∫S [κm/2 (2H−C0)² + γm] dA − ΔP V</a:t>
            </a:r>
          </a:p>
        </p:txBody>
      </p:sp>
    </p:spTree>
    <p:extLst>
      <p:ext uri="{BB962C8B-B14F-4D97-AF65-F5344CB8AC3E}">
        <p14:creationId xmlns:p14="http://schemas.microsoft.com/office/powerpoint/2010/main" val="151534194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8" name="text">
            <a:extLst xmlns:a="http://schemas.openxmlformats.org/drawingml/2006/main">
              <a:ext uri="{FF2B5EF4-FFF2-40B4-BE49-F238E27FC236}">
                <a16:creationId xmlns:a16="http://schemas.microsoft.com/office/drawing/2014/main" id="{4116EB04-E1BC-41DB-B12B-E458383681B0}"/>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ACTOMYOSIN</a:t>
            </a:r>
          </a:p>
        </p:txBody>
      </p:sp>
      <p:sp>
        <p:nvSpPr>
          <p:cNvPr id="2" name="text">
            <a:extLst xmlns:a="http://schemas.openxmlformats.org/drawingml/2006/main">
              <a:ext uri="{FF2B5EF4-FFF2-40B4-BE49-F238E27FC236}">
                <a16:creationId xmlns:a16="http://schemas.microsoft.com/office/drawing/2014/main" id="{D21C3A46-DF63-4089-A329-FC784B275F30}"/>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0F14"/>
                </a:solidFill>
              </a:defRPr>
            </a:pPr>
            <a:r>
              <a:rPr sz="2850" b="1">
                <a:solidFill>
                  <a:srgbClr val="0B0F14"/>
                </a:solidFill>
              </a:rPr>
              <a:t>Myosin couples event kinetics to force-limited motion</a:t>
            </a:r>
          </a:p>
        </p:txBody>
      </p:sp>
      <p:cxnSp>
        <p:nvCxnSpPr>
          <p:cNvPr id="90"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106062BF-20CA-4489-8E78-9CAAEF294430}"/>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15</a:t>
            </a:r>
          </a:p>
        </p:txBody>
      </p:sp>
      <p:sp>
        <p:nvSpPr>
          <p:cNvPr id="5" name="text">
            <a:extLst xmlns:a="http://schemas.openxmlformats.org/drawingml/2006/main">
              <a:ext uri="{FF2B5EF4-FFF2-40B4-BE49-F238E27FC236}">
                <a16:creationId xmlns:a16="http://schemas.microsoft.com/office/drawing/2014/main" id="{44148297-8134-4F05-B1AB-D2D9AB4DD5A8}"/>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cxnSp>
        <p:nvCxnSpPr>
          <p:cNvPr id="93" name=""/>
          <p:cNvCxnSpPr/>
          <p:nvPr/>
        </p:nvCxnSpPr>
        <p:spPr>
          <a:xfrm xmlns:a="http://schemas.openxmlformats.org/drawingml/2006/main">
            <a:off x="1000125" y="4476750"/>
            <a:ext cx="4429125" cy="9525"/>
          </a:xfrm>
          <a:prstGeom xmlns:a="http://schemas.openxmlformats.org/drawingml/2006/main" prst="straightConnector1">
            <a:avLst/>
          </a:prstGeom>
          <a:ln xmlns:a="http://schemas.openxmlformats.org/drawingml/2006/main" w="19050">
            <a:solidFill>
              <a:srgbClr val="B8C7D0"/>
            </a:solidFill>
            <a:prstDash val="solid"/>
          </a:ln>
        </p:spPr>
      </p:cxnSp>
      <p:cxnSp>
        <p:nvCxnSpPr>
          <p:cNvPr id="94" name=""/>
          <p:cNvCxnSpPr/>
          <p:nvPr/>
        </p:nvCxnSpPr>
        <p:spPr>
          <a:xfrm xmlns:a="http://schemas.openxmlformats.org/drawingml/2006/main">
            <a:off x="1000125" y="1857375"/>
            <a:ext cx="9525" cy="2619375"/>
          </a:xfrm>
          <a:prstGeom xmlns:a="http://schemas.openxmlformats.org/drawingml/2006/main" prst="straightConnector1">
            <a:avLst/>
          </a:prstGeom>
          <a:ln xmlns:a="http://schemas.openxmlformats.org/drawingml/2006/main" w="19050">
            <a:solidFill>
              <a:srgbClr val="B8C7D0"/>
            </a:solidFill>
            <a:prstDash val="solid"/>
          </a:ln>
        </p:spPr>
      </p:cxnSp>
      <p:sp>
        <p:nvSpPr>
          <p:cNvPr id="8" name="">
            <a:extLst xmlns:a="http://schemas.openxmlformats.org/drawingml/2006/main">
              <a:ext uri="{FF2B5EF4-FFF2-40B4-BE49-F238E27FC236}">
                <a16:creationId xmlns:a16="http://schemas.microsoft.com/office/drawing/2014/main" id="{745022D4-6074-4C95-B559-8231EEE2CE2D}"/>
              </a:ext>
            </a:extLst>
          </p:cNvPr>
          <p:cNvSpPr>
            <a:spLocks xmlns:a="http://schemas.openxmlformats.org/drawingml/2006/main" noGrp="1"/>
          </p:cNvSpPr>
          <p:nvPr/>
        </p:nvSpPr>
        <p:spPr>
          <a:xfrm xmlns:a="http://schemas.openxmlformats.org/drawingml/2006/main">
            <a:off x="1047750" y="2190750"/>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9" name="">
            <a:extLst xmlns:a="http://schemas.openxmlformats.org/drawingml/2006/main">
              <a:ext uri="{FF2B5EF4-FFF2-40B4-BE49-F238E27FC236}">
                <a16:creationId xmlns:a16="http://schemas.microsoft.com/office/drawing/2014/main" id="{37848958-D406-4EE0-B818-41784ED65D23}"/>
              </a:ext>
            </a:extLst>
          </p:cNvPr>
          <p:cNvSpPr>
            <a:spLocks xmlns:a="http://schemas.openxmlformats.org/drawingml/2006/main" noGrp="1"/>
          </p:cNvSpPr>
          <p:nvPr/>
        </p:nvSpPr>
        <p:spPr>
          <a:xfrm xmlns:a="http://schemas.openxmlformats.org/drawingml/2006/main">
            <a:off x="1104900" y="2220278"/>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10" name="">
            <a:extLst xmlns:a="http://schemas.openxmlformats.org/drawingml/2006/main">
              <a:ext uri="{FF2B5EF4-FFF2-40B4-BE49-F238E27FC236}">
                <a16:creationId xmlns:a16="http://schemas.microsoft.com/office/drawing/2014/main" id="{A9CD9E02-5250-4E8E-A838-026A70A91829}"/>
              </a:ext>
            </a:extLst>
          </p:cNvPr>
          <p:cNvSpPr>
            <a:spLocks xmlns:a="http://schemas.openxmlformats.org/drawingml/2006/main" noGrp="1"/>
          </p:cNvSpPr>
          <p:nvPr/>
        </p:nvSpPr>
        <p:spPr>
          <a:xfrm xmlns:a="http://schemas.openxmlformats.org/drawingml/2006/main">
            <a:off x="1162050" y="2249805"/>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11" name="">
            <a:extLst xmlns:a="http://schemas.openxmlformats.org/drawingml/2006/main">
              <a:ext uri="{FF2B5EF4-FFF2-40B4-BE49-F238E27FC236}">
                <a16:creationId xmlns:a16="http://schemas.microsoft.com/office/drawing/2014/main" id="{9BB9B03A-E67E-4ADC-A1C4-35FBF68456A7}"/>
              </a:ext>
            </a:extLst>
          </p:cNvPr>
          <p:cNvSpPr>
            <a:spLocks xmlns:a="http://schemas.openxmlformats.org/drawingml/2006/main" noGrp="1"/>
          </p:cNvSpPr>
          <p:nvPr/>
        </p:nvSpPr>
        <p:spPr>
          <a:xfrm xmlns:a="http://schemas.openxmlformats.org/drawingml/2006/main">
            <a:off x="1219200" y="2279333"/>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12" name="">
            <a:extLst xmlns:a="http://schemas.openxmlformats.org/drawingml/2006/main">
              <a:ext uri="{FF2B5EF4-FFF2-40B4-BE49-F238E27FC236}">
                <a16:creationId xmlns:a16="http://schemas.microsoft.com/office/drawing/2014/main" id="{A96E2EBF-C888-4AC3-8BDF-07C1F5D6E202}"/>
              </a:ext>
            </a:extLst>
          </p:cNvPr>
          <p:cNvSpPr>
            <a:spLocks xmlns:a="http://schemas.openxmlformats.org/drawingml/2006/main" noGrp="1"/>
          </p:cNvSpPr>
          <p:nvPr/>
        </p:nvSpPr>
        <p:spPr>
          <a:xfrm xmlns:a="http://schemas.openxmlformats.org/drawingml/2006/main">
            <a:off x="1276350" y="2308860"/>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13" name="">
            <a:extLst xmlns:a="http://schemas.openxmlformats.org/drawingml/2006/main">
              <a:ext uri="{FF2B5EF4-FFF2-40B4-BE49-F238E27FC236}">
                <a16:creationId xmlns:a16="http://schemas.microsoft.com/office/drawing/2014/main" id="{A074E4DF-D57B-448C-9111-663490396CFD}"/>
              </a:ext>
            </a:extLst>
          </p:cNvPr>
          <p:cNvSpPr>
            <a:spLocks xmlns:a="http://schemas.openxmlformats.org/drawingml/2006/main" noGrp="1"/>
          </p:cNvSpPr>
          <p:nvPr/>
        </p:nvSpPr>
        <p:spPr>
          <a:xfrm xmlns:a="http://schemas.openxmlformats.org/drawingml/2006/main">
            <a:off x="1333500" y="2338388"/>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14" name="">
            <a:extLst xmlns:a="http://schemas.openxmlformats.org/drawingml/2006/main">
              <a:ext uri="{FF2B5EF4-FFF2-40B4-BE49-F238E27FC236}">
                <a16:creationId xmlns:a16="http://schemas.microsoft.com/office/drawing/2014/main" id="{1962E9C5-02B6-4B00-B9DA-52D9EFDA2D39}"/>
              </a:ext>
            </a:extLst>
          </p:cNvPr>
          <p:cNvSpPr>
            <a:spLocks xmlns:a="http://schemas.openxmlformats.org/drawingml/2006/main" noGrp="1"/>
          </p:cNvSpPr>
          <p:nvPr/>
        </p:nvSpPr>
        <p:spPr>
          <a:xfrm xmlns:a="http://schemas.openxmlformats.org/drawingml/2006/main">
            <a:off x="1390650" y="2367915"/>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15" name="">
            <a:extLst xmlns:a="http://schemas.openxmlformats.org/drawingml/2006/main">
              <a:ext uri="{FF2B5EF4-FFF2-40B4-BE49-F238E27FC236}">
                <a16:creationId xmlns:a16="http://schemas.microsoft.com/office/drawing/2014/main" id="{93F81039-7901-4F14-98B5-B56D7C583B6E}"/>
              </a:ext>
            </a:extLst>
          </p:cNvPr>
          <p:cNvSpPr>
            <a:spLocks xmlns:a="http://schemas.openxmlformats.org/drawingml/2006/main" noGrp="1"/>
          </p:cNvSpPr>
          <p:nvPr/>
        </p:nvSpPr>
        <p:spPr>
          <a:xfrm xmlns:a="http://schemas.openxmlformats.org/drawingml/2006/main">
            <a:off x="1447800" y="2397443"/>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16" name="">
            <a:extLst xmlns:a="http://schemas.openxmlformats.org/drawingml/2006/main">
              <a:ext uri="{FF2B5EF4-FFF2-40B4-BE49-F238E27FC236}">
                <a16:creationId xmlns:a16="http://schemas.microsoft.com/office/drawing/2014/main" id="{57C81CD2-5B9B-4197-9F6A-731E25E332BC}"/>
              </a:ext>
            </a:extLst>
          </p:cNvPr>
          <p:cNvSpPr>
            <a:spLocks xmlns:a="http://schemas.openxmlformats.org/drawingml/2006/main" noGrp="1"/>
          </p:cNvSpPr>
          <p:nvPr/>
        </p:nvSpPr>
        <p:spPr>
          <a:xfrm xmlns:a="http://schemas.openxmlformats.org/drawingml/2006/main">
            <a:off x="1504950" y="2426970"/>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17" name="">
            <a:extLst xmlns:a="http://schemas.openxmlformats.org/drawingml/2006/main">
              <a:ext uri="{FF2B5EF4-FFF2-40B4-BE49-F238E27FC236}">
                <a16:creationId xmlns:a16="http://schemas.microsoft.com/office/drawing/2014/main" id="{588526E8-179F-4EA0-A69F-2870E35D4938}"/>
              </a:ext>
            </a:extLst>
          </p:cNvPr>
          <p:cNvSpPr>
            <a:spLocks xmlns:a="http://schemas.openxmlformats.org/drawingml/2006/main" noGrp="1"/>
          </p:cNvSpPr>
          <p:nvPr/>
        </p:nvSpPr>
        <p:spPr>
          <a:xfrm xmlns:a="http://schemas.openxmlformats.org/drawingml/2006/main">
            <a:off x="1562100" y="2456498"/>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18" name="">
            <a:extLst xmlns:a="http://schemas.openxmlformats.org/drawingml/2006/main">
              <a:ext uri="{FF2B5EF4-FFF2-40B4-BE49-F238E27FC236}">
                <a16:creationId xmlns:a16="http://schemas.microsoft.com/office/drawing/2014/main" id="{9A297085-5FF4-439D-BA54-F118C6852A8B}"/>
              </a:ext>
            </a:extLst>
          </p:cNvPr>
          <p:cNvSpPr>
            <a:spLocks xmlns:a="http://schemas.openxmlformats.org/drawingml/2006/main" noGrp="1"/>
          </p:cNvSpPr>
          <p:nvPr/>
        </p:nvSpPr>
        <p:spPr>
          <a:xfrm xmlns:a="http://schemas.openxmlformats.org/drawingml/2006/main">
            <a:off x="1619250" y="2486025"/>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19" name="">
            <a:extLst xmlns:a="http://schemas.openxmlformats.org/drawingml/2006/main">
              <a:ext uri="{FF2B5EF4-FFF2-40B4-BE49-F238E27FC236}">
                <a16:creationId xmlns:a16="http://schemas.microsoft.com/office/drawing/2014/main" id="{836D1B00-799F-42FC-9E25-E55AFCDEEF07}"/>
              </a:ext>
            </a:extLst>
          </p:cNvPr>
          <p:cNvSpPr>
            <a:spLocks xmlns:a="http://schemas.openxmlformats.org/drawingml/2006/main" noGrp="1"/>
          </p:cNvSpPr>
          <p:nvPr/>
        </p:nvSpPr>
        <p:spPr>
          <a:xfrm xmlns:a="http://schemas.openxmlformats.org/drawingml/2006/main">
            <a:off x="1676400" y="2515553"/>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20" name="">
            <a:extLst xmlns:a="http://schemas.openxmlformats.org/drawingml/2006/main">
              <a:ext uri="{FF2B5EF4-FFF2-40B4-BE49-F238E27FC236}">
                <a16:creationId xmlns:a16="http://schemas.microsoft.com/office/drawing/2014/main" id="{EFCEDBEB-CEEB-430B-BE4B-0A2FA877CB9B}"/>
              </a:ext>
            </a:extLst>
          </p:cNvPr>
          <p:cNvSpPr>
            <a:spLocks xmlns:a="http://schemas.openxmlformats.org/drawingml/2006/main" noGrp="1"/>
          </p:cNvSpPr>
          <p:nvPr/>
        </p:nvSpPr>
        <p:spPr>
          <a:xfrm xmlns:a="http://schemas.openxmlformats.org/drawingml/2006/main">
            <a:off x="1733550" y="2545080"/>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21" name="">
            <a:extLst xmlns:a="http://schemas.openxmlformats.org/drawingml/2006/main">
              <a:ext uri="{FF2B5EF4-FFF2-40B4-BE49-F238E27FC236}">
                <a16:creationId xmlns:a16="http://schemas.microsoft.com/office/drawing/2014/main" id="{6F3895E3-C9AF-4255-B260-D43913CEC291}"/>
              </a:ext>
            </a:extLst>
          </p:cNvPr>
          <p:cNvSpPr>
            <a:spLocks xmlns:a="http://schemas.openxmlformats.org/drawingml/2006/main" noGrp="1"/>
          </p:cNvSpPr>
          <p:nvPr/>
        </p:nvSpPr>
        <p:spPr>
          <a:xfrm xmlns:a="http://schemas.openxmlformats.org/drawingml/2006/main">
            <a:off x="1790700" y="2574608"/>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22" name="">
            <a:extLst xmlns:a="http://schemas.openxmlformats.org/drawingml/2006/main">
              <a:ext uri="{FF2B5EF4-FFF2-40B4-BE49-F238E27FC236}">
                <a16:creationId xmlns:a16="http://schemas.microsoft.com/office/drawing/2014/main" id="{654BAB1E-FC3A-4B9F-B92B-157908C40AE7}"/>
              </a:ext>
            </a:extLst>
          </p:cNvPr>
          <p:cNvSpPr>
            <a:spLocks xmlns:a="http://schemas.openxmlformats.org/drawingml/2006/main" noGrp="1"/>
          </p:cNvSpPr>
          <p:nvPr/>
        </p:nvSpPr>
        <p:spPr>
          <a:xfrm xmlns:a="http://schemas.openxmlformats.org/drawingml/2006/main">
            <a:off x="1847850" y="2604135"/>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23" name="">
            <a:extLst xmlns:a="http://schemas.openxmlformats.org/drawingml/2006/main">
              <a:ext uri="{FF2B5EF4-FFF2-40B4-BE49-F238E27FC236}">
                <a16:creationId xmlns:a16="http://schemas.microsoft.com/office/drawing/2014/main" id="{4548575D-1D29-4BB7-A427-8F8CB2146907}"/>
              </a:ext>
            </a:extLst>
          </p:cNvPr>
          <p:cNvSpPr>
            <a:spLocks xmlns:a="http://schemas.openxmlformats.org/drawingml/2006/main" noGrp="1"/>
          </p:cNvSpPr>
          <p:nvPr/>
        </p:nvSpPr>
        <p:spPr>
          <a:xfrm xmlns:a="http://schemas.openxmlformats.org/drawingml/2006/main">
            <a:off x="1905000" y="2633663"/>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24" name="">
            <a:extLst xmlns:a="http://schemas.openxmlformats.org/drawingml/2006/main">
              <a:ext uri="{FF2B5EF4-FFF2-40B4-BE49-F238E27FC236}">
                <a16:creationId xmlns:a16="http://schemas.microsoft.com/office/drawing/2014/main" id="{1E417915-F4BD-4177-A8A0-E06B76F42B28}"/>
              </a:ext>
            </a:extLst>
          </p:cNvPr>
          <p:cNvSpPr>
            <a:spLocks xmlns:a="http://schemas.openxmlformats.org/drawingml/2006/main" noGrp="1"/>
          </p:cNvSpPr>
          <p:nvPr/>
        </p:nvSpPr>
        <p:spPr>
          <a:xfrm xmlns:a="http://schemas.openxmlformats.org/drawingml/2006/main">
            <a:off x="1962150" y="2663190"/>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25" name="">
            <a:extLst xmlns:a="http://schemas.openxmlformats.org/drawingml/2006/main">
              <a:ext uri="{FF2B5EF4-FFF2-40B4-BE49-F238E27FC236}">
                <a16:creationId xmlns:a16="http://schemas.microsoft.com/office/drawing/2014/main" id="{A507489B-C63F-4480-9E97-F373825BFA1D}"/>
              </a:ext>
            </a:extLst>
          </p:cNvPr>
          <p:cNvSpPr>
            <a:spLocks xmlns:a="http://schemas.openxmlformats.org/drawingml/2006/main" noGrp="1"/>
          </p:cNvSpPr>
          <p:nvPr/>
        </p:nvSpPr>
        <p:spPr>
          <a:xfrm xmlns:a="http://schemas.openxmlformats.org/drawingml/2006/main">
            <a:off x="2019300" y="2692718"/>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26" name="">
            <a:extLst xmlns:a="http://schemas.openxmlformats.org/drawingml/2006/main">
              <a:ext uri="{FF2B5EF4-FFF2-40B4-BE49-F238E27FC236}">
                <a16:creationId xmlns:a16="http://schemas.microsoft.com/office/drawing/2014/main" id="{0F348A17-9CB1-420A-9B45-D363BC67501D}"/>
              </a:ext>
            </a:extLst>
          </p:cNvPr>
          <p:cNvSpPr>
            <a:spLocks xmlns:a="http://schemas.openxmlformats.org/drawingml/2006/main" noGrp="1"/>
          </p:cNvSpPr>
          <p:nvPr/>
        </p:nvSpPr>
        <p:spPr>
          <a:xfrm xmlns:a="http://schemas.openxmlformats.org/drawingml/2006/main">
            <a:off x="2076450" y="2722245"/>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27" name="">
            <a:extLst xmlns:a="http://schemas.openxmlformats.org/drawingml/2006/main">
              <a:ext uri="{FF2B5EF4-FFF2-40B4-BE49-F238E27FC236}">
                <a16:creationId xmlns:a16="http://schemas.microsoft.com/office/drawing/2014/main" id="{4D41C4E0-60FF-4026-9E96-1A9DD530BF6F}"/>
              </a:ext>
            </a:extLst>
          </p:cNvPr>
          <p:cNvSpPr>
            <a:spLocks xmlns:a="http://schemas.openxmlformats.org/drawingml/2006/main" noGrp="1"/>
          </p:cNvSpPr>
          <p:nvPr/>
        </p:nvSpPr>
        <p:spPr>
          <a:xfrm xmlns:a="http://schemas.openxmlformats.org/drawingml/2006/main">
            <a:off x="2133600" y="2751773"/>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28" name="">
            <a:extLst xmlns:a="http://schemas.openxmlformats.org/drawingml/2006/main">
              <a:ext uri="{FF2B5EF4-FFF2-40B4-BE49-F238E27FC236}">
                <a16:creationId xmlns:a16="http://schemas.microsoft.com/office/drawing/2014/main" id="{EB48FF06-FAC6-4A95-946D-420D86024163}"/>
              </a:ext>
            </a:extLst>
          </p:cNvPr>
          <p:cNvSpPr>
            <a:spLocks xmlns:a="http://schemas.openxmlformats.org/drawingml/2006/main" noGrp="1"/>
          </p:cNvSpPr>
          <p:nvPr/>
        </p:nvSpPr>
        <p:spPr>
          <a:xfrm xmlns:a="http://schemas.openxmlformats.org/drawingml/2006/main">
            <a:off x="2190750" y="2781300"/>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29" name="">
            <a:extLst xmlns:a="http://schemas.openxmlformats.org/drawingml/2006/main">
              <a:ext uri="{FF2B5EF4-FFF2-40B4-BE49-F238E27FC236}">
                <a16:creationId xmlns:a16="http://schemas.microsoft.com/office/drawing/2014/main" id="{F04F2E17-0380-4073-BF44-FEB2601650D1}"/>
              </a:ext>
            </a:extLst>
          </p:cNvPr>
          <p:cNvSpPr>
            <a:spLocks xmlns:a="http://schemas.openxmlformats.org/drawingml/2006/main" noGrp="1"/>
          </p:cNvSpPr>
          <p:nvPr/>
        </p:nvSpPr>
        <p:spPr>
          <a:xfrm xmlns:a="http://schemas.openxmlformats.org/drawingml/2006/main">
            <a:off x="2247900" y="2810828"/>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30" name="">
            <a:extLst xmlns:a="http://schemas.openxmlformats.org/drawingml/2006/main">
              <a:ext uri="{FF2B5EF4-FFF2-40B4-BE49-F238E27FC236}">
                <a16:creationId xmlns:a16="http://schemas.microsoft.com/office/drawing/2014/main" id="{2D7998BC-4494-42E1-BEC6-F05A519C1E39}"/>
              </a:ext>
            </a:extLst>
          </p:cNvPr>
          <p:cNvSpPr>
            <a:spLocks xmlns:a="http://schemas.openxmlformats.org/drawingml/2006/main" noGrp="1"/>
          </p:cNvSpPr>
          <p:nvPr/>
        </p:nvSpPr>
        <p:spPr>
          <a:xfrm xmlns:a="http://schemas.openxmlformats.org/drawingml/2006/main">
            <a:off x="2305050" y="2840355"/>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31" name="">
            <a:extLst xmlns:a="http://schemas.openxmlformats.org/drawingml/2006/main">
              <a:ext uri="{FF2B5EF4-FFF2-40B4-BE49-F238E27FC236}">
                <a16:creationId xmlns:a16="http://schemas.microsoft.com/office/drawing/2014/main" id="{248B7A04-0324-419D-93E9-DCA9E162F51F}"/>
              </a:ext>
            </a:extLst>
          </p:cNvPr>
          <p:cNvSpPr>
            <a:spLocks xmlns:a="http://schemas.openxmlformats.org/drawingml/2006/main" noGrp="1"/>
          </p:cNvSpPr>
          <p:nvPr/>
        </p:nvSpPr>
        <p:spPr>
          <a:xfrm xmlns:a="http://schemas.openxmlformats.org/drawingml/2006/main">
            <a:off x="2362200" y="2869883"/>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32" name="">
            <a:extLst xmlns:a="http://schemas.openxmlformats.org/drawingml/2006/main">
              <a:ext uri="{FF2B5EF4-FFF2-40B4-BE49-F238E27FC236}">
                <a16:creationId xmlns:a16="http://schemas.microsoft.com/office/drawing/2014/main" id="{8F18FD0C-3D3F-44D5-A90E-37D6012A3933}"/>
              </a:ext>
            </a:extLst>
          </p:cNvPr>
          <p:cNvSpPr>
            <a:spLocks xmlns:a="http://schemas.openxmlformats.org/drawingml/2006/main" noGrp="1"/>
          </p:cNvSpPr>
          <p:nvPr/>
        </p:nvSpPr>
        <p:spPr>
          <a:xfrm xmlns:a="http://schemas.openxmlformats.org/drawingml/2006/main">
            <a:off x="2419350" y="2899410"/>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33" name="">
            <a:extLst xmlns:a="http://schemas.openxmlformats.org/drawingml/2006/main">
              <a:ext uri="{FF2B5EF4-FFF2-40B4-BE49-F238E27FC236}">
                <a16:creationId xmlns:a16="http://schemas.microsoft.com/office/drawing/2014/main" id="{B3A808AE-3833-4A0E-BB09-AA9365E4F249}"/>
              </a:ext>
            </a:extLst>
          </p:cNvPr>
          <p:cNvSpPr>
            <a:spLocks xmlns:a="http://schemas.openxmlformats.org/drawingml/2006/main" noGrp="1"/>
          </p:cNvSpPr>
          <p:nvPr/>
        </p:nvSpPr>
        <p:spPr>
          <a:xfrm xmlns:a="http://schemas.openxmlformats.org/drawingml/2006/main">
            <a:off x="2476500" y="2928938"/>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34" name="">
            <a:extLst xmlns:a="http://schemas.openxmlformats.org/drawingml/2006/main">
              <a:ext uri="{FF2B5EF4-FFF2-40B4-BE49-F238E27FC236}">
                <a16:creationId xmlns:a16="http://schemas.microsoft.com/office/drawing/2014/main" id="{FB94F24C-1526-4106-AC02-B440896A9694}"/>
              </a:ext>
            </a:extLst>
          </p:cNvPr>
          <p:cNvSpPr>
            <a:spLocks xmlns:a="http://schemas.openxmlformats.org/drawingml/2006/main" noGrp="1"/>
          </p:cNvSpPr>
          <p:nvPr/>
        </p:nvSpPr>
        <p:spPr>
          <a:xfrm xmlns:a="http://schemas.openxmlformats.org/drawingml/2006/main">
            <a:off x="2533650" y="2958465"/>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35" name="">
            <a:extLst xmlns:a="http://schemas.openxmlformats.org/drawingml/2006/main">
              <a:ext uri="{FF2B5EF4-FFF2-40B4-BE49-F238E27FC236}">
                <a16:creationId xmlns:a16="http://schemas.microsoft.com/office/drawing/2014/main" id="{5CC358AE-08B8-4393-BD43-4F15CD999D41}"/>
              </a:ext>
            </a:extLst>
          </p:cNvPr>
          <p:cNvSpPr>
            <a:spLocks xmlns:a="http://schemas.openxmlformats.org/drawingml/2006/main" noGrp="1"/>
          </p:cNvSpPr>
          <p:nvPr/>
        </p:nvSpPr>
        <p:spPr>
          <a:xfrm xmlns:a="http://schemas.openxmlformats.org/drawingml/2006/main">
            <a:off x="2590800" y="2987993"/>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36" name="">
            <a:extLst xmlns:a="http://schemas.openxmlformats.org/drawingml/2006/main">
              <a:ext uri="{FF2B5EF4-FFF2-40B4-BE49-F238E27FC236}">
                <a16:creationId xmlns:a16="http://schemas.microsoft.com/office/drawing/2014/main" id="{DCE5FA03-3617-4798-935A-94B96AC62FC4}"/>
              </a:ext>
            </a:extLst>
          </p:cNvPr>
          <p:cNvSpPr>
            <a:spLocks xmlns:a="http://schemas.openxmlformats.org/drawingml/2006/main" noGrp="1"/>
          </p:cNvSpPr>
          <p:nvPr/>
        </p:nvSpPr>
        <p:spPr>
          <a:xfrm xmlns:a="http://schemas.openxmlformats.org/drawingml/2006/main">
            <a:off x="2647950" y="3017520"/>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37" name="">
            <a:extLst xmlns:a="http://schemas.openxmlformats.org/drawingml/2006/main">
              <a:ext uri="{FF2B5EF4-FFF2-40B4-BE49-F238E27FC236}">
                <a16:creationId xmlns:a16="http://schemas.microsoft.com/office/drawing/2014/main" id="{FF75EB29-BED6-45C9-932E-CB2995F22DF1}"/>
              </a:ext>
            </a:extLst>
          </p:cNvPr>
          <p:cNvSpPr>
            <a:spLocks xmlns:a="http://schemas.openxmlformats.org/drawingml/2006/main" noGrp="1"/>
          </p:cNvSpPr>
          <p:nvPr/>
        </p:nvSpPr>
        <p:spPr>
          <a:xfrm xmlns:a="http://schemas.openxmlformats.org/drawingml/2006/main">
            <a:off x="2705100" y="3047048"/>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38" name="">
            <a:extLst xmlns:a="http://schemas.openxmlformats.org/drawingml/2006/main">
              <a:ext uri="{FF2B5EF4-FFF2-40B4-BE49-F238E27FC236}">
                <a16:creationId xmlns:a16="http://schemas.microsoft.com/office/drawing/2014/main" id="{A82E7DF8-582B-42D6-823C-44CF193A023D}"/>
              </a:ext>
            </a:extLst>
          </p:cNvPr>
          <p:cNvSpPr>
            <a:spLocks xmlns:a="http://schemas.openxmlformats.org/drawingml/2006/main" noGrp="1"/>
          </p:cNvSpPr>
          <p:nvPr/>
        </p:nvSpPr>
        <p:spPr>
          <a:xfrm xmlns:a="http://schemas.openxmlformats.org/drawingml/2006/main">
            <a:off x="2762250" y="3076575"/>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39" name="">
            <a:extLst xmlns:a="http://schemas.openxmlformats.org/drawingml/2006/main">
              <a:ext uri="{FF2B5EF4-FFF2-40B4-BE49-F238E27FC236}">
                <a16:creationId xmlns:a16="http://schemas.microsoft.com/office/drawing/2014/main" id="{A7900997-C56A-436F-ABDF-05221E9AF5B7}"/>
              </a:ext>
            </a:extLst>
          </p:cNvPr>
          <p:cNvSpPr>
            <a:spLocks xmlns:a="http://schemas.openxmlformats.org/drawingml/2006/main" noGrp="1"/>
          </p:cNvSpPr>
          <p:nvPr/>
        </p:nvSpPr>
        <p:spPr>
          <a:xfrm xmlns:a="http://schemas.openxmlformats.org/drawingml/2006/main">
            <a:off x="2819400" y="3106103"/>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40" name="">
            <a:extLst xmlns:a="http://schemas.openxmlformats.org/drawingml/2006/main">
              <a:ext uri="{FF2B5EF4-FFF2-40B4-BE49-F238E27FC236}">
                <a16:creationId xmlns:a16="http://schemas.microsoft.com/office/drawing/2014/main" id="{B4457B16-C809-4452-98FC-D0005E45AEA4}"/>
              </a:ext>
            </a:extLst>
          </p:cNvPr>
          <p:cNvSpPr>
            <a:spLocks xmlns:a="http://schemas.openxmlformats.org/drawingml/2006/main" noGrp="1"/>
          </p:cNvSpPr>
          <p:nvPr/>
        </p:nvSpPr>
        <p:spPr>
          <a:xfrm xmlns:a="http://schemas.openxmlformats.org/drawingml/2006/main">
            <a:off x="2876550" y="3135630"/>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41" name="">
            <a:extLst xmlns:a="http://schemas.openxmlformats.org/drawingml/2006/main">
              <a:ext uri="{FF2B5EF4-FFF2-40B4-BE49-F238E27FC236}">
                <a16:creationId xmlns:a16="http://schemas.microsoft.com/office/drawing/2014/main" id="{23E64746-8B5E-4F48-9F49-0C1FB6CA2FF8}"/>
              </a:ext>
            </a:extLst>
          </p:cNvPr>
          <p:cNvSpPr>
            <a:spLocks xmlns:a="http://schemas.openxmlformats.org/drawingml/2006/main" noGrp="1"/>
          </p:cNvSpPr>
          <p:nvPr/>
        </p:nvSpPr>
        <p:spPr>
          <a:xfrm xmlns:a="http://schemas.openxmlformats.org/drawingml/2006/main">
            <a:off x="2933700" y="3165158"/>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42" name="">
            <a:extLst xmlns:a="http://schemas.openxmlformats.org/drawingml/2006/main">
              <a:ext uri="{FF2B5EF4-FFF2-40B4-BE49-F238E27FC236}">
                <a16:creationId xmlns:a16="http://schemas.microsoft.com/office/drawing/2014/main" id="{DEEBF389-97F3-4D02-8DE2-1340B9A4FF68}"/>
              </a:ext>
            </a:extLst>
          </p:cNvPr>
          <p:cNvSpPr>
            <a:spLocks xmlns:a="http://schemas.openxmlformats.org/drawingml/2006/main" noGrp="1"/>
          </p:cNvSpPr>
          <p:nvPr/>
        </p:nvSpPr>
        <p:spPr>
          <a:xfrm xmlns:a="http://schemas.openxmlformats.org/drawingml/2006/main">
            <a:off x="2990850" y="3194685"/>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43" name="">
            <a:extLst xmlns:a="http://schemas.openxmlformats.org/drawingml/2006/main">
              <a:ext uri="{FF2B5EF4-FFF2-40B4-BE49-F238E27FC236}">
                <a16:creationId xmlns:a16="http://schemas.microsoft.com/office/drawing/2014/main" id="{D3EDDCDD-BFF3-41DA-9E89-6899C665F0B7}"/>
              </a:ext>
            </a:extLst>
          </p:cNvPr>
          <p:cNvSpPr>
            <a:spLocks xmlns:a="http://schemas.openxmlformats.org/drawingml/2006/main" noGrp="1"/>
          </p:cNvSpPr>
          <p:nvPr/>
        </p:nvSpPr>
        <p:spPr>
          <a:xfrm xmlns:a="http://schemas.openxmlformats.org/drawingml/2006/main">
            <a:off x="3048000" y="3224213"/>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44" name="">
            <a:extLst xmlns:a="http://schemas.openxmlformats.org/drawingml/2006/main">
              <a:ext uri="{FF2B5EF4-FFF2-40B4-BE49-F238E27FC236}">
                <a16:creationId xmlns:a16="http://schemas.microsoft.com/office/drawing/2014/main" id="{67D66B64-474B-437C-8C49-820C00028E26}"/>
              </a:ext>
            </a:extLst>
          </p:cNvPr>
          <p:cNvSpPr>
            <a:spLocks xmlns:a="http://schemas.openxmlformats.org/drawingml/2006/main" noGrp="1"/>
          </p:cNvSpPr>
          <p:nvPr/>
        </p:nvSpPr>
        <p:spPr>
          <a:xfrm xmlns:a="http://schemas.openxmlformats.org/drawingml/2006/main">
            <a:off x="3105150" y="3253740"/>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45" name="">
            <a:extLst xmlns:a="http://schemas.openxmlformats.org/drawingml/2006/main">
              <a:ext uri="{FF2B5EF4-FFF2-40B4-BE49-F238E27FC236}">
                <a16:creationId xmlns:a16="http://schemas.microsoft.com/office/drawing/2014/main" id="{5F5BDE8D-7FA2-4112-8DF4-17226361336F}"/>
              </a:ext>
            </a:extLst>
          </p:cNvPr>
          <p:cNvSpPr>
            <a:spLocks xmlns:a="http://schemas.openxmlformats.org/drawingml/2006/main" noGrp="1"/>
          </p:cNvSpPr>
          <p:nvPr/>
        </p:nvSpPr>
        <p:spPr>
          <a:xfrm xmlns:a="http://schemas.openxmlformats.org/drawingml/2006/main">
            <a:off x="3162300" y="3283268"/>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46" name="">
            <a:extLst xmlns:a="http://schemas.openxmlformats.org/drawingml/2006/main">
              <a:ext uri="{FF2B5EF4-FFF2-40B4-BE49-F238E27FC236}">
                <a16:creationId xmlns:a16="http://schemas.microsoft.com/office/drawing/2014/main" id="{360EEFF0-3282-439D-BDBC-C5ED15D102AF}"/>
              </a:ext>
            </a:extLst>
          </p:cNvPr>
          <p:cNvSpPr>
            <a:spLocks xmlns:a="http://schemas.openxmlformats.org/drawingml/2006/main" noGrp="1"/>
          </p:cNvSpPr>
          <p:nvPr/>
        </p:nvSpPr>
        <p:spPr>
          <a:xfrm xmlns:a="http://schemas.openxmlformats.org/drawingml/2006/main">
            <a:off x="3219450" y="3312795"/>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47" name="">
            <a:extLst xmlns:a="http://schemas.openxmlformats.org/drawingml/2006/main">
              <a:ext uri="{FF2B5EF4-FFF2-40B4-BE49-F238E27FC236}">
                <a16:creationId xmlns:a16="http://schemas.microsoft.com/office/drawing/2014/main" id="{16FB645B-5590-4ACE-A028-786C9F45586E}"/>
              </a:ext>
            </a:extLst>
          </p:cNvPr>
          <p:cNvSpPr>
            <a:spLocks xmlns:a="http://schemas.openxmlformats.org/drawingml/2006/main" noGrp="1"/>
          </p:cNvSpPr>
          <p:nvPr/>
        </p:nvSpPr>
        <p:spPr>
          <a:xfrm xmlns:a="http://schemas.openxmlformats.org/drawingml/2006/main">
            <a:off x="3276600" y="3342323"/>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48" name="">
            <a:extLst xmlns:a="http://schemas.openxmlformats.org/drawingml/2006/main">
              <a:ext uri="{FF2B5EF4-FFF2-40B4-BE49-F238E27FC236}">
                <a16:creationId xmlns:a16="http://schemas.microsoft.com/office/drawing/2014/main" id="{87C8F8E6-C274-4A05-A044-EBEFD23EDBC1}"/>
              </a:ext>
            </a:extLst>
          </p:cNvPr>
          <p:cNvSpPr>
            <a:spLocks xmlns:a="http://schemas.openxmlformats.org/drawingml/2006/main" noGrp="1"/>
          </p:cNvSpPr>
          <p:nvPr/>
        </p:nvSpPr>
        <p:spPr>
          <a:xfrm xmlns:a="http://schemas.openxmlformats.org/drawingml/2006/main">
            <a:off x="3333750" y="3371850"/>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49" name="">
            <a:extLst xmlns:a="http://schemas.openxmlformats.org/drawingml/2006/main">
              <a:ext uri="{FF2B5EF4-FFF2-40B4-BE49-F238E27FC236}">
                <a16:creationId xmlns:a16="http://schemas.microsoft.com/office/drawing/2014/main" id="{92679795-6F2B-48AE-AF09-240514ED3593}"/>
              </a:ext>
            </a:extLst>
          </p:cNvPr>
          <p:cNvSpPr>
            <a:spLocks xmlns:a="http://schemas.openxmlformats.org/drawingml/2006/main" noGrp="1"/>
          </p:cNvSpPr>
          <p:nvPr/>
        </p:nvSpPr>
        <p:spPr>
          <a:xfrm xmlns:a="http://schemas.openxmlformats.org/drawingml/2006/main">
            <a:off x="3390900" y="3401378"/>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50" name="">
            <a:extLst xmlns:a="http://schemas.openxmlformats.org/drawingml/2006/main">
              <a:ext uri="{FF2B5EF4-FFF2-40B4-BE49-F238E27FC236}">
                <a16:creationId xmlns:a16="http://schemas.microsoft.com/office/drawing/2014/main" id="{269792F6-9AD2-4F3B-B8F0-18DBA8480F4F}"/>
              </a:ext>
            </a:extLst>
          </p:cNvPr>
          <p:cNvSpPr>
            <a:spLocks xmlns:a="http://schemas.openxmlformats.org/drawingml/2006/main" noGrp="1"/>
          </p:cNvSpPr>
          <p:nvPr/>
        </p:nvSpPr>
        <p:spPr>
          <a:xfrm xmlns:a="http://schemas.openxmlformats.org/drawingml/2006/main">
            <a:off x="3448050" y="3430905"/>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51" name="">
            <a:extLst xmlns:a="http://schemas.openxmlformats.org/drawingml/2006/main">
              <a:ext uri="{FF2B5EF4-FFF2-40B4-BE49-F238E27FC236}">
                <a16:creationId xmlns:a16="http://schemas.microsoft.com/office/drawing/2014/main" id="{A9E69914-600A-4C9E-A360-98FA9D69391E}"/>
              </a:ext>
            </a:extLst>
          </p:cNvPr>
          <p:cNvSpPr>
            <a:spLocks xmlns:a="http://schemas.openxmlformats.org/drawingml/2006/main" noGrp="1"/>
          </p:cNvSpPr>
          <p:nvPr/>
        </p:nvSpPr>
        <p:spPr>
          <a:xfrm xmlns:a="http://schemas.openxmlformats.org/drawingml/2006/main">
            <a:off x="3505200" y="3460433"/>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52" name="">
            <a:extLst xmlns:a="http://schemas.openxmlformats.org/drawingml/2006/main">
              <a:ext uri="{FF2B5EF4-FFF2-40B4-BE49-F238E27FC236}">
                <a16:creationId xmlns:a16="http://schemas.microsoft.com/office/drawing/2014/main" id="{80184A61-7B81-414A-A21D-592DADF5CDBA}"/>
              </a:ext>
            </a:extLst>
          </p:cNvPr>
          <p:cNvSpPr>
            <a:spLocks xmlns:a="http://schemas.openxmlformats.org/drawingml/2006/main" noGrp="1"/>
          </p:cNvSpPr>
          <p:nvPr/>
        </p:nvSpPr>
        <p:spPr>
          <a:xfrm xmlns:a="http://schemas.openxmlformats.org/drawingml/2006/main">
            <a:off x="3562350" y="3489960"/>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53" name="">
            <a:extLst xmlns:a="http://schemas.openxmlformats.org/drawingml/2006/main">
              <a:ext uri="{FF2B5EF4-FFF2-40B4-BE49-F238E27FC236}">
                <a16:creationId xmlns:a16="http://schemas.microsoft.com/office/drawing/2014/main" id="{9B60AE55-3B84-4F55-8B6D-425AC4677490}"/>
              </a:ext>
            </a:extLst>
          </p:cNvPr>
          <p:cNvSpPr>
            <a:spLocks xmlns:a="http://schemas.openxmlformats.org/drawingml/2006/main" noGrp="1"/>
          </p:cNvSpPr>
          <p:nvPr/>
        </p:nvSpPr>
        <p:spPr>
          <a:xfrm xmlns:a="http://schemas.openxmlformats.org/drawingml/2006/main">
            <a:off x="3619500" y="3519488"/>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54" name="">
            <a:extLst xmlns:a="http://schemas.openxmlformats.org/drawingml/2006/main">
              <a:ext uri="{FF2B5EF4-FFF2-40B4-BE49-F238E27FC236}">
                <a16:creationId xmlns:a16="http://schemas.microsoft.com/office/drawing/2014/main" id="{0F86A668-9DB3-49B4-8EBB-7CB7AF3C8A46}"/>
              </a:ext>
            </a:extLst>
          </p:cNvPr>
          <p:cNvSpPr>
            <a:spLocks xmlns:a="http://schemas.openxmlformats.org/drawingml/2006/main" noGrp="1"/>
          </p:cNvSpPr>
          <p:nvPr/>
        </p:nvSpPr>
        <p:spPr>
          <a:xfrm xmlns:a="http://schemas.openxmlformats.org/drawingml/2006/main">
            <a:off x="3676650" y="3549015"/>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55" name="">
            <a:extLst xmlns:a="http://schemas.openxmlformats.org/drawingml/2006/main">
              <a:ext uri="{FF2B5EF4-FFF2-40B4-BE49-F238E27FC236}">
                <a16:creationId xmlns:a16="http://schemas.microsoft.com/office/drawing/2014/main" id="{BABF3925-2D97-446E-80A8-B9EC9A224A22}"/>
              </a:ext>
            </a:extLst>
          </p:cNvPr>
          <p:cNvSpPr>
            <a:spLocks xmlns:a="http://schemas.openxmlformats.org/drawingml/2006/main" noGrp="1"/>
          </p:cNvSpPr>
          <p:nvPr/>
        </p:nvSpPr>
        <p:spPr>
          <a:xfrm xmlns:a="http://schemas.openxmlformats.org/drawingml/2006/main">
            <a:off x="3733800" y="3578543"/>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56" name="">
            <a:extLst xmlns:a="http://schemas.openxmlformats.org/drawingml/2006/main">
              <a:ext uri="{FF2B5EF4-FFF2-40B4-BE49-F238E27FC236}">
                <a16:creationId xmlns:a16="http://schemas.microsoft.com/office/drawing/2014/main" id="{8851E132-854A-423D-B618-258F78E1393E}"/>
              </a:ext>
            </a:extLst>
          </p:cNvPr>
          <p:cNvSpPr>
            <a:spLocks xmlns:a="http://schemas.openxmlformats.org/drawingml/2006/main" noGrp="1"/>
          </p:cNvSpPr>
          <p:nvPr/>
        </p:nvSpPr>
        <p:spPr>
          <a:xfrm xmlns:a="http://schemas.openxmlformats.org/drawingml/2006/main">
            <a:off x="3790950" y="3608070"/>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57" name="">
            <a:extLst xmlns:a="http://schemas.openxmlformats.org/drawingml/2006/main">
              <a:ext uri="{FF2B5EF4-FFF2-40B4-BE49-F238E27FC236}">
                <a16:creationId xmlns:a16="http://schemas.microsoft.com/office/drawing/2014/main" id="{FCD59458-18EE-4F58-B79B-75920E483104}"/>
              </a:ext>
            </a:extLst>
          </p:cNvPr>
          <p:cNvSpPr>
            <a:spLocks xmlns:a="http://schemas.openxmlformats.org/drawingml/2006/main" noGrp="1"/>
          </p:cNvSpPr>
          <p:nvPr/>
        </p:nvSpPr>
        <p:spPr>
          <a:xfrm xmlns:a="http://schemas.openxmlformats.org/drawingml/2006/main">
            <a:off x="3848100" y="3637598"/>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58" name="">
            <a:extLst xmlns:a="http://schemas.openxmlformats.org/drawingml/2006/main">
              <a:ext uri="{FF2B5EF4-FFF2-40B4-BE49-F238E27FC236}">
                <a16:creationId xmlns:a16="http://schemas.microsoft.com/office/drawing/2014/main" id="{74FFE6A1-32D8-4130-8CF6-D9799DC782FE}"/>
              </a:ext>
            </a:extLst>
          </p:cNvPr>
          <p:cNvSpPr>
            <a:spLocks xmlns:a="http://schemas.openxmlformats.org/drawingml/2006/main" noGrp="1"/>
          </p:cNvSpPr>
          <p:nvPr/>
        </p:nvSpPr>
        <p:spPr>
          <a:xfrm xmlns:a="http://schemas.openxmlformats.org/drawingml/2006/main">
            <a:off x="3905250" y="3667125"/>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59" name="">
            <a:extLst xmlns:a="http://schemas.openxmlformats.org/drawingml/2006/main">
              <a:ext uri="{FF2B5EF4-FFF2-40B4-BE49-F238E27FC236}">
                <a16:creationId xmlns:a16="http://schemas.microsoft.com/office/drawing/2014/main" id="{1CC5DC0A-E6A2-4961-9436-69E7FE56DAB5}"/>
              </a:ext>
            </a:extLst>
          </p:cNvPr>
          <p:cNvSpPr>
            <a:spLocks xmlns:a="http://schemas.openxmlformats.org/drawingml/2006/main" noGrp="1"/>
          </p:cNvSpPr>
          <p:nvPr/>
        </p:nvSpPr>
        <p:spPr>
          <a:xfrm xmlns:a="http://schemas.openxmlformats.org/drawingml/2006/main">
            <a:off x="3962400" y="3696653"/>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60" name="">
            <a:extLst xmlns:a="http://schemas.openxmlformats.org/drawingml/2006/main">
              <a:ext uri="{FF2B5EF4-FFF2-40B4-BE49-F238E27FC236}">
                <a16:creationId xmlns:a16="http://schemas.microsoft.com/office/drawing/2014/main" id="{00C1FC5D-51B7-41E9-9D51-E26991BC6E2E}"/>
              </a:ext>
            </a:extLst>
          </p:cNvPr>
          <p:cNvSpPr>
            <a:spLocks xmlns:a="http://schemas.openxmlformats.org/drawingml/2006/main" noGrp="1"/>
          </p:cNvSpPr>
          <p:nvPr/>
        </p:nvSpPr>
        <p:spPr>
          <a:xfrm xmlns:a="http://schemas.openxmlformats.org/drawingml/2006/main">
            <a:off x="4019550" y="3726180"/>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61" name="">
            <a:extLst xmlns:a="http://schemas.openxmlformats.org/drawingml/2006/main">
              <a:ext uri="{FF2B5EF4-FFF2-40B4-BE49-F238E27FC236}">
                <a16:creationId xmlns:a16="http://schemas.microsoft.com/office/drawing/2014/main" id="{EE0F134F-F408-473C-AA96-FA89C6C7D460}"/>
              </a:ext>
            </a:extLst>
          </p:cNvPr>
          <p:cNvSpPr>
            <a:spLocks xmlns:a="http://schemas.openxmlformats.org/drawingml/2006/main" noGrp="1"/>
          </p:cNvSpPr>
          <p:nvPr/>
        </p:nvSpPr>
        <p:spPr>
          <a:xfrm xmlns:a="http://schemas.openxmlformats.org/drawingml/2006/main">
            <a:off x="4076700" y="3755708"/>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62" name="">
            <a:extLst xmlns:a="http://schemas.openxmlformats.org/drawingml/2006/main">
              <a:ext uri="{FF2B5EF4-FFF2-40B4-BE49-F238E27FC236}">
                <a16:creationId xmlns:a16="http://schemas.microsoft.com/office/drawing/2014/main" id="{69BD99FD-EB84-444D-B99B-4C146CD92AFF}"/>
              </a:ext>
            </a:extLst>
          </p:cNvPr>
          <p:cNvSpPr>
            <a:spLocks xmlns:a="http://schemas.openxmlformats.org/drawingml/2006/main" noGrp="1"/>
          </p:cNvSpPr>
          <p:nvPr/>
        </p:nvSpPr>
        <p:spPr>
          <a:xfrm xmlns:a="http://schemas.openxmlformats.org/drawingml/2006/main">
            <a:off x="4133850" y="3785235"/>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63" name="">
            <a:extLst xmlns:a="http://schemas.openxmlformats.org/drawingml/2006/main">
              <a:ext uri="{FF2B5EF4-FFF2-40B4-BE49-F238E27FC236}">
                <a16:creationId xmlns:a16="http://schemas.microsoft.com/office/drawing/2014/main" id="{54DDBCE0-9D4A-492E-A36A-C9958C842B0A}"/>
              </a:ext>
            </a:extLst>
          </p:cNvPr>
          <p:cNvSpPr>
            <a:spLocks xmlns:a="http://schemas.openxmlformats.org/drawingml/2006/main" noGrp="1"/>
          </p:cNvSpPr>
          <p:nvPr/>
        </p:nvSpPr>
        <p:spPr>
          <a:xfrm xmlns:a="http://schemas.openxmlformats.org/drawingml/2006/main">
            <a:off x="4191000" y="3814763"/>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64" name="">
            <a:extLst xmlns:a="http://schemas.openxmlformats.org/drawingml/2006/main">
              <a:ext uri="{FF2B5EF4-FFF2-40B4-BE49-F238E27FC236}">
                <a16:creationId xmlns:a16="http://schemas.microsoft.com/office/drawing/2014/main" id="{34E9D13D-570A-483D-BF38-574CC9F88D65}"/>
              </a:ext>
            </a:extLst>
          </p:cNvPr>
          <p:cNvSpPr>
            <a:spLocks xmlns:a="http://schemas.openxmlformats.org/drawingml/2006/main" noGrp="1"/>
          </p:cNvSpPr>
          <p:nvPr/>
        </p:nvSpPr>
        <p:spPr>
          <a:xfrm xmlns:a="http://schemas.openxmlformats.org/drawingml/2006/main">
            <a:off x="4248150" y="3844290"/>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65" name="">
            <a:extLst xmlns:a="http://schemas.openxmlformats.org/drawingml/2006/main">
              <a:ext uri="{FF2B5EF4-FFF2-40B4-BE49-F238E27FC236}">
                <a16:creationId xmlns:a16="http://schemas.microsoft.com/office/drawing/2014/main" id="{943E4484-9DD8-48A0-B699-ABDA660F7D7F}"/>
              </a:ext>
            </a:extLst>
          </p:cNvPr>
          <p:cNvSpPr>
            <a:spLocks xmlns:a="http://schemas.openxmlformats.org/drawingml/2006/main" noGrp="1"/>
          </p:cNvSpPr>
          <p:nvPr/>
        </p:nvSpPr>
        <p:spPr>
          <a:xfrm xmlns:a="http://schemas.openxmlformats.org/drawingml/2006/main">
            <a:off x="4305300" y="3873818"/>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66" name="">
            <a:extLst xmlns:a="http://schemas.openxmlformats.org/drawingml/2006/main">
              <a:ext uri="{FF2B5EF4-FFF2-40B4-BE49-F238E27FC236}">
                <a16:creationId xmlns:a16="http://schemas.microsoft.com/office/drawing/2014/main" id="{876E952F-9F6F-404F-8C08-6C3FA7075777}"/>
              </a:ext>
            </a:extLst>
          </p:cNvPr>
          <p:cNvSpPr>
            <a:spLocks xmlns:a="http://schemas.openxmlformats.org/drawingml/2006/main" noGrp="1"/>
          </p:cNvSpPr>
          <p:nvPr/>
        </p:nvSpPr>
        <p:spPr>
          <a:xfrm xmlns:a="http://schemas.openxmlformats.org/drawingml/2006/main">
            <a:off x="4362450" y="3903345"/>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67" name="">
            <a:extLst xmlns:a="http://schemas.openxmlformats.org/drawingml/2006/main">
              <a:ext uri="{FF2B5EF4-FFF2-40B4-BE49-F238E27FC236}">
                <a16:creationId xmlns:a16="http://schemas.microsoft.com/office/drawing/2014/main" id="{045532F0-F91F-46EF-83E2-68618959FE40}"/>
              </a:ext>
            </a:extLst>
          </p:cNvPr>
          <p:cNvSpPr>
            <a:spLocks xmlns:a="http://schemas.openxmlformats.org/drawingml/2006/main" noGrp="1"/>
          </p:cNvSpPr>
          <p:nvPr/>
        </p:nvSpPr>
        <p:spPr>
          <a:xfrm xmlns:a="http://schemas.openxmlformats.org/drawingml/2006/main">
            <a:off x="4419600" y="3932873"/>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68" name="">
            <a:extLst xmlns:a="http://schemas.openxmlformats.org/drawingml/2006/main">
              <a:ext uri="{FF2B5EF4-FFF2-40B4-BE49-F238E27FC236}">
                <a16:creationId xmlns:a16="http://schemas.microsoft.com/office/drawing/2014/main" id="{A4B222C9-EA8E-4906-BEE8-4A333EEEB20E}"/>
              </a:ext>
            </a:extLst>
          </p:cNvPr>
          <p:cNvSpPr>
            <a:spLocks xmlns:a="http://schemas.openxmlformats.org/drawingml/2006/main" noGrp="1"/>
          </p:cNvSpPr>
          <p:nvPr/>
        </p:nvSpPr>
        <p:spPr>
          <a:xfrm xmlns:a="http://schemas.openxmlformats.org/drawingml/2006/main">
            <a:off x="4476750" y="3962400"/>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69" name="">
            <a:extLst xmlns:a="http://schemas.openxmlformats.org/drawingml/2006/main">
              <a:ext uri="{FF2B5EF4-FFF2-40B4-BE49-F238E27FC236}">
                <a16:creationId xmlns:a16="http://schemas.microsoft.com/office/drawing/2014/main" id="{20C322B1-F774-4E7B-B9AB-E111C223B5FC}"/>
              </a:ext>
            </a:extLst>
          </p:cNvPr>
          <p:cNvSpPr>
            <a:spLocks xmlns:a="http://schemas.openxmlformats.org/drawingml/2006/main" noGrp="1"/>
          </p:cNvSpPr>
          <p:nvPr/>
        </p:nvSpPr>
        <p:spPr>
          <a:xfrm xmlns:a="http://schemas.openxmlformats.org/drawingml/2006/main">
            <a:off x="4533900" y="3991928"/>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70" name="">
            <a:extLst xmlns:a="http://schemas.openxmlformats.org/drawingml/2006/main">
              <a:ext uri="{FF2B5EF4-FFF2-40B4-BE49-F238E27FC236}">
                <a16:creationId xmlns:a16="http://schemas.microsoft.com/office/drawing/2014/main" id="{7900F1A3-DFF8-4B22-8E09-F08F5FC0677A}"/>
              </a:ext>
            </a:extLst>
          </p:cNvPr>
          <p:cNvSpPr>
            <a:spLocks xmlns:a="http://schemas.openxmlformats.org/drawingml/2006/main" noGrp="1"/>
          </p:cNvSpPr>
          <p:nvPr/>
        </p:nvSpPr>
        <p:spPr>
          <a:xfrm xmlns:a="http://schemas.openxmlformats.org/drawingml/2006/main">
            <a:off x="4591050" y="4021455"/>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71" name="">
            <a:extLst xmlns:a="http://schemas.openxmlformats.org/drawingml/2006/main">
              <a:ext uri="{FF2B5EF4-FFF2-40B4-BE49-F238E27FC236}">
                <a16:creationId xmlns:a16="http://schemas.microsoft.com/office/drawing/2014/main" id="{0AA6E155-CC79-4D9C-8933-9391F064A1EA}"/>
              </a:ext>
            </a:extLst>
          </p:cNvPr>
          <p:cNvSpPr>
            <a:spLocks xmlns:a="http://schemas.openxmlformats.org/drawingml/2006/main" noGrp="1"/>
          </p:cNvSpPr>
          <p:nvPr/>
        </p:nvSpPr>
        <p:spPr>
          <a:xfrm xmlns:a="http://schemas.openxmlformats.org/drawingml/2006/main">
            <a:off x="4648200" y="4050983"/>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72" name="">
            <a:extLst xmlns:a="http://schemas.openxmlformats.org/drawingml/2006/main">
              <a:ext uri="{FF2B5EF4-FFF2-40B4-BE49-F238E27FC236}">
                <a16:creationId xmlns:a16="http://schemas.microsoft.com/office/drawing/2014/main" id="{1E6223E4-94FF-435F-A7B1-D588D4D74E69}"/>
              </a:ext>
            </a:extLst>
          </p:cNvPr>
          <p:cNvSpPr>
            <a:spLocks xmlns:a="http://schemas.openxmlformats.org/drawingml/2006/main" noGrp="1"/>
          </p:cNvSpPr>
          <p:nvPr/>
        </p:nvSpPr>
        <p:spPr>
          <a:xfrm xmlns:a="http://schemas.openxmlformats.org/drawingml/2006/main">
            <a:off x="4705350" y="4080510"/>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73" name="">
            <a:extLst xmlns:a="http://schemas.openxmlformats.org/drawingml/2006/main">
              <a:ext uri="{FF2B5EF4-FFF2-40B4-BE49-F238E27FC236}">
                <a16:creationId xmlns:a16="http://schemas.microsoft.com/office/drawing/2014/main" id="{16CDEC3D-157E-42FA-9451-83EE275AE42B}"/>
              </a:ext>
            </a:extLst>
          </p:cNvPr>
          <p:cNvSpPr>
            <a:spLocks xmlns:a="http://schemas.openxmlformats.org/drawingml/2006/main" noGrp="1"/>
          </p:cNvSpPr>
          <p:nvPr/>
        </p:nvSpPr>
        <p:spPr>
          <a:xfrm xmlns:a="http://schemas.openxmlformats.org/drawingml/2006/main">
            <a:off x="4762500" y="4110038"/>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74" name="">
            <a:extLst xmlns:a="http://schemas.openxmlformats.org/drawingml/2006/main">
              <a:ext uri="{FF2B5EF4-FFF2-40B4-BE49-F238E27FC236}">
                <a16:creationId xmlns:a16="http://schemas.microsoft.com/office/drawing/2014/main" id="{3072C1D6-45B6-4FB7-8D76-9A76C137F136}"/>
              </a:ext>
            </a:extLst>
          </p:cNvPr>
          <p:cNvSpPr>
            <a:spLocks xmlns:a="http://schemas.openxmlformats.org/drawingml/2006/main" noGrp="1"/>
          </p:cNvSpPr>
          <p:nvPr/>
        </p:nvSpPr>
        <p:spPr>
          <a:xfrm xmlns:a="http://schemas.openxmlformats.org/drawingml/2006/main">
            <a:off x="4819650" y="4139565"/>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75" name="">
            <a:extLst xmlns:a="http://schemas.openxmlformats.org/drawingml/2006/main">
              <a:ext uri="{FF2B5EF4-FFF2-40B4-BE49-F238E27FC236}">
                <a16:creationId xmlns:a16="http://schemas.microsoft.com/office/drawing/2014/main" id="{62643952-A3C2-45A9-BD1E-ACB54AE6F95E}"/>
              </a:ext>
            </a:extLst>
          </p:cNvPr>
          <p:cNvSpPr>
            <a:spLocks xmlns:a="http://schemas.openxmlformats.org/drawingml/2006/main" noGrp="1"/>
          </p:cNvSpPr>
          <p:nvPr/>
        </p:nvSpPr>
        <p:spPr>
          <a:xfrm xmlns:a="http://schemas.openxmlformats.org/drawingml/2006/main">
            <a:off x="4876800" y="4169093"/>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76" name="">
            <a:extLst xmlns:a="http://schemas.openxmlformats.org/drawingml/2006/main">
              <a:ext uri="{FF2B5EF4-FFF2-40B4-BE49-F238E27FC236}">
                <a16:creationId xmlns:a16="http://schemas.microsoft.com/office/drawing/2014/main" id="{541481C8-ABB3-4FDE-85B1-1DDA6CBAB3F2}"/>
              </a:ext>
            </a:extLst>
          </p:cNvPr>
          <p:cNvSpPr>
            <a:spLocks xmlns:a="http://schemas.openxmlformats.org/drawingml/2006/main" noGrp="1"/>
          </p:cNvSpPr>
          <p:nvPr/>
        </p:nvSpPr>
        <p:spPr>
          <a:xfrm xmlns:a="http://schemas.openxmlformats.org/drawingml/2006/main">
            <a:off x="4933950" y="4198620"/>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77" name="">
            <a:extLst xmlns:a="http://schemas.openxmlformats.org/drawingml/2006/main">
              <a:ext uri="{FF2B5EF4-FFF2-40B4-BE49-F238E27FC236}">
                <a16:creationId xmlns:a16="http://schemas.microsoft.com/office/drawing/2014/main" id="{BE8374E3-7D73-45EF-B947-53460B549ABE}"/>
              </a:ext>
            </a:extLst>
          </p:cNvPr>
          <p:cNvSpPr>
            <a:spLocks xmlns:a="http://schemas.openxmlformats.org/drawingml/2006/main" noGrp="1"/>
          </p:cNvSpPr>
          <p:nvPr/>
        </p:nvSpPr>
        <p:spPr>
          <a:xfrm xmlns:a="http://schemas.openxmlformats.org/drawingml/2006/main">
            <a:off x="4991100" y="4228148"/>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78" name="text">
            <a:extLst xmlns:a="http://schemas.openxmlformats.org/drawingml/2006/main">
              <a:ext uri="{FF2B5EF4-FFF2-40B4-BE49-F238E27FC236}">
                <a16:creationId xmlns:a16="http://schemas.microsoft.com/office/drawing/2014/main" id="{44780B83-A485-42B3-B242-3EC28242275E}"/>
              </a:ext>
            </a:extLst>
          </p:cNvPr>
          <p:cNvSpPr>
            <a:spLocks xmlns:a="http://schemas.openxmlformats.org/drawingml/2006/main" noGrp="1"/>
          </p:cNvSpPr>
          <p:nvPr/>
        </p:nvSpPr>
        <p:spPr>
          <a:xfrm xmlns:a="http://schemas.openxmlformats.org/drawingml/2006/main">
            <a:off x="428625" y="17621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52616B"/>
                </a:solidFill>
              </a:defRPr>
            </a:pPr>
            <a:r>
              <a:rPr sz="1275" b="1">
                <a:solidFill>
                  <a:srgbClr val="52616B"/>
                </a:solidFill>
              </a:rPr>
              <a:t>F / Fstall</a:t>
            </a:r>
          </a:p>
        </p:txBody>
      </p:sp>
      <p:sp>
        <p:nvSpPr>
          <p:cNvPr id="79" name="text">
            <a:extLst xmlns:a="http://schemas.openxmlformats.org/drawingml/2006/main">
              <a:ext uri="{FF2B5EF4-FFF2-40B4-BE49-F238E27FC236}">
                <a16:creationId xmlns:a16="http://schemas.microsoft.com/office/drawing/2014/main" id="{0BF5E2BE-2BF0-4C56-8670-815518F89B25}"/>
              </a:ext>
            </a:extLst>
          </p:cNvPr>
          <p:cNvSpPr>
            <a:spLocks xmlns:a="http://schemas.openxmlformats.org/drawingml/2006/main" noGrp="1"/>
          </p:cNvSpPr>
          <p:nvPr/>
        </p:nvSpPr>
        <p:spPr>
          <a:xfrm xmlns:a="http://schemas.openxmlformats.org/drawingml/2006/main">
            <a:off x="5095875" y="457200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52616B"/>
                </a:solidFill>
              </a:defRPr>
            </a:pPr>
            <a:r>
              <a:rPr sz="1275" b="1">
                <a:solidFill>
                  <a:srgbClr val="52616B"/>
                </a:solidFill>
              </a:rPr>
              <a:t>v / v0</a:t>
            </a:r>
          </a:p>
        </p:txBody>
      </p:sp>
      <p:sp>
        <p:nvSpPr>
          <p:cNvPr id="80" name="text">
            <a:extLst xmlns:a="http://schemas.openxmlformats.org/drawingml/2006/main">
              <a:ext uri="{FF2B5EF4-FFF2-40B4-BE49-F238E27FC236}">
                <a16:creationId xmlns:a16="http://schemas.microsoft.com/office/drawing/2014/main" id="{8D97681D-52E5-495C-B1B6-C66FD12C6F53}"/>
              </a:ext>
            </a:extLst>
          </p:cNvPr>
          <p:cNvSpPr>
            <a:spLocks xmlns:a="http://schemas.openxmlformats.org/drawingml/2006/main" noGrp="1"/>
          </p:cNvSpPr>
          <p:nvPr/>
        </p:nvSpPr>
        <p:spPr>
          <a:xfrm xmlns:a="http://schemas.openxmlformats.org/drawingml/2006/main">
            <a:off x="2095500" y="2476500"/>
            <a:ext cx="228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102A43"/>
                </a:solidFill>
              </a:defRPr>
            </a:pPr>
            <a:r>
              <a:rPr sz="1650" b="1">
                <a:solidFill>
                  <a:srgbClr val="102A43"/>
                </a:solidFill>
              </a:rPr>
              <a:t>Hill-like oracle:</a:t>
            </a:r>
          </a:p>
          <a:p xmlns:a="http://schemas.openxmlformats.org/drawingml/2006/main">
            <a:pPr algn="ctr">
              <a:defRPr sz="1650" b="1">
                <a:solidFill>
                  <a:srgbClr val="102A43"/>
                </a:solidFill>
              </a:defRPr>
            </a:pPr>
            <a:r>
              <a:rPr sz="1650" b="1">
                <a:solidFill>
                  <a:srgbClr val="102A43"/>
                </a:solidFill>
              </a:rPr>
              <a:t>load slows sliding</a:t>
            </a:r>
          </a:p>
        </p:txBody>
      </p:sp>
      <p:sp>
        <p:nvSpPr>
          <p:cNvPr id="81" name="">
            <a:extLst xmlns:a="http://schemas.openxmlformats.org/drawingml/2006/main">
              <a:ext uri="{FF2B5EF4-FFF2-40B4-BE49-F238E27FC236}">
                <a16:creationId xmlns:a16="http://schemas.microsoft.com/office/drawing/2014/main" id="{734E8B94-50ED-401A-8296-330AE7BA83F0}"/>
              </a:ext>
            </a:extLst>
          </p:cNvPr>
          <p:cNvSpPr>
            <a:spLocks xmlns:a="http://schemas.openxmlformats.org/drawingml/2006/main" noGrp="1"/>
          </p:cNvSpPr>
          <p:nvPr/>
        </p:nvSpPr>
        <p:spPr>
          <a:xfrm xmlns:a="http://schemas.openxmlformats.org/drawingml/2006/main">
            <a:off x="7524750" y="2190750"/>
            <a:ext cx="2095500" cy="762000"/>
          </a:xfrm>
          <a:prstGeom xmlns:a="http://schemas.openxmlformats.org/drawingml/2006/main" prst="roundRect">
            <a:avLst>
              <a:gd name="adj" fmla="val 10000"/>
            </a:avLst>
          </a:prstGeom>
          <a:solidFill xmlns:a="http://schemas.openxmlformats.org/drawingml/2006/main">
            <a:srgbClr val="FCE7E1"/>
          </a:solidFill>
          <a:ln xmlns:a="http://schemas.openxmlformats.org/drawingml/2006/main" w="14288">
            <a:solidFill>
              <a:srgbClr val="E76F51"/>
            </a:solidFill>
            <a:prstDash val="solid"/>
          </a:ln>
        </p:spPr>
      </p:sp>
      <p:sp>
        <p:nvSpPr>
          <p:cNvPr id="82" name="text">
            <a:extLst xmlns:a="http://schemas.openxmlformats.org/drawingml/2006/main">
              <a:ext uri="{FF2B5EF4-FFF2-40B4-BE49-F238E27FC236}">
                <a16:creationId xmlns:a16="http://schemas.microsoft.com/office/drawing/2014/main" id="{F2E4CA94-1368-458F-A5D2-FD1999DB8930}"/>
              </a:ext>
            </a:extLst>
          </p:cNvPr>
          <p:cNvSpPr>
            <a:spLocks xmlns:a="http://schemas.openxmlformats.org/drawingml/2006/main" noGrp="1"/>
          </p:cNvSpPr>
          <p:nvPr/>
        </p:nvSpPr>
        <p:spPr>
          <a:xfrm xmlns:a="http://schemas.openxmlformats.org/drawingml/2006/main">
            <a:off x="7620000" y="232410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02A43"/>
                </a:solidFill>
              </a:defRPr>
            </a:pPr>
            <a:r>
              <a:rPr sz="1500" b="1">
                <a:solidFill>
                  <a:srgbClr val="102A43"/>
                </a:solidFill>
              </a:rPr>
              <a:t>head-resolved</a:t>
            </a:r>
          </a:p>
          <a:p xmlns:a="http://schemas.openxmlformats.org/drawingml/2006/main">
            <a:pPr algn="ctr">
              <a:defRPr sz="1500" b="1">
                <a:solidFill>
                  <a:srgbClr val="102A43"/>
                </a:solidFill>
              </a:defRPr>
            </a:pPr>
            <a:r>
              <a:rPr sz="1500" b="1">
                <a:solidFill>
                  <a:srgbClr val="102A43"/>
                </a:solidFill>
              </a:rPr>
              <a:t>NMII events</a:t>
            </a:r>
          </a:p>
        </p:txBody>
      </p:sp>
      <p:cxnSp>
        <p:nvCxnSpPr>
          <p:cNvPr id="170" name=""/>
          <p:cNvCxnSpPr/>
          <p:nvPr/>
        </p:nvCxnSpPr>
        <p:spPr>
          <a:xfrm xmlns:a="http://schemas.openxmlformats.org/drawingml/2006/main">
            <a:off x="8572500" y="2952750"/>
            <a:ext cx="9525" cy="714375"/>
          </a:xfrm>
          <a:prstGeom xmlns:a="http://schemas.openxmlformats.org/drawingml/2006/main" prst="straightConnector1">
            <a:avLst/>
          </a:prstGeom>
          <a:ln xmlns:a="http://schemas.openxmlformats.org/drawingml/2006/main" w="19050">
            <a:solidFill>
              <a:srgbClr val="B8C7D0"/>
            </a:solidFill>
            <a:prstDash val="solid"/>
          </a:ln>
        </p:spPr>
      </p:cxnSp>
      <p:sp>
        <p:nvSpPr>
          <p:cNvPr id="84" name="">
            <a:extLst xmlns:a="http://schemas.openxmlformats.org/drawingml/2006/main">
              <a:ext uri="{FF2B5EF4-FFF2-40B4-BE49-F238E27FC236}">
                <a16:creationId xmlns:a16="http://schemas.microsoft.com/office/drawing/2014/main" id="{6B9D9449-5049-43A4-A8EE-1035D380EE3F}"/>
              </a:ext>
            </a:extLst>
          </p:cNvPr>
          <p:cNvSpPr>
            <a:spLocks xmlns:a="http://schemas.openxmlformats.org/drawingml/2006/main" noGrp="1"/>
          </p:cNvSpPr>
          <p:nvPr/>
        </p:nvSpPr>
        <p:spPr>
          <a:xfrm xmlns:a="http://schemas.openxmlformats.org/drawingml/2006/main">
            <a:off x="7524750" y="3714750"/>
            <a:ext cx="2095500" cy="762000"/>
          </a:xfrm>
          <a:prstGeom xmlns:a="http://schemas.openxmlformats.org/drawingml/2006/main" prst="roundRect">
            <a:avLst>
              <a:gd name="adj" fmla="val 10000"/>
            </a:avLst>
          </a:prstGeom>
          <a:solidFill xmlns:a="http://schemas.openxmlformats.org/drawingml/2006/main">
            <a:srgbClr val="E8F4F5"/>
          </a:solidFill>
          <a:ln xmlns:a="http://schemas.openxmlformats.org/drawingml/2006/main" w="14288">
            <a:solidFill>
              <a:srgbClr val="16A6B6"/>
            </a:solidFill>
            <a:prstDash val="solid"/>
          </a:ln>
        </p:spPr>
      </p:sp>
      <p:sp>
        <p:nvSpPr>
          <p:cNvPr id="85" name="text">
            <a:extLst xmlns:a="http://schemas.openxmlformats.org/drawingml/2006/main">
              <a:ext uri="{FF2B5EF4-FFF2-40B4-BE49-F238E27FC236}">
                <a16:creationId xmlns:a16="http://schemas.microsoft.com/office/drawing/2014/main" id="{E54698B0-A6D1-4295-BC2E-2943B9BB0824}"/>
              </a:ext>
            </a:extLst>
          </p:cNvPr>
          <p:cNvSpPr>
            <a:spLocks xmlns:a="http://schemas.openxmlformats.org/drawingml/2006/main" noGrp="1"/>
          </p:cNvSpPr>
          <p:nvPr/>
        </p:nvSpPr>
        <p:spPr>
          <a:xfrm xmlns:a="http://schemas.openxmlformats.org/drawingml/2006/main">
            <a:off x="7620000" y="384810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102A43"/>
                </a:solidFill>
              </a:defRPr>
            </a:pPr>
            <a:r>
              <a:rPr sz="1425" b="1">
                <a:solidFill>
                  <a:srgbClr val="102A43"/>
                </a:solidFill>
              </a:rPr>
              <a:t>paired actin /</a:t>
            </a:r>
          </a:p>
          <a:p xmlns:a="http://schemas.openxmlformats.org/drawingml/2006/main">
            <a:pPr algn="ctr">
              <a:defRPr sz="1425" b="1">
                <a:solidFill>
                  <a:srgbClr val="102A43"/>
                </a:solidFill>
              </a:defRPr>
            </a:pPr>
            <a:r>
              <a:rPr sz="1425" b="1">
                <a:solidFill>
                  <a:srgbClr val="102A43"/>
                </a:solidFill>
              </a:rPr>
              <a:t>reaction forces</a:t>
            </a:r>
          </a:p>
        </p:txBody>
      </p:sp>
      <p:sp>
        <p:nvSpPr>
          <p:cNvPr id="86" name="">
            <a:extLst xmlns:a="http://schemas.openxmlformats.org/drawingml/2006/main">
              <a:ext uri="{FF2B5EF4-FFF2-40B4-BE49-F238E27FC236}">
                <a16:creationId xmlns:a16="http://schemas.microsoft.com/office/drawing/2014/main" id="{C42B3096-37FC-4D97-97D8-F583D2BB3DB6}"/>
              </a:ext>
            </a:extLst>
          </p:cNvPr>
          <p:cNvSpPr>
            <a:spLocks xmlns:a="http://schemas.openxmlformats.org/drawingml/2006/main" noGrp="1"/>
          </p:cNvSpPr>
          <p:nvPr/>
        </p:nvSpPr>
        <p:spPr>
          <a:xfrm xmlns:a="http://schemas.openxmlformats.org/drawingml/2006/main">
            <a:off x="762000" y="5286375"/>
            <a:ext cx="10668000" cy="714375"/>
          </a:xfrm>
          <a:prstGeom xmlns:a="http://schemas.openxmlformats.org/drawingml/2006/main" prst="roundRect">
            <a:avLst>
              <a:gd name="adj" fmla="val 10667"/>
            </a:avLst>
          </a:prstGeom>
          <a:solidFill xmlns:a="http://schemas.openxmlformats.org/drawingml/2006/main">
            <a:srgbClr val="E8F4F5"/>
          </a:solidFill>
          <a:ln xmlns:a="http://schemas.openxmlformats.org/drawingml/2006/main" w="0">
            <a:noFill/>
            <a:prstDash val="solid"/>
          </a:ln>
        </p:spPr>
      </p:sp>
      <p:sp>
        <p:nvSpPr>
          <p:cNvPr id="87" name="text">
            <a:extLst xmlns:a="http://schemas.openxmlformats.org/drawingml/2006/main">
              <a:ext uri="{FF2B5EF4-FFF2-40B4-BE49-F238E27FC236}">
                <a16:creationId xmlns:a16="http://schemas.microsoft.com/office/drawing/2014/main" id="{33522A62-19B9-483C-B789-DEE2C6F56DF3}"/>
              </a:ext>
            </a:extLst>
          </p:cNvPr>
          <p:cNvSpPr>
            <a:spLocks xmlns:a="http://schemas.openxmlformats.org/drawingml/2006/main" noGrp="1"/>
          </p:cNvSpPr>
          <p:nvPr/>
        </p:nvSpPr>
        <p:spPr>
          <a:xfrm xmlns:a="http://schemas.openxmlformats.org/drawingml/2006/main">
            <a:off x="971550" y="5467350"/>
            <a:ext cx="10248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102A43"/>
                </a:solidFill>
              </a:defRPr>
            </a:pPr>
            <a:r>
              <a:rPr sz="1875" b="1">
                <a:solidFill>
                  <a:srgbClr val="102A43"/>
                </a:solidFill>
              </a:rPr>
              <a:t>v(F) = v0 (1 − F/Fstall),  but runtime state includes heads, binding, stroke, and detachment</a:t>
            </a:r>
          </a:p>
        </p:txBody>
      </p:sp>
    </p:spTree>
    <p:extLst>
      <p:ext uri="{BB962C8B-B14F-4D97-AF65-F5344CB8AC3E}">
        <p14:creationId xmlns:p14="http://schemas.microsoft.com/office/powerpoint/2010/main" val="52096361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
            <a:extLst xmlns:a="http://schemas.openxmlformats.org/drawingml/2006/main">
              <a:ext uri="{FF2B5EF4-FFF2-40B4-BE49-F238E27FC236}">
                <a16:creationId xmlns:a16="http://schemas.microsoft.com/office/drawing/2014/main" id="{78009C8B-D43E-4B24-883B-B18B4E431DCE}"/>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KINETICS</a:t>
            </a:r>
          </a:p>
        </p:txBody>
      </p:sp>
      <p:sp>
        <p:nvSpPr>
          <p:cNvPr id="2" name="text">
            <a:extLst xmlns:a="http://schemas.openxmlformats.org/drawingml/2006/main">
              <a:ext uri="{FF2B5EF4-FFF2-40B4-BE49-F238E27FC236}">
                <a16:creationId xmlns:a16="http://schemas.microsoft.com/office/drawing/2014/main" id="{BCD5237C-6522-4F7D-A5DB-CDE57B9F9CC9}"/>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0F14"/>
                </a:solidFill>
              </a:defRPr>
            </a:pPr>
            <a:r>
              <a:rPr sz="2850" b="1">
                <a:solidFill>
                  <a:srgbClr val="0B0F14"/>
                </a:solidFill>
              </a:rPr>
              <a:t>KMC events become physical only when the whole candidate step is accepted</a:t>
            </a:r>
          </a:p>
        </p:txBody>
      </p:sp>
      <p:cxnSp>
        <p:nvCxnSpPr>
          <p:cNvPr id="25"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BAA84C74-486C-407F-853C-49AFBB2CB3B7}"/>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16</a:t>
            </a:r>
          </a:p>
        </p:txBody>
      </p:sp>
      <p:sp>
        <p:nvSpPr>
          <p:cNvPr id="5" name="text">
            <a:extLst xmlns:a="http://schemas.openxmlformats.org/drawingml/2006/main">
              <a:ext uri="{FF2B5EF4-FFF2-40B4-BE49-F238E27FC236}">
                <a16:creationId xmlns:a16="http://schemas.microsoft.com/office/drawing/2014/main" id="{9AB7DD12-288C-4D6B-88BC-534C139478E7}"/>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sp>
        <p:nvSpPr>
          <p:cNvPr id="6" name="">
            <a:extLst xmlns:a="http://schemas.openxmlformats.org/drawingml/2006/main">
              <a:ext uri="{FF2B5EF4-FFF2-40B4-BE49-F238E27FC236}">
                <a16:creationId xmlns:a16="http://schemas.microsoft.com/office/drawing/2014/main" id="{49F1AEAA-97C0-4BDC-B657-FE1C30E23434}"/>
              </a:ext>
            </a:extLst>
          </p:cNvPr>
          <p:cNvSpPr>
            <a:spLocks xmlns:a="http://schemas.openxmlformats.org/drawingml/2006/main" noGrp="1"/>
          </p:cNvSpPr>
          <p:nvPr/>
        </p:nvSpPr>
        <p:spPr>
          <a:xfrm xmlns:a="http://schemas.openxmlformats.org/drawingml/2006/main">
            <a:off x="1143000" y="2667000"/>
            <a:ext cx="1238250" cy="714375"/>
          </a:xfrm>
          <a:prstGeom xmlns:a="http://schemas.openxmlformats.org/drawingml/2006/main" prst="roundRect">
            <a:avLst>
              <a:gd name="adj" fmla="val 10667"/>
            </a:avLst>
          </a:prstGeom>
          <a:solidFill xmlns:a="http://schemas.openxmlformats.org/drawingml/2006/main">
            <a:srgbClr val="EEF4F7"/>
          </a:solidFill>
          <a:ln xmlns:a="http://schemas.openxmlformats.org/drawingml/2006/main" w="14288">
            <a:solidFill>
              <a:srgbClr val="16A6B6"/>
            </a:solidFill>
            <a:prstDash val="solid"/>
          </a:ln>
        </p:spPr>
      </p:sp>
      <p:sp>
        <p:nvSpPr>
          <p:cNvPr id="7" name="text">
            <a:extLst xmlns:a="http://schemas.openxmlformats.org/drawingml/2006/main">
              <a:ext uri="{FF2B5EF4-FFF2-40B4-BE49-F238E27FC236}">
                <a16:creationId xmlns:a16="http://schemas.microsoft.com/office/drawing/2014/main" id="{8D543964-C083-4EFE-A4B5-C8C1A5FFD1EB}"/>
              </a:ext>
            </a:extLst>
          </p:cNvPr>
          <p:cNvSpPr>
            <a:spLocks xmlns:a="http://schemas.openxmlformats.org/drawingml/2006/main" noGrp="1"/>
          </p:cNvSpPr>
          <p:nvPr/>
        </p:nvSpPr>
        <p:spPr>
          <a:xfrm xmlns:a="http://schemas.openxmlformats.org/drawingml/2006/main">
            <a:off x="1238250" y="2800350"/>
            <a:ext cx="1047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2A43"/>
                </a:solidFill>
              </a:defRPr>
            </a:pPr>
            <a:r>
              <a:rPr sz="1350" b="1">
                <a:solidFill>
                  <a:srgbClr val="102A43"/>
                </a:solidFill>
              </a:rPr>
              <a:t>hazard λ</a:t>
            </a:r>
          </a:p>
        </p:txBody>
      </p:sp>
      <p:cxnSp>
        <p:nvCxnSpPr>
          <p:cNvPr id="30" name=""/>
          <p:cNvCxnSpPr/>
          <p:nvPr/>
        </p:nvCxnSpPr>
        <p:spPr>
          <a:xfrm xmlns:a="http://schemas.openxmlformats.org/drawingml/2006/main">
            <a:off x="2381250" y="3028950"/>
            <a:ext cx="1047750" cy="9525"/>
          </a:xfrm>
          <a:prstGeom xmlns:a="http://schemas.openxmlformats.org/drawingml/2006/main" prst="straightConnector1">
            <a:avLst/>
          </a:prstGeom>
          <a:ln xmlns:a="http://schemas.openxmlformats.org/drawingml/2006/main" w="28575">
            <a:solidFill>
              <a:srgbClr val="B8C7D0"/>
            </a:solidFill>
            <a:prstDash val="solid"/>
          </a:ln>
        </p:spPr>
      </p:cxnSp>
      <p:sp>
        <p:nvSpPr>
          <p:cNvPr id="9" name="">
            <a:extLst xmlns:a="http://schemas.openxmlformats.org/drawingml/2006/main">
              <a:ext uri="{FF2B5EF4-FFF2-40B4-BE49-F238E27FC236}">
                <a16:creationId xmlns:a16="http://schemas.microsoft.com/office/drawing/2014/main" id="{F2B6CC05-9F6D-4940-9CC8-0B00B0D2BE0A}"/>
              </a:ext>
            </a:extLst>
          </p:cNvPr>
          <p:cNvSpPr>
            <a:spLocks xmlns:a="http://schemas.openxmlformats.org/drawingml/2006/main" noGrp="1"/>
          </p:cNvSpPr>
          <p:nvPr/>
        </p:nvSpPr>
        <p:spPr>
          <a:xfrm xmlns:a="http://schemas.openxmlformats.org/drawingml/2006/main">
            <a:off x="3429000" y="2667000"/>
            <a:ext cx="1238250" cy="714375"/>
          </a:xfrm>
          <a:prstGeom xmlns:a="http://schemas.openxmlformats.org/drawingml/2006/main" prst="roundRect">
            <a:avLst>
              <a:gd name="adj" fmla="val 10667"/>
            </a:avLst>
          </a:prstGeom>
          <a:solidFill xmlns:a="http://schemas.openxmlformats.org/drawingml/2006/main">
            <a:srgbClr val="EEF4F7"/>
          </a:solidFill>
          <a:ln xmlns:a="http://schemas.openxmlformats.org/drawingml/2006/main" w="14288">
            <a:solidFill>
              <a:srgbClr val="16A6B6"/>
            </a:solidFill>
            <a:prstDash val="solid"/>
          </a:ln>
        </p:spPr>
      </p:sp>
      <p:sp>
        <p:nvSpPr>
          <p:cNvPr id="10" name="text">
            <a:extLst xmlns:a="http://schemas.openxmlformats.org/drawingml/2006/main">
              <a:ext uri="{FF2B5EF4-FFF2-40B4-BE49-F238E27FC236}">
                <a16:creationId xmlns:a16="http://schemas.microsoft.com/office/drawing/2014/main" id="{7C0A6769-2C8A-4C44-AEA3-9692D20C56F3}"/>
              </a:ext>
            </a:extLst>
          </p:cNvPr>
          <p:cNvSpPr>
            <a:spLocks xmlns:a="http://schemas.openxmlformats.org/drawingml/2006/main" noGrp="1"/>
          </p:cNvSpPr>
          <p:nvPr/>
        </p:nvSpPr>
        <p:spPr>
          <a:xfrm xmlns:a="http://schemas.openxmlformats.org/drawingml/2006/main">
            <a:off x="3524250" y="2800350"/>
            <a:ext cx="1047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2A43"/>
                </a:solidFill>
              </a:defRPr>
            </a:pPr>
            <a:r>
              <a:rPr sz="1350" b="1">
                <a:solidFill>
                  <a:srgbClr val="102A43"/>
                </a:solidFill>
              </a:rPr>
              <a:t>sample</a:t>
            </a:r>
          </a:p>
          <a:p xmlns:a="http://schemas.openxmlformats.org/drawingml/2006/main">
            <a:pPr algn="ctr">
              <a:defRPr sz="1350" b="1">
                <a:solidFill>
                  <a:srgbClr val="102A43"/>
                </a:solidFill>
              </a:defRPr>
            </a:pPr>
            <a:r>
              <a:rPr sz="1350" b="1">
                <a:solidFill>
                  <a:srgbClr val="102A43"/>
                </a:solidFill>
              </a:rPr>
              <a:t>candidate</a:t>
            </a:r>
          </a:p>
        </p:txBody>
      </p:sp>
      <p:cxnSp>
        <p:nvCxnSpPr>
          <p:cNvPr id="33" name=""/>
          <p:cNvCxnSpPr/>
          <p:nvPr/>
        </p:nvCxnSpPr>
        <p:spPr>
          <a:xfrm xmlns:a="http://schemas.openxmlformats.org/drawingml/2006/main">
            <a:off x="4667250" y="3028950"/>
            <a:ext cx="1047750" cy="9525"/>
          </a:xfrm>
          <a:prstGeom xmlns:a="http://schemas.openxmlformats.org/drawingml/2006/main" prst="straightConnector1">
            <a:avLst/>
          </a:prstGeom>
          <a:ln xmlns:a="http://schemas.openxmlformats.org/drawingml/2006/main" w="28575">
            <a:solidFill>
              <a:srgbClr val="B8C7D0"/>
            </a:solidFill>
            <a:prstDash val="solid"/>
          </a:ln>
        </p:spPr>
      </p:cxnSp>
      <p:sp>
        <p:nvSpPr>
          <p:cNvPr id="12" name="">
            <a:extLst xmlns:a="http://schemas.openxmlformats.org/drawingml/2006/main">
              <a:ext uri="{FF2B5EF4-FFF2-40B4-BE49-F238E27FC236}">
                <a16:creationId xmlns:a16="http://schemas.microsoft.com/office/drawing/2014/main" id="{BA75F9F8-3821-405E-AB6A-85ADB9306285}"/>
              </a:ext>
            </a:extLst>
          </p:cNvPr>
          <p:cNvSpPr>
            <a:spLocks xmlns:a="http://schemas.openxmlformats.org/drawingml/2006/main" noGrp="1"/>
          </p:cNvSpPr>
          <p:nvPr/>
        </p:nvSpPr>
        <p:spPr>
          <a:xfrm xmlns:a="http://schemas.openxmlformats.org/drawingml/2006/main">
            <a:off x="5715000" y="2667000"/>
            <a:ext cx="1238250" cy="714375"/>
          </a:xfrm>
          <a:prstGeom xmlns:a="http://schemas.openxmlformats.org/drawingml/2006/main" prst="roundRect">
            <a:avLst>
              <a:gd name="adj" fmla="val 10667"/>
            </a:avLst>
          </a:prstGeom>
          <a:solidFill xmlns:a="http://schemas.openxmlformats.org/drawingml/2006/main">
            <a:srgbClr val="EEF4F7"/>
          </a:solidFill>
          <a:ln xmlns:a="http://schemas.openxmlformats.org/drawingml/2006/main" w="14288">
            <a:solidFill>
              <a:srgbClr val="16A6B6"/>
            </a:solidFill>
            <a:prstDash val="solid"/>
          </a:ln>
        </p:spPr>
      </p:sp>
      <p:sp>
        <p:nvSpPr>
          <p:cNvPr id="13" name="text">
            <a:extLst xmlns:a="http://schemas.openxmlformats.org/drawingml/2006/main">
              <a:ext uri="{FF2B5EF4-FFF2-40B4-BE49-F238E27FC236}">
                <a16:creationId xmlns:a16="http://schemas.microsoft.com/office/drawing/2014/main" id="{25D21C97-C5C5-4799-BB78-269913EAC327}"/>
              </a:ext>
            </a:extLst>
          </p:cNvPr>
          <p:cNvSpPr>
            <a:spLocks xmlns:a="http://schemas.openxmlformats.org/drawingml/2006/main" noGrp="1"/>
          </p:cNvSpPr>
          <p:nvPr/>
        </p:nvSpPr>
        <p:spPr>
          <a:xfrm xmlns:a="http://schemas.openxmlformats.org/drawingml/2006/main">
            <a:off x="5810250" y="2800350"/>
            <a:ext cx="1047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2A43"/>
                </a:solidFill>
              </a:defRPr>
            </a:pPr>
            <a:r>
              <a:rPr sz="1350" b="1">
                <a:solidFill>
                  <a:srgbClr val="102A43"/>
                </a:solidFill>
              </a:rPr>
              <a:t>solve</a:t>
            </a:r>
          </a:p>
          <a:p xmlns:a="http://schemas.openxmlformats.org/drawingml/2006/main">
            <a:pPr algn="ctr">
              <a:defRPr sz="1350" b="1">
                <a:solidFill>
                  <a:srgbClr val="102A43"/>
                </a:solidFill>
              </a:defRPr>
            </a:pPr>
            <a:r>
              <a:rPr sz="1350" b="1">
                <a:solidFill>
                  <a:srgbClr val="102A43"/>
                </a:solidFill>
              </a:rPr>
              <a:t>mechanics</a:t>
            </a:r>
          </a:p>
        </p:txBody>
      </p:sp>
      <p:cxnSp>
        <p:nvCxnSpPr>
          <p:cNvPr id="36" name=""/>
          <p:cNvCxnSpPr/>
          <p:nvPr/>
        </p:nvCxnSpPr>
        <p:spPr>
          <a:xfrm xmlns:a="http://schemas.openxmlformats.org/drawingml/2006/main">
            <a:off x="6953250" y="3028950"/>
            <a:ext cx="1047750" cy="9525"/>
          </a:xfrm>
          <a:prstGeom xmlns:a="http://schemas.openxmlformats.org/drawingml/2006/main" prst="straightConnector1">
            <a:avLst/>
          </a:prstGeom>
          <a:ln xmlns:a="http://schemas.openxmlformats.org/drawingml/2006/main" w="28575">
            <a:solidFill>
              <a:srgbClr val="B8C7D0"/>
            </a:solidFill>
            <a:prstDash val="solid"/>
          </a:ln>
        </p:spPr>
      </p:cxnSp>
      <p:sp>
        <p:nvSpPr>
          <p:cNvPr id="15" name="">
            <a:extLst xmlns:a="http://schemas.openxmlformats.org/drawingml/2006/main">
              <a:ext uri="{FF2B5EF4-FFF2-40B4-BE49-F238E27FC236}">
                <a16:creationId xmlns:a16="http://schemas.microsoft.com/office/drawing/2014/main" id="{558BDB95-AF72-4C45-95D2-3CC998031A22}"/>
              </a:ext>
            </a:extLst>
          </p:cNvPr>
          <p:cNvSpPr>
            <a:spLocks xmlns:a="http://schemas.openxmlformats.org/drawingml/2006/main" noGrp="1"/>
          </p:cNvSpPr>
          <p:nvPr/>
        </p:nvSpPr>
        <p:spPr>
          <a:xfrm xmlns:a="http://schemas.openxmlformats.org/drawingml/2006/main">
            <a:off x="8001000" y="2667000"/>
            <a:ext cx="1238250" cy="714375"/>
          </a:xfrm>
          <a:prstGeom xmlns:a="http://schemas.openxmlformats.org/drawingml/2006/main" prst="roundRect">
            <a:avLst>
              <a:gd name="adj" fmla="val 10667"/>
            </a:avLst>
          </a:prstGeom>
          <a:solidFill xmlns:a="http://schemas.openxmlformats.org/drawingml/2006/main">
            <a:srgbClr val="FFF5DF"/>
          </a:solidFill>
          <a:ln xmlns:a="http://schemas.openxmlformats.org/drawingml/2006/main" w="14288">
            <a:solidFill>
              <a:srgbClr val="E9C46A"/>
            </a:solidFill>
            <a:prstDash val="solid"/>
          </a:ln>
        </p:spPr>
      </p:sp>
      <p:sp>
        <p:nvSpPr>
          <p:cNvPr id="16" name="text">
            <a:extLst xmlns:a="http://schemas.openxmlformats.org/drawingml/2006/main">
              <a:ext uri="{FF2B5EF4-FFF2-40B4-BE49-F238E27FC236}">
                <a16:creationId xmlns:a16="http://schemas.microsoft.com/office/drawing/2014/main" id="{3F86113F-EA3D-48F1-BE8C-CE50319D2F7C}"/>
              </a:ext>
            </a:extLst>
          </p:cNvPr>
          <p:cNvSpPr>
            <a:spLocks xmlns:a="http://schemas.openxmlformats.org/drawingml/2006/main" noGrp="1"/>
          </p:cNvSpPr>
          <p:nvPr/>
        </p:nvSpPr>
        <p:spPr>
          <a:xfrm xmlns:a="http://schemas.openxmlformats.org/drawingml/2006/main">
            <a:off x="8096250" y="2800350"/>
            <a:ext cx="1047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2A43"/>
                </a:solidFill>
              </a:defRPr>
            </a:pPr>
            <a:r>
              <a:rPr sz="1350" b="1">
                <a:solidFill>
                  <a:srgbClr val="102A43"/>
                </a:solidFill>
              </a:rPr>
              <a:t>accept?</a:t>
            </a:r>
          </a:p>
        </p:txBody>
      </p:sp>
      <p:cxnSp>
        <p:nvCxnSpPr>
          <p:cNvPr id="39" name=""/>
          <p:cNvCxnSpPr/>
          <p:nvPr/>
        </p:nvCxnSpPr>
        <p:spPr>
          <a:xfrm xmlns:a="http://schemas.openxmlformats.org/drawingml/2006/main">
            <a:off x="9239250" y="3028950"/>
            <a:ext cx="1047750" cy="9525"/>
          </a:xfrm>
          <a:prstGeom xmlns:a="http://schemas.openxmlformats.org/drawingml/2006/main" prst="straightConnector1">
            <a:avLst/>
          </a:prstGeom>
          <a:ln xmlns:a="http://schemas.openxmlformats.org/drawingml/2006/main" w="28575">
            <a:solidFill>
              <a:srgbClr val="B8C7D0"/>
            </a:solidFill>
            <a:prstDash val="solid"/>
          </a:ln>
        </p:spPr>
      </p:cxnSp>
      <p:sp>
        <p:nvSpPr>
          <p:cNvPr id="18" name="">
            <a:extLst xmlns:a="http://schemas.openxmlformats.org/drawingml/2006/main">
              <a:ext uri="{FF2B5EF4-FFF2-40B4-BE49-F238E27FC236}">
                <a16:creationId xmlns:a16="http://schemas.microsoft.com/office/drawing/2014/main" id="{87528CD7-A589-413E-B999-917A600CC236}"/>
              </a:ext>
            </a:extLst>
          </p:cNvPr>
          <p:cNvSpPr>
            <a:spLocks xmlns:a="http://schemas.openxmlformats.org/drawingml/2006/main" noGrp="1"/>
          </p:cNvSpPr>
          <p:nvPr/>
        </p:nvSpPr>
        <p:spPr>
          <a:xfrm xmlns:a="http://schemas.openxmlformats.org/drawingml/2006/main">
            <a:off x="10287000" y="2667000"/>
            <a:ext cx="1238250" cy="714375"/>
          </a:xfrm>
          <a:prstGeom xmlns:a="http://schemas.openxmlformats.org/drawingml/2006/main" prst="roundRect">
            <a:avLst>
              <a:gd name="adj" fmla="val 10667"/>
            </a:avLst>
          </a:prstGeom>
          <a:solidFill xmlns:a="http://schemas.openxmlformats.org/drawingml/2006/main">
            <a:srgbClr val="EEF4F7"/>
          </a:solidFill>
          <a:ln xmlns:a="http://schemas.openxmlformats.org/drawingml/2006/main" w="14288">
            <a:solidFill>
              <a:srgbClr val="16A6B6"/>
            </a:solidFill>
            <a:prstDash val="solid"/>
          </a:ln>
        </p:spPr>
      </p:sp>
      <p:sp>
        <p:nvSpPr>
          <p:cNvPr id="19" name="text">
            <a:extLst xmlns:a="http://schemas.openxmlformats.org/drawingml/2006/main">
              <a:ext uri="{FF2B5EF4-FFF2-40B4-BE49-F238E27FC236}">
                <a16:creationId xmlns:a16="http://schemas.microsoft.com/office/drawing/2014/main" id="{D46FF6F0-E393-4C76-B4EE-D914CEAA7F2A}"/>
              </a:ext>
            </a:extLst>
          </p:cNvPr>
          <p:cNvSpPr>
            <a:spLocks xmlns:a="http://schemas.openxmlformats.org/drawingml/2006/main" noGrp="1"/>
          </p:cNvSpPr>
          <p:nvPr/>
        </p:nvSpPr>
        <p:spPr>
          <a:xfrm xmlns:a="http://schemas.openxmlformats.org/drawingml/2006/main">
            <a:off x="10382250" y="2800350"/>
            <a:ext cx="1047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2A43"/>
                </a:solidFill>
              </a:defRPr>
            </a:pPr>
            <a:r>
              <a:rPr sz="1350" b="1">
                <a:solidFill>
                  <a:srgbClr val="102A43"/>
                </a:solidFill>
              </a:rPr>
              <a:t>commit or</a:t>
            </a:r>
          </a:p>
          <a:p xmlns:a="http://schemas.openxmlformats.org/drawingml/2006/main">
            <a:pPr algn="ctr">
              <a:defRPr sz="1350" b="1">
                <a:solidFill>
                  <a:srgbClr val="102A43"/>
                </a:solidFill>
              </a:defRPr>
            </a:pPr>
            <a:r>
              <a:rPr sz="1350" b="1">
                <a:solidFill>
                  <a:srgbClr val="102A43"/>
                </a:solidFill>
              </a:rPr>
              <a:t>restore</a:t>
            </a:r>
          </a:p>
        </p:txBody>
      </p:sp>
      <p:sp>
        <p:nvSpPr>
          <p:cNvPr id="20" name="text">
            <a:extLst xmlns:a="http://schemas.openxmlformats.org/drawingml/2006/main">
              <a:ext uri="{FF2B5EF4-FFF2-40B4-BE49-F238E27FC236}">
                <a16:creationId xmlns:a16="http://schemas.microsoft.com/office/drawing/2014/main" id="{4D6302EC-CEFA-432B-BC96-7366E9CCAC75}"/>
              </a:ext>
            </a:extLst>
          </p:cNvPr>
          <p:cNvSpPr>
            <a:spLocks xmlns:a="http://schemas.openxmlformats.org/drawingml/2006/main" noGrp="1"/>
          </p:cNvSpPr>
          <p:nvPr/>
        </p:nvSpPr>
        <p:spPr>
          <a:xfrm xmlns:a="http://schemas.openxmlformats.org/drawingml/2006/main">
            <a:off x="1238250" y="4524375"/>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102A43"/>
                </a:solidFill>
              </a:defRPr>
            </a:pPr>
            <a:r>
              <a:rPr sz="1950" b="1">
                <a:solidFill>
                  <a:srgbClr val="102A43"/>
                </a:solidFill>
              </a:rPr>
              <a:t>No partial history: a rejected displacement cannot leave a motor bound or an ECM event committed.</a:t>
            </a:r>
          </a:p>
        </p:txBody>
      </p:sp>
      <p:sp>
        <p:nvSpPr>
          <p:cNvPr id="21" name="">
            <a:extLst xmlns:a="http://schemas.openxmlformats.org/drawingml/2006/main">
              <a:ext uri="{FF2B5EF4-FFF2-40B4-BE49-F238E27FC236}">
                <a16:creationId xmlns:a16="http://schemas.microsoft.com/office/drawing/2014/main" id="{7E50EE57-A4EC-45C9-8F36-76CE760F8922}"/>
              </a:ext>
            </a:extLst>
          </p:cNvPr>
          <p:cNvSpPr>
            <a:spLocks xmlns:a="http://schemas.openxmlformats.org/drawingml/2006/main" noGrp="1"/>
          </p:cNvSpPr>
          <p:nvPr/>
        </p:nvSpPr>
        <p:spPr>
          <a:xfrm xmlns:a="http://schemas.openxmlformats.org/drawingml/2006/main">
            <a:off x="1714500" y="5286375"/>
            <a:ext cx="8763000" cy="714375"/>
          </a:xfrm>
          <a:prstGeom xmlns:a="http://schemas.openxmlformats.org/drawingml/2006/main" prst="roundRect">
            <a:avLst>
              <a:gd name="adj" fmla="val 10667"/>
            </a:avLst>
          </a:prstGeom>
          <a:solidFill xmlns:a="http://schemas.openxmlformats.org/drawingml/2006/main">
            <a:srgbClr val="E8F4F5"/>
          </a:solidFill>
          <a:ln xmlns:a="http://schemas.openxmlformats.org/drawingml/2006/main" w="0">
            <a:noFill/>
            <a:prstDash val="solid"/>
          </a:ln>
        </p:spPr>
      </p:sp>
      <p:sp>
        <p:nvSpPr>
          <p:cNvPr id="22" name="text">
            <a:extLst xmlns:a="http://schemas.openxmlformats.org/drawingml/2006/main">
              <a:ext uri="{FF2B5EF4-FFF2-40B4-BE49-F238E27FC236}">
                <a16:creationId xmlns:a16="http://schemas.microsoft.com/office/drawing/2014/main" id="{6745FE6C-45C6-4968-986B-24A6A44D3DF2}"/>
              </a:ext>
            </a:extLst>
          </p:cNvPr>
          <p:cNvSpPr>
            <a:spLocks xmlns:a="http://schemas.openxmlformats.org/drawingml/2006/main" noGrp="1"/>
          </p:cNvSpPr>
          <p:nvPr/>
        </p:nvSpPr>
        <p:spPr>
          <a:xfrm xmlns:a="http://schemas.openxmlformats.org/drawingml/2006/main">
            <a:off x="1924050" y="5467350"/>
            <a:ext cx="834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102A43"/>
                </a:solidFill>
              </a:defRPr>
            </a:pPr>
            <a:r>
              <a:rPr sz="1875" b="1">
                <a:solidFill>
                  <a:srgbClr val="102A43"/>
                </a:solidFill>
              </a:rPr>
              <a:t>P(event i in Δt) = 1 − exp[−λi(x,θ) Δt]</a:t>
            </a:r>
          </a:p>
        </p:txBody>
      </p:sp>
    </p:spTree>
    <p:extLst>
      <p:ext uri="{BB962C8B-B14F-4D97-AF65-F5344CB8AC3E}">
        <p14:creationId xmlns:p14="http://schemas.microsoft.com/office/powerpoint/2010/main" val="18804946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0" name="text">
            <a:extLst xmlns:a="http://schemas.openxmlformats.org/drawingml/2006/main">
              <a:ext uri="{FF2B5EF4-FFF2-40B4-BE49-F238E27FC236}">
                <a16:creationId xmlns:a16="http://schemas.microsoft.com/office/drawing/2014/main" id="{C21B0205-4BBD-449C-A4F2-A774C04AFA6E}"/>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ADHESION</a:t>
            </a:r>
          </a:p>
        </p:txBody>
      </p:sp>
      <p:sp>
        <p:nvSpPr>
          <p:cNvPr id="2" name="text">
            <a:extLst xmlns:a="http://schemas.openxmlformats.org/drawingml/2006/main">
              <a:ext uri="{FF2B5EF4-FFF2-40B4-BE49-F238E27FC236}">
                <a16:creationId xmlns:a16="http://schemas.microsoft.com/office/drawing/2014/main" id="{C2B1A3E7-7DDD-465C-AF4A-6EA8334954C1}"/>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0F14"/>
                </a:solidFill>
              </a:defRPr>
            </a:pPr>
            <a:r>
              <a:rPr sz="2850" b="1">
                <a:solidFill>
                  <a:srgbClr val="0B0F14"/>
                </a:solidFill>
              </a:rPr>
              <a:t>A molecular clutch creates feedback between force, lifetime, and traction</a:t>
            </a:r>
          </a:p>
        </p:txBody>
      </p:sp>
      <p:cxnSp>
        <p:nvCxnSpPr>
          <p:cNvPr id="192"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8A56F5EB-9735-468D-A65C-A825A3200CF9}"/>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17</a:t>
            </a:r>
          </a:p>
        </p:txBody>
      </p:sp>
      <p:sp>
        <p:nvSpPr>
          <p:cNvPr id="5" name="text">
            <a:extLst xmlns:a="http://schemas.openxmlformats.org/drawingml/2006/main">
              <a:ext uri="{FF2B5EF4-FFF2-40B4-BE49-F238E27FC236}">
                <a16:creationId xmlns:a16="http://schemas.microsoft.com/office/drawing/2014/main" id="{DCDF82BD-C512-4AD0-ADEA-EBB775793317}"/>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cxnSp>
        <p:nvCxnSpPr>
          <p:cNvPr id="195" name=""/>
          <p:cNvCxnSpPr/>
          <p:nvPr/>
        </p:nvCxnSpPr>
        <p:spPr>
          <a:xfrm xmlns:a="http://schemas.openxmlformats.org/drawingml/2006/main">
            <a:off x="1000125" y="4762500"/>
            <a:ext cx="4905375" cy="9525"/>
          </a:xfrm>
          <a:prstGeom xmlns:a="http://schemas.openxmlformats.org/drawingml/2006/main" prst="straightConnector1">
            <a:avLst/>
          </a:prstGeom>
          <a:ln xmlns:a="http://schemas.openxmlformats.org/drawingml/2006/main" w="19050">
            <a:solidFill>
              <a:srgbClr val="B8C7D0"/>
            </a:solidFill>
            <a:prstDash val="solid"/>
          </a:ln>
        </p:spPr>
      </p:cxnSp>
      <p:cxnSp>
        <p:nvCxnSpPr>
          <p:cNvPr id="196" name=""/>
          <p:cNvCxnSpPr/>
          <p:nvPr/>
        </p:nvCxnSpPr>
        <p:spPr>
          <a:xfrm xmlns:a="http://schemas.openxmlformats.org/drawingml/2006/main">
            <a:off x="1000125" y="1809750"/>
            <a:ext cx="9525" cy="2952750"/>
          </a:xfrm>
          <a:prstGeom xmlns:a="http://schemas.openxmlformats.org/drawingml/2006/main" prst="straightConnector1">
            <a:avLst/>
          </a:prstGeom>
          <a:ln xmlns:a="http://schemas.openxmlformats.org/drawingml/2006/main" w="19050">
            <a:solidFill>
              <a:srgbClr val="B8C7D0"/>
            </a:solidFill>
            <a:prstDash val="solid"/>
          </a:ln>
        </p:spPr>
      </p:cxnSp>
      <p:sp>
        <p:nvSpPr>
          <p:cNvPr id="8" name="">
            <a:extLst xmlns:a="http://schemas.openxmlformats.org/drawingml/2006/main">
              <a:ext uri="{FF2B5EF4-FFF2-40B4-BE49-F238E27FC236}">
                <a16:creationId xmlns:a16="http://schemas.microsoft.com/office/drawing/2014/main" id="{9A3AC0E0-B1AA-4CF1-9C84-37054BB91979}"/>
              </a:ext>
            </a:extLst>
          </p:cNvPr>
          <p:cNvSpPr>
            <a:spLocks xmlns:a="http://schemas.openxmlformats.org/drawingml/2006/main" noGrp="1"/>
          </p:cNvSpPr>
          <p:nvPr/>
        </p:nvSpPr>
        <p:spPr>
          <a:xfrm xmlns:a="http://schemas.openxmlformats.org/drawingml/2006/main">
            <a:off x="1047750" y="4381500"/>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9" name="">
            <a:extLst xmlns:a="http://schemas.openxmlformats.org/drawingml/2006/main">
              <a:ext uri="{FF2B5EF4-FFF2-40B4-BE49-F238E27FC236}">
                <a16:creationId xmlns:a16="http://schemas.microsoft.com/office/drawing/2014/main" id="{8FF4E5C0-03C9-4845-8B40-D4EE5BD5B6F4}"/>
              </a:ext>
            </a:extLst>
          </p:cNvPr>
          <p:cNvSpPr>
            <a:spLocks xmlns:a="http://schemas.openxmlformats.org/drawingml/2006/main" noGrp="1"/>
          </p:cNvSpPr>
          <p:nvPr/>
        </p:nvSpPr>
        <p:spPr>
          <a:xfrm xmlns:a="http://schemas.openxmlformats.org/drawingml/2006/main">
            <a:off x="1102995" y="4381223"/>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10" name="">
            <a:extLst xmlns:a="http://schemas.openxmlformats.org/drawingml/2006/main">
              <a:ext uri="{FF2B5EF4-FFF2-40B4-BE49-F238E27FC236}">
                <a16:creationId xmlns:a16="http://schemas.microsoft.com/office/drawing/2014/main" id="{6DAD37BE-0166-4CB2-9B26-83E07844AE8F}"/>
              </a:ext>
            </a:extLst>
          </p:cNvPr>
          <p:cNvSpPr>
            <a:spLocks xmlns:a="http://schemas.openxmlformats.org/drawingml/2006/main" noGrp="1"/>
          </p:cNvSpPr>
          <p:nvPr/>
        </p:nvSpPr>
        <p:spPr>
          <a:xfrm xmlns:a="http://schemas.openxmlformats.org/drawingml/2006/main">
            <a:off x="1158240" y="4380393"/>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11" name="">
            <a:extLst xmlns:a="http://schemas.openxmlformats.org/drawingml/2006/main">
              <a:ext uri="{FF2B5EF4-FFF2-40B4-BE49-F238E27FC236}">
                <a16:creationId xmlns:a16="http://schemas.microsoft.com/office/drawing/2014/main" id="{1369EDA5-5752-4FEB-908C-23E04748A9CA}"/>
              </a:ext>
            </a:extLst>
          </p:cNvPr>
          <p:cNvSpPr>
            <a:spLocks xmlns:a="http://schemas.openxmlformats.org/drawingml/2006/main" noGrp="1"/>
          </p:cNvSpPr>
          <p:nvPr/>
        </p:nvSpPr>
        <p:spPr>
          <a:xfrm xmlns:a="http://schemas.openxmlformats.org/drawingml/2006/main">
            <a:off x="1213485" y="4379008"/>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12" name="">
            <a:extLst xmlns:a="http://schemas.openxmlformats.org/drawingml/2006/main">
              <a:ext uri="{FF2B5EF4-FFF2-40B4-BE49-F238E27FC236}">
                <a16:creationId xmlns:a16="http://schemas.microsoft.com/office/drawing/2014/main" id="{95EC8E78-CDDA-4AA9-9E71-0EBF42175607}"/>
              </a:ext>
            </a:extLst>
          </p:cNvPr>
          <p:cNvSpPr>
            <a:spLocks xmlns:a="http://schemas.openxmlformats.org/drawingml/2006/main" noGrp="1"/>
          </p:cNvSpPr>
          <p:nvPr/>
        </p:nvSpPr>
        <p:spPr>
          <a:xfrm xmlns:a="http://schemas.openxmlformats.org/drawingml/2006/main">
            <a:off x="1268730" y="4377070"/>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13" name="">
            <a:extLst xmlns:a="http://schemas.openxmlformats.org/drawingml/2006/main">
              <a:ext uri="{FF2B5EF4-FFF2-40B4-BE49-F238E27FC236}">
                <a16:creationId xmlns:a16="http://schemas.microsoft.com/office/drawing/2014/main" id="{4F008791-B9F9-4358-B127-B36E2BAA6552}"/>
              </a:ext>
            </a:extLst>
          </p:cNvPr>
          <p:cNvSpPr>
            <a:spLocks xmlns:a="http://schemas.openxmlformats.org/drawingml/2006/main" noGrp="1"/>
          </p:cNvSpPr>
          <p:nvPr/>
        </p:nvSpPr>
        <p:spPr>
          <a:xfrm xmlns:a="http://schemas.openxmlformats.org/drawingml/2006/main">
            <a:off x="1323975" y="4374579"/>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14" name="">
            <a:extLst xmlns:a="http://schemas.openxmlformats.org/drawingml/2006/main">
              <a:ext uri="{FF2B5EF4-FFF2-40B4-BE49-F238E27FC236}">
                <a16:creationId xmlns:a16="http://schemas.microsoft.com/office/drawing/2014/main" id="{36257AE5-6643-496C-A767-307E4BCD919B}"/>
              </a:ext>
            </a:extLst>
          </p:cNvPr>
          <p:cNvSpPr>
            <a:spLocks xmlns:a="http://schemas.openxmlformats.org/drawingml/2006/main" noGrp="1"/>
          </p:cNvSpPr>
          <p:nvPr/>
        </p:nvSpPr>
        <p:spPr>
          <a:xfrm xmlns:a="http://schemas.openxmlformats.org/drawingml/2006/main">
            <a:off x="1379220" y="4371533"/>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15" name="">
            <a:extLst xmlns:a="http://schemas.openxmlformats.org/drawingml/2006/main">
              <a:ext uri="{FF2B5EF4-FFF2-40B4-BE49-F238E27FC236}">
                <a16:creationId xmlns:a16="http://schemas.microsoft.com/office/drawing/2014/main" id="{199312DE-F94C-4BE1-9D4D-960B02F9203B}"/>
              </a:ext>
            </a:extLst>
          </p:cNvPr>
          <p:cNvSpPr>
            <a:spLocks xmlns:a="http://schemas.openxmlformats.org/drawingml/2006/main" noGrp="1"/>
          </p:cNvSpPr>
          <p:nvPr/>
        </p:nvSpPr>
        <p:spPr>
          <a:xfrm xmlns:a="http://schemas.openxmlformats.org/drawingml/2006/main">
            <a:off x="1434465" y="4367934"/>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16" name="">
            <a:extLst xmlns:a="http://schemas.openxmlformats.org/drawingml/2006/main">
              <a:ext uri="{FF2B5EF4-FFF2-40B4-BE49-F238E27FC236}">
                <a16:creationId xmlns:a16="http://schemas.microsoft.com/office/drawing/2014/main" id="{F8A8FCC9-1E61-49A1-BBE4-C78BDFCB6FEA}"/>
              </a:ext>
            </a:extLst>
          </p:cNvPr>
          <p:cNvSpPr>
            <a:spLocks xmlns:a="http://schemas.openxmlformats.org/drawingml/2006/main" noGrp="1"/>
          </p:cNvSpPr>
          <p:nvPr/>
        </p:nvSpPr>
        <p:spPr>
          <a:xfrm xmlns:a="http://schemas.openxmlformats.org/drawingml/2006/main">
            <a:off x="1489710" y="4363782"/>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17" name="">
            <a:extLst xmlns:a="http://schemas.openxmlformats.org/drawingml/2006/main">
              <a:ext uri="{FF2B5EF4-FFF2-40B4-BE49-F238E27FC236}">
                <a16:creationId xmlns:a16="http://schemas.microsoft.com/office/drawing/2014/main" id="{0E35D2B5-AF18-48C9-B056-82C90FB027C5}"/>
              </a:ext>
            </a:extLst>
          </p:cNvPr>
          <p:cNvSpPr>
            <a:spLocks xmlns:a="http://schemas.openxmlformats.org/drawingml/2006/main" noGrp="1"/>
          </p:cNvSpPr>
          <p:nvPr/>
        </p:nvSpPr>
        <p:spPr>
          <a:xfrm xmlns:a="http://schemas.openxmlformats.org/drawingml/2006/main">
            <a:off x="1544955" y="4359075"/>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18" name="">
            <a:extLst xmlns:a="http://schemas.openxmlformats.org/drawingml/2006/main">
              <a:ext uri="{FF2B5EF4-FFF2-40B4-BE49-F238E27FC236}">
                <a16:creationId xmlns:a16="http://schemas.microsoft.com/office/drawing/2014/main" id="{4B9A34F2-18B4-4E93-BE47-5600A368CDC2}"/>
              </a:ext>
            </a:extLst>
          </p:cNvPr>
          <p:cNvSpPr>
            <a:spLocks xmlns:a="http://schemas.openxmlformats.org/drawingml/2006/main" noGrp="1"/>
          </p:cNvSpPr>
          <p:nvPr/>
        </p:nvSpPr>
        <p:spPr>
          <a:xfrm xmlns:a="http://schemas.openxmlformats.org/drawingml/2006/main">
            <a:off x="1600200" y="4353815"/>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19" name="">
            <a:extLst xmlns:a="http://schemas.openxmlformats.org/drawingml/2006/main">
              <a:ext uri="{FF2B5EF4-FFF2-40B4-BE49-F238E27FC236}">
                <a16:creationId xmlns:a16="http://schemas.microsoft.com/office/drawing/2014/main" id="{3EAFE2A7-9571-433A-8AC0-B1379274B81B}"/>
              </a:ext>
            </a:extLst>
          </p:cNvPr>
          <p:cNvSpPr>
            <a:spLocks xmlns:a="http://schemas.openxmlformats.org/drawingml/2006/main" noGrp="1"/>
          </p:cNvSpPr>
          <p:nvPr/>
        </p:nvSpPr>
        <p:spPr>
          <a:xfrm xmlns:a="http://schemas.openxmlformats.org/drawingml/2006/main">
            <a:off x="1655445" y="4348001"/>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20" name="">
            <a:extLst xmlns:a="http://schemas.openxmlformats.org/drawingml/2006/main">
              <a:ext uri="{FF2B5EF4-FFF2-40B4-BE49-F238E27FC236}">
                <a16:creationId xmlns:a16="http://schemas.microsoft.com/office/drawing/2014/main" id="{1929CA95-11FF-45C2-A4F8-D3E932567459}"/>
              </a:ext>
            </a:extLst>
          </p:cNvPr>
          <p:cNvSpPr>
            <a:spLocks xmlns:a="http://schemas.openxmlformats.org/drawingml/2006/main" noGrp="1"/>
          </p:cNvSpPr>
          <p:nvPr/>
        </p:nvSpPr>
        <p:spPr>
          <a:xfrm xmlns:a="http://schemas.openxmlformats.org/drawingml/2006/main">
            <a:off x="1710690" y="4341633"/>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21" name="">
            <a:extLst xmlns:a="http://schemas.openxmlformats.org/drawingml/2006/main">
              <a:ext uri="{FF2B5EF4-FFF2-40B4-BE49-F238E27FC236}">
                <a16:creationId xmlns:a16="http://schemas.microsoft.com/office/drawing/2014/main" id="{A4B168BF-9F71-4FAC-A1CA-9197447ADAD7}"/>
              </a:ext>
            </a:extLst>
          </p:cNvPr>
          <p:cNvSpPr>
            <a:spLocks xmlns:a="http://schemas.openxmlformats.org/drawingml/2006/main" noGrp="1"/>
          </p:cNvSpPr>
          <p:nvPr/>
        </p:nvSpPr>
        <p:spPr>
          <a:xfrm xmlns:a="http://schemas.openxmlformats.org/drawingml/2006/main">
            <a:off x="1765935" y="4334712"/>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22" name="">
            <a:extLst xmlns:a="http://schemas.openxmlformats.org/drawingml/2006/main">
              <a:ext uri="{FF2B5EF4-FFF2-40B4-BE49-F238E27FC236}">
                <a16:creationId xmlns:a16="http://schemas.microsoft.com/office/drawing/2014/main" id="{BAB5D960-A1AB-46AD-84B9-EF473FB29516}"/>
              </a:ext>
            </a:extLst>
          </p:cNvPr>
          <p:cNvSpPr>
            <a:spLocks xmlns:a="http://schemas.openxmlformats.org/drawingml/2006/main" noGrp="1"/>
          </p:cNvSpPr>
          <p:nvPr/>
        </p:nvSpPr>
        <p:spPr>
          <a:xfrm xmlns:a="http://schemas.openxmlformats.org/drawingml/2006/main">
            <a:off x="1821180" y="4327237"/>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23" name="">
            <a:extLst xmlns:a="http://schemas.openxmlformats.org/drawingml/2006/main">
              <a:ext uri="{FF2B5EF4-FFF2-40B4-BE49-F238E27FC236}">
                <a16:creationId xmlns:a16="http://schemas.microsoft.com/office/drawing/2014/main" id="{8DC542BA-9170-4E68-9DD9-31A703C6C81A}"/>
              </a:ext>
            </a:extLst>
          </p:cNvPr>
          <p:cNvSpPr>
            <a:spLocks xmlns:a="http://schemas.openxmlformats.org/drawingml/2006/main" noGrp="1"/>
          </p:cNvSpPr>
          <p:nvPr/>
        </p:nvSpPr>
        <p:spPr>
          <a:xfrm xmlns:a="http://schemas.openxmlformats.org/drawingml/2006/main">
            <a:off x="1876425" y="4319208"/>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24" name="">
            <a:extLst xmlns:a="http://schemas.openxmlformats.org/drawingml/2006/main">
              <a:ext uri="{FF2B5EF4-FFF2-40B4-BE49-F238E27FC236}">
                <a16:creationId xmlns:a16="http://schemas.microsoft.com/office/drawing/2014/main" id="{E33416A9-8861-4EED-BCEB-A175C7F486AE}"/>
              </a:ext>
            </a:extLst>
          </p:cNvPr>
          <p:cNvSpPr>
            <a:spLocks xmlns:a="http://schemas.openxmlformats.org/drawingml/2006/main" noGrp="1"/>
          </p:cNvSpPr>
          <p:nvPr/>
        </p:nvSpPr>
        <p:spPr>
          <a:xfrm xmlns:a="http://schemas.openxmlformats.org/drawingml/2006/main">
            <a:off x="1931670" y="4310626"/>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25" name="">
            <a:extLst xmlns:a="http://schemas.openxmlformats.org/drawingml/2006/main">
              <a:ext uri="{FF2B5EF4-FFF2-40B4-BE49-F238E27FC236}">
                <a16:creationId xmlns:a16="http://schemas.microsoft.com/office/drawing/2014/main" id="{E6368E46-3E0C-494C-83C5-0EB1A4B7A685}"/>
              </a:ext>
            </a:extLst>
          </p:cNvPr>
          <p:cNvSpPr>
            <a:spLocks xmlns:a="http://schemas.openxmlformats.org/drawingml/2006/main" noGrp="1"/>
          </p:cNvSpPr>
          <p:nvPr/>
        </p:nvSpPr>
        <p:spPr>
          <a:xfrm xmlns:a="http://schemas.openxmlformats.org/drawingml/2006/main">
            <a:off x="1986915" y="4301490"/>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26" name="">
            <a:extLst xmlns:a="http://schemas.openxmlformats.org/drawingml/2006/main">
              <a:ext uri="{FF2B5EF4-FFF2-40B4-BE49-F238E27FC236}">
                <a16:creationId xmlns:a16="http://schemas.microsoft.com/office/drawing/2014/main" id="{B96B671E-BAB4-49E6-8712-5C74B86B1D79}"/>
              </a:ext>
            </a:extLst>
          </p:cNvPr>
          <p:cNvSpPr>
            <a:spLocks xmlns:a="http://schemas.openxmlformats.org/drawingml/2006/main" noGrp="1"/>
          </p:cNvSpPr>
          <p:nvPr/>
        </p:nvSpPr>
        <p:spPr>
          <a:xfrm xmlns:a="http://schemas.openxmlformats.org/drawingml/2006/main">
            <a:off x="2042160" y="4291800"/>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27" name="">
            <a:extLst xmlns:a="http://schemas.openxmlformats.org/drawingml/2006/main">
              <a:ext uri="{FF2B5EF4-FFF2-40B4-BE49-F238E27FC236}">
                <a16:creationId xmlns:a16="http://schemas.microsoft.com/office/drawing/2014/main" id="{F5963708-010A-4953-A206-077F26EEE809}"/>
              </a:ext>
            </a:extLst>
          </p:cNvPr>
          <p:cNvSpPr>
            <a:spLocks xmlns:a="http://schemas.openxmlformats.org/drawingml/2006/main" noGrp="1"/>
          </p:cNvSpPr>
          <p:nvPr/>
        </p:nvSpPr>
        <p:spPr>
          <a:xfrm xmlns:a="http://schemas.openxmlformats.org/drawingml/2006/main">
            <a:off x="2097405" y="4281557"/>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28" name="">
            <a:extLst xmlns:a="http://schemas.openxmlformats.org/drawingml/2006/main">
              <a:ext uri="{FF2B5EF4-FFF2-40B4-BE49-F238E27FC236}">
                <a16:creationId xmlns:a16="http://schemas.microsoft.com/office/drawing/2014/main" id="{F5244D66-CDD4-4C66-9401-6C904B661732}"/>
              </a:ext>
            </a:extLst>
          </p:cNvPr>
          <p:cNvSpPr>
            <a:spLocks xmlns:a="http://schemas.openxmlformats.org/drawingml/2006/main" noGrp="1"/>
          </p:cNvSpPr>
          <p:nvPr/>
        </p:nvSpPr>
        <p:spPr>
          <a:xfrm xmlns:a="http://schemas.openxmlformats.org/drawingml/2006/main">
            <a:off x="2152650" y="4270760"/>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29" name="">
            <a:extLst xmlns:a="http://schemas.openxmlformats.org/drawingml/2006/main">
              <a:ext uri="{FF2B5EF4-FFF2-40B4-BE49-F238E27FC236}">
                <a16:creationId xmlns:a16="http://schemas.microsoft.com/office/drawing/2014/main" id="{AA638902-A380-440E-8C88-C7F78A533676}"/>
              </a:ext>
            </a:extLst>
          </p:cNvPr>
          <p:cNvSpPr>
            <a:spLocks xmlns:a="http://schemas.openxmlformats.org/drawingml/2006/main" noGrp="1"/>
          </p:cNvSpPr>
          <p:nvPr/>
        </p:nvSpPr>
        <p:spPr>
          <a:xfrm xmlns:a="http://schemas.openxmlformats.org/drawingml/2006/main">
            <a:off x="2207895" y="4259409"/>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30" name="">
            <a:extLst xmlns:a="http://schemas.openxmlformats.org/drawingml/2006/main">
              <a:ext uri="{FF2B5EF4-FFF2-40B4-BE49-F238E27FC236}">
                <a16:creationId xmlns:a16="http://schemas.microsoft.com/office/drawing/2014/main" id="{E9E9D216-6906-4FCE-8ADC-E087A9AD8A5E}"/>
              </a:ext>
            </a:extLst>
          </p:cNvPr>
          <p:cNvSpPr>
            <a:spLocks xmlns:a="http://schemas.openxmlformats.org/drawingml/2006/main" noGrp="1"/>
          </p:cNvSpPr>
          <p:nvPr/>
        </p:nvSpPr>
        <p:spPr>
          <a:xfrm xmlns:a="http://schemas.openxmlformats.org/drawingml/2006/main">
            <a:off x="2263140" y="4247504"/>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31" name="">
            <a:extLst xmlns:a="http://schemas.openxmlformats.org/drawingml/2006/main">
              <a:ext uri="{FF2B5EF4-FFF2-40B4-BE49-F238E27FC236}">
                <a16:creationId xmlns:a16="http://schemas.microsoft.com/office/drawing/2014/main" id="{CCE96963-E0F0-4F85-87B4-161062772353}"/>
              </a:ext>
            </a:extLst>
          </p:cNvPr>
          <p:cNvSpPr>
            <a:spLocks xmlns:a="http://schemas.openxmlformats.org/drawingml/2006/main" noGrp="1"/>
          </p:cNvSpPr>
          <p:nvPr/>
        </p:nvSpPr>
        <p:spPr>
          <a:xfrm xmlns:a="http://schemas.openxmlformats.org/drawingml/2006/main">
            <a:off x="2318385" y="4235046"/>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32" name="">
            <a:extLst xmlns:a="http://schemas.openxmlformats.org/drawingml/2006/main">
              <a:ext uri="{FF2B5EF4-FFF2-40B4-BE49-F238E27FC236}">
                <a16:creationId xmlns:a16="http://schemas.microsoft.com/office/drawing/2014/main" id="{E4951BC4-B9DA-488C-A61B-1C6C983744A1}"/>
              </a:ext>
            </a:extLst>
          </p:cNvPr>
          <p:cNvSpPr>
            <a:spLocks xmlns:a="http://schemas.openxmlformats.org/drawingml/2006/main" noGrp="1"/>
          </p:cNvSpPr>
          <p:nvPr/>
        </p:nvSpPr>
        <p:spPr>
          <a:xfrm xmlns:a="http://schemas.openxmlformats.org/drawingml/2006/main">
            <a:off x="2373630" y="4222034"/>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33" name="">
            <a:extLst xmlns:a="http://schemas.openxmlformats.org/drawingml/2006/main">
              <a:ext uri="{FF2B5EF4-FFF2-40B4-BE49-F238E27FC236}">
                <a16:creationId xmlns:a16="http://schemas.microsoft.com/office/drawing/2014/main" id="{B3B23A54-5042-43E7-9EB8-54846FE99D09}"/>
              </a:ext>
            </a:extLst>
          </p:cNvPr>
          <p:cNvSpPr>
            <a:spLocks xmlns:a="http://schemas.openxmlformats.org/drawingml/2006/main" noGrp="1"/>
          </p:cNvSpPr>
          <p:nvPr/>
        </p:nvSpPr>
        <p:spPr>
          <a:xfrm xmlns:a="http://schemas.openxmlformats.org/drawingml/2006/main">
            <a:off x="2428875" y="4208468"/>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34" name="">
            <a:extLst xmlns:a="http://schemas.openxmlformats.org/drawingml/2006/main">
              <a:ext uri="{FF2B5EF4-FFF2-40B4-BE49-F238E27FC236}">
                <a16:creationId xmlns:a16="http://schemas.microsoft.com/office/drawing/2014/main" id="{1F3D81A4-5335-4FC8-A138-CF729F20A0F1}"/>
              </a:ext>
            </a:extLst>
          </p:cNvPr>
          <p:cNvSpPr>
            <a:spLocks xmlns:a="http://schemas.openxmlformats.org/drawingml/2006/main" noGrp="1"/>
          </p:cNvSpPr>
          <p:nvPr/>
        </p:nvSpPr>
        <p:spPr>
          <a:xfrm xmlns:a="http://schemas.openxmlformats.org/drawingml/2006/main">
            <a:off x="2484120" y="4194349"/>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35" name="">
            <a:extLst xmlns:a="http://schemas.openxmlformats.org/drawingml/2006/main">
              <a:ext uri="{FF2B5EF4-FFF2-40B4-BE49-F238E27FC236}">
                <a16:creationId xmlns:a16="http://schemas.microsoft.com/office/drawing/2014/main" id="{FC85C415-6E4D-4A99-A5D3-7133ABF04F2F}"/>
              </a:ext>
            </a:extLst>
          </p:cNvPr>
          <p:cNvSpPr>
            <a:spLocks xmlns:a="http://schemas.openxmlformats.org/drawingml/2006/main" noGrp="1"/>
          </p:cNvSpPr>
          <p:nvPr/>
        </p:nvSpPr>
        <p:spPr>
          <a:xfrm xmlns:a="http://schemas.openxmlformats.org/drawingml/2006/main">
            <a:off x="2539365" y="4179675"/>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36" name="">
            <a:extLst xmlns:a="http://schemas.openxmlformats.org/drawingml/2006/main">
              <a:ext uri="{FF2B5EF4-FFF2-40B4-BE49-F238E27FC236}">
                <a16:creationId xmlns:a16="http://schemas.microsoft.com/office/drawing/2014/main" id="{E4C72998-28E3-40CA-B86A-3D08ADED8F88}"/>
              </a:ext>
            </a:extLst>
          </p:cNvPr>
          <p:cNvSpPr>
            <a:spLocks xmlns:a="http://schemas.openxmlformats.org/drawingml/2006/main" noGrp="1"/>
          </p:cNvSpPr>
          <p:nvPr/>
        </p:nvSpPr>
        <p:spPr>
          <a:xfrm xmlns:a="http://schemas.openxmlformats.org/drawingml/2006/main">
            <a:off x="2594610" y="4164449"/>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37" name="">
            <a:extLst xmlns:a="http://schemas.openxmlformats.org/drawingml/2006/main">
              <a:ext uri="{FF2B5EF4-FFF2-40B4-BE49-F238E27FC236}">
                <a16:creationId xmlns:a16="http://schemas.microsoft.com/office/drawing/2014/main" id="{0BFEBCC8-53A9-4B32-973D-EA094CCE11A7}"/>
              </a:ext>
            </a:extLst>
          </p:cNvPr>
          <p:cNvSpPr>
            <a:spLocks xmlns:a="http://schemas.openxmlformats.org/drawingml/2006/main" noGrp="1"/>
          </p:cNvSpPr>
          <p:nvPr/>
        </p:nvSpPr>
        <p:spPr>
          <a:xfrm xmlns:a="http://schemas.openxmlformats.org/drawingml/2006/main">
            <a:off x="2649855" y="4148668"/>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38" name="">
            <a:extLst xmlns:a="http://schemas.openxmlformats.org/drawingml/2006/main">
              <a:ext uri="{FF2B5EF4-FFF2-40B4-BE49-F238E27FC236}">
                <a16:creationId xmlns:a16="http://schemas.microsoft.com/office/drawing/2014/main" id="{AE5CCC2D-0431-497D-8666-790E4A1C6099}"/>
              </a:ext>
            </a:extLst>
          </p:cNvPr>
          <p:cNvSpPr>
            <a:spLocks xmlns:a="http://schemas.openxmlformats.org/drawingml/2006/main" noGrp="1"/>
          </p:cNvSpPr>
          <p:nvPr/>
        </p:nvSpPr>
        <p:spPr>
          <a:xfrm xmlns:a="http://schemas.openxmlformats.org/drawingml/2006/main">
            <a:off x="2705100" y="4132334"/>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39" name="">
            <a:extLst xmlns:a="http://schemas.openxmlformats.org/drawingml/2006/main">
              <a:ext uri="{FF2B5EF4-FFF2-40B4-BE49-F238E27FC236}">
                <a16:creationId xmlns:a16="http://schemas.microsoft.com/office/drawing/2014/main" id="{E297054D-BEF8-4EF7-9927-BBC9D163FEAD}"/>
              </a:ext>
            </a:extLst>
          </p:cNvPr>
          <p:cNvSpPr>
            <a:spLocks xmlns:a="http://schemas.openxmlformats.org/drawingml/2006/main" noGrp="1"/>
          </p:cNvSpPr>
          <p:nvPr/>
        </p:nvSpPr>
        <p:spPr>
          <a:xfrm xmlns:a="http://schemas.openxmlformats.org/drawingml/2006/main">
            <a:off x="2760345" y="4115446"/>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40" name="">
            <a:extLst xmlns:a="http://schemas.openxmlformats.org/drawingml/2006/main">
              <a:ext uri="{FF2B5EF4-FFF2-40B4-BE49-F238E27FC236}">
                <a16:creationId xmlns:a16="http://schemas.microsoft.com/office/drawing/2014/main" id="{08B710ED-E704-4D52-BB66-8DA441B22E9E}"/>
              </a:ext>
            </a:extLst>
          </p:cNvPr>
          <p:cNvSpPr>
            <a:spLocks xmlns:a="http://schemas.openxmlformats.org/drawingml/2006/main" noGrp="1"/>
          </p:cNvSpPr>
          <p:nvPr/>
        </p:nvSpPr>
        <p:spPr>
          <a:xfrm xmlns:a="http://schemas.openxmlformats.org/drawingml/2006/main">
            <a:off x="2815590" y="4098004"/>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41" name="">
            <a:extLst xmlns:a="http://schemas.openxmlformats.org/drawingml/2006/main">
              <a:ext uri="{FF2B5EF4-FFF2-40B4-BE49-F238E27FC236}">
                <a16:creationId xmlns:a16="http://schemas.microsoft.com/office/drawing/2014/main" id="{8DC767E0-7A8A-476C-BE4F-F7A36F4B618D}"/>
              </a:ext>
            </a:extLst>
          </p:cNvPr>
          <p:cNvSpPr>
            <a:spLocks xmlns:a="http://schemas.openxmlformats.org/drawingml/2006/main" noGrp="1"/>
          </p:cNvSpPr>
          <p:nvPr/>
        </p:nvSpPr>
        <p:spPr>
          <a:xfrm xmlns:a="http://schemas.openxmlformats.org/drawingml/2006/main">
            <a:off x="2870835" y="4080009"/>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42" name="">
            <a:extLst xmlns:a="http://schemas.openxmlformats.org/drawingml/2006/main">
              <a:ext uri="{FF2B5EF4-FFF2-40B4-BE49-F238E27FC236}">
                <a16:creationId xmlns:a16="http://schemas.microsoft.com/office/drawing/2014/main" id="{67FCF0EC-8DA6-46C0-BC4A-5B7F34BFEE02}"/>
              </a:ext>
            </a:extLst>
          </p:cNvPr>
          <p:cNvSpPr>
            <a:spLocks xmlns:a="http://schemas.openxmlformats.org/drawingml/2006/main" noGrp="1"/>
          </p:cNvSpPr>
          <p:nvPr/>
        </p:nvSpPr>
        <p:spPr>
          <a:xfrm xmlns:a="http://schemas.openxmlformats.org/drawingml/2006/main">
            <a:off x="2926080" y="4061460"/>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43" name="">
            <a:extLst xmlns:a="http://schemas.openxmlformats.org/drawingml/2006/main">
              <a:ext uri="{FF2B5EF4-FFF2-40B4-BE49-F238E27FC236}">
                <a16:creationId xmlns:a16="http://schemas.microsoft.com/office/drawing/2014/main" id="{F3796F29-CA8F-4444-9CED-06D8DE402F8E}"/>
              </a:ext>
            </a:extLst>
          </p:cNvPr>
          <p:cNvSpPr>
            <a:spLocks xmlns:a="http://schemas.openxmlformats.org/drawingml/2006/main" noGrp="1"/>
          </p:cNvSpPr>
          <p:nvPr/>
        </p:nvSpPr>
        <p:spPr>
          <a:xfrm xmlns:a="http://schemas.openxmlformats.org/drawingml/2006/main">
            <a:off x="2981325" y="4042357"/>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44" name="">
            <a:extLst xmlns:a="http://schemas.openxmlformats.org/drawingml/2006/main">
              <a:ext uri="{FF2B5EF4-FFF2-40B4-BE49-F238E27FC236}">
                <a16:creationId xmlns:a16="http://schemas.microsoft.com/office/drawing/2014/main" id="{DA05DD58-7D48-4F3C-A39F-0ECA48726910}"/>
              </a:ext>
            </a:extLst>
          </p:cNvPr>
          <p:cNvSpPr>
            <a:spLocks xmlns:a="http://schemas.openxmlformats.org/drawingml/2006/main" noGrp="1"/>
          </p:cNvSpPr>
          <p:nvPr/>
        </p:nvSpPr>
        <p:spPr>
          <a:xfrm xmlns:a="http://schemas.openxmlformats.org/drawingml/2006/main">
            <a:off x="3036570" y="4022701"/>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45" name="">
            <a:extLst xmlns:a="http://schemas.openxmlformats.org/drawingml/2006/main">
              <a:ext uri="{FF2B5EF4-FFF2-40B4-BE49-F238E27FC236}">
                <a16:creationId xmlns:a16="http://schemas.microsoft.com/office/drawing/2014/main" id="{AE7959D7-F374-4A9E-965D-A6335EC71BA2}"/>
              </a:ext>
            </a:extLst>
          </p:cNvPr>
          <p:cNvSpPr>
            <a:spLocks xmlns:a="http://schemas.openxmlformats.org/drawingml/2006/main" noGrp="1"/>
          </p:cNvSpPr>
          <p:nvPr/>
        </p:nvSpPr>
        <p:spPr>
          <a:xfrm xmlns:a="http://schemas.openxmlformats.org/drawingml/2006/main">
            <a:off x="3091815" y="4002491"/>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46" name="">
            <a:extLst xmlns:a="http://schemas.openxmlformats.org/drawingml/2006/main">
              <a:ext uri="{FF2B5EF4-FFF2-40B4-BE49-F238E27FC236}">
                <a16:creationId xmlns:a16="http://schemas.microsoft.com/office/drawing/2014/main" id="{BA43E38D-8B2C-4DC3-B670-658F5AFC17AC}"/>
              </a:ext>
            </a:extLst>
          </p:cNvPr>
          <p:cNvSpPr>
            <a:spLocks xmlns:a="http://schemas.openxmlformats.org/drawingml/2006/main" noGrp="1"/>
          </p:cNvSpPr>
          <p:nvPr/>
        </p:nvSpPr>
        <p:spPr>
          <a:xfrm xmlns:a="http://schemas.openxmlformats.org/drawingml/2006/main">
            <a:off x="3147060" y="3981727"/>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47" name="">
            <a:extLst xmlns:a="http://schemas.openxmlformats.org/drawingml/2006/main">
              <a:ext uri="{FF2B5EF4-FFF2-40B4-BE49-F238E27FC236}">
                <a16:creationId xmlns:a16="http://schemas.microsoft.com/office/drawing/2014/main" id="{E5E6654E-ECFB-4D21-866C-B5C1C475F45C}"/>
              </a:ext>
            </a:extLst>
          </p:cNvPr>
          <p:cNvSpPr>
            <a:spLocks xmlns:a="http://schemas.openxmlformats.org/drawingml/2006/main" noGrp="1"/>
          </p:cNvSpPr>
          <p:nvPr/>
        </p:nvSpPr>
        <p:spPr>
          <a:xfrm xmlns:a="http://schemas.openxmlformats.org/drawingml/2006/main">
            <a:off x="3202305" y="3960409"/>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48" name="">
            <a:extLst xmlns:a="http://schemas.openxmlformats.org/drawingml/2006/main">
              <a:ext uri="{FF2B5EF4-FFF2-40B4-BE49-F238E27FC236}">
                <a16:creationId xmlns:a16="http://schemas.microsoft.com/office/drawing/2014/main" id="{0A91A0E6-896A-4AD2-A4E6-D840264E5033}"/>
              </a:ext>
            </a:extLst>
          </p:cNvPr>
          <p:cNvSpPr>
            <a:spLocks xmlns:a="http://schemas.openxmlformats.org/drawingml/2006/main" noGrp="1"/>
          </p:cNvSpPr>
          <p:nvPr/>
        </p:nvSpPr>
        <p:spPr>
          <a:xfrm xmlns:a="http://schemas.openxmlformats.org/drawingml/2006/main">
            <a:off x="3257550" y="3938538"/>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49" name="">
            <a:extLst xmlns:a="http://schemas.openxmlformats.org/drawingml/2006/main">
              <a:ext uri="{FF2B5EF4-FFF2-40B4-BE49-F238E27FC236}">
                <a16:creationId xmlns:a16="http://schemas.microsoft.com/office/drawing/2014/main" id="{46C21048-D6D7-4372-A75C-9DC67317F4D4}"/>
              </a:ext>
            </a:extLst>
          </p:cNvPr>
          <p:cNvSpPr>
            <a:spLocks xmlns:a="http://schemas.openxmlformats.org/drawingml/2006/main" noGrp="1"/>
          </p:cNvSpPr>
          <p:nvPr/>
        </p:nvSpPr>
        <p:spPr>
          <a:xfrm xmlns:a="http://schemas.openxmlformats.org/drawingml/2006/main">
            <a:off x="3312795" y="3916113"/>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50" name="">
            <a:extLst xmlns:a="http://schemas.openxmlformats.org/drawingml/2006/main">
              <a:ext uri="{FF2B5EF4-FFF2-40B4-BE49-F238E27FC236}">
                <a16:creationId xmlns:a16="http://schemas.microsoft.com/office/drawing/2014/main" id="{E7CE3F96-A807-4945-8A4F-C1CA2A81397E}"/>
              </a:ext>
            </a:extLst>
          </p:cNvPr>
          <p:cNvSpPr>
            <a:spLocks xmlns:a="http://schemas.openxmlformats.org/drawingml/2006/main" noGrp="1"/>
          </p:cNvSpPr>
          <p:nvPr/>
        </p:nvSpPr>
        <p:spPr>
          <a:xfrm xmlns:a="http://schemas.openxmlformats.org/drawingml/2006/main">
            <a:off x="3368040" y="3893134"/>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51" name="">
            <a:extLst xmlns:a="http://schemas.openxmlformats.org/drawingml/2006/main">
              <a:ext uri="{FF2B5EF4-FFF2-40B4-BE49-F238E27FC236}">
                <a16:creationId xmlns:a16="http://schemas.microsoft.com/office/drawing/2014/main" id="{6000F85B-AF40-4429-A569-27C47A8F49BE}"/>
              </a:ext>
            </a:extLst>
          </p:cNvPr>
          <p:cNvSpPr>
            <a:spLocks xmlns:a="http://schemas.openxmlformats.org/drawingml/2006/main" noGrp="1"/>
          </p:cNvSpPr>
          <p:nvPr/>
        </p:nvSpPr>
        <p:spPr>
          <a:xfrm xmlns:a="http://schemas.openxmlformats.org/drawingml/2006/main">
            <a:off x="3423285" y="3869602"/>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52" name="">
            <a:extLst xmlns:a="http://schemas.openxmlformats.org/drawingml/2006/main">
              <a:ext uri="{FF2B5EF4-FFF2-40B4-BE49-F238E27FC236}">
                <a16:creationId xmlns:a16="http://schemas.microsoft.com/office/drawing/2014/main" id="{AFB64D03-FBE0-4B2F-B022-49C62508B409}"/>
              </a:ext>
            </a:extLst>
          </p:cNvPr>
          <p:cNvSpPr>
            <a:spLocks xmlns:a="http://schemas.openxmlformats.org/drawingml/2006/main" noGrp="1"/>
          </p:cNvSpPr>
          <p:nvPr/>
        </p:nvSpPr>
        <p:spPr>
          <a:xfrm xmlns:a="http://schemas.openxmlformats.org/drawingml/2006/main">
            <a:off x="3478530" y="3845516"/>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53" name="">
            <a:extLst xmlns:a="http://schemas.openxmlformats.org/drawingml/2006/main">
              <a:ext uri="{FF2B5EF4-FFF2-40B4-BE49-F238E27FC236}">
                <a16:creationId xmlns:a16="http://schemas.microsoft.com/office/drawing/2014/main" id="{D8A14DC0-5433-4817-87FC-8C7007E739D4}"/>
              </a:ext>
            </a:extLst>
          </p:cNvPr>
          <p:cNvSpPr>
            <a:spLocks xmlns:a="http://schemas.openxmlformats.org/drawingml/2006/main" noGrp="1"/>
          </p:cNvSpPr>
          <p:nvPr/>
        </p:nvSpPr>
        <p:spPr>
          <a:xfrm xmlns:a="http://schemas.openxmlformats.org/drawingml/2006/main">
            <a:off x="3533775" y="3820876"/>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54" name="">
            <a:extLst xmlns:a="http://schemas.openxmlformats.org/drawingml/2006/main">
              <a:ext uri="{FF2B5EF4-FFF2-40B4-BE49-F238E27FC236}">
                <a16:creationId xmlns:a16="http://schemas.microsoft.com/office/drawing/2014/main" id="{302B42D3-5F7F-40AE-A00A-5D90C1F24482}"/>
              </a:ext>
            </a:extLst>
          </p:cNvPr>
          <p:cNvSpPr>
            <a:spLocks xmlns:a="http://schemas.openxmlformats.org/drawingml/2006/main" noGrp="1"/>
          </p:cNvSpPr>
          <p:nvPr/>
        </p:nvSpPr>
        <p:spPr>
          <a:xfrm xmlns:a="http://schemas.openxmlformats.org/drawingml/2006/main">
            <a:off x="3589020" y="3795683"/>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55" name="">
            <a:extLst xmlns:a="http://schemas.openxmlformats.org/drawingml/2006/main">
              <a:ext uri="{FF2B5EF4-FFF2-40B4-BE49-F238E27FC236}">
                <a16:creationId xmlns:a16="http://schemas.microsoft.com/office/drawing/2014/main" id="{8E90402B-76AD-40E2-9F7D-92DE0A18E1C5}"/>
              </a:ext>
            </a:extLst>
          </p:cNvPr>
          <p:cNvSpPr>
            <a:spLocks xmlns:a="http://schemas.openxmlformats.org/drawingml/2006/main" noGrp="1"/>
          </p:cNvSpPr>
          <p:nvPr/>
        </p:nvSpPr>
        <p:spPr>
          <a:xfrm xmlns:a="http://schemas.openxmlformats.org/drawingml/2006/main">
            <a:off x="3644265" y="3769936"/>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56" name="">
            <a:extLst xmlns:a="http://schemas.openxmlformats.org/drawingml/2006/main">
              <a:ext uri="{FF2B5EF4-FFF2-40B4-BE49-F238E27FC236}">
                <a16:creationId xmlns:a16="http://schemas.microsoft.com/office/drawing/2014/main" id="{11EC12A8-6B6A-4932-90FC-C85C58ECA125}"/>
              </a:ext>
            </a:extLst>
          </p:cNvPr>
          <p:cNvSpPr>
            <a:spLocks xmlns:a="http://schemas.openxmlformats.org/drawingml/2006/main" noGrp="1"/>
          </p:cNvSpPr>
          <p:nvPr/>
        </p:nvSpPr>
        <p:spPr>
          <a:xfrm xmlns:a="http://schemas.openxmlformats.org/drawingml/2006/main">
            <a:off x="3699510" y="3743635"/>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57" name="">
            <a:extLst xmlns:a="http://schemas.openxmlformats.org/drawingml/2006/main">
              <a:ext uri="{FF2B5EF4-FFF2-40B4-BE49-F238E27FC236}">
                <a16:creationId xmlns:a16="http://schemas.microsoft.com/office/drawing/2014/main" id="{30666C14-2900-4A06-B504-B7FF1F40A0B5}"/>
              </a:ext>
            </a:extLst>
          </p:cNvPr>
          <p:cNvSpPr>
            <a:spLocks xmlns:a="http://schemas.openxmlformats.org/drawingml/2006/main" noGrp="1"/>
          </p:cNvSpPr>
          <p:nvPr/>
        </p:nvSpPr>
        <p:spPr>
          <a:xfrm xmlns:a="http://schemas.openxmlformats.org/drawingml/2006/main">
            <a:off x="3754755" y="3716780"/>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58" name="">
            <a:extLst xmlns:a="http://schemas.openxmlformats.org/drawingml/2006/main">
              <a:ext uri="{FF2B5EF4-FFF2-40B4-BE49-F238E27FC236}">
                <a16:creationId xmlns:a16="http://schemas.microsoft.com/office/drawing/2014/main" id="{A790202F-9D99-4299-8963-D4D2F630DA15}"/>
              </a:ext>
            </a:extLst>
          </p:cNvPr>
          <p:cNvSpPr>
            <a:spLocks xmlns:a="http://schemas.openxmlformats.org/drawingml/2006/main" noGrp="1"/>
          </p:cNvSpPr>
          <p:nvPr/>
        </p:nvSpPr>
        <p:spPr>
          <a:xfrm xmlns:a="http://schemas.openxmlformats.org/drawingml/2006/main">
            <a:off x="3810000" y="3689372"/>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59" name="">
            <a:extLst xmlns:a="http://schemas.openxmlformats.org/drawingml/2006/main">
              <a:ext uri="{FF2B5EF4-FFF2-40B4-BE49-F238E27FC236}">
                <a16:creationId xmlns:a16="http://schemas.microsoft.com/office/drawing/2014/main" id="{345849DE-F6E5-49E6-81C6-C28685AEA521}"/>
              </a:ext>
            </a:extLst>
          </p:cNvPr>
          <p:cNvSpPr>
            <a:spLocks xmlns:a="http://schemas.openxmlformats.org/drawingml/2006/main" noGrp="1"/>
          </p:cNvSpPr>
          <p:nvPr/>
        </p:nvSpPr>
        <p:spPr>
          <a:xfrm xmlns:a="http://schemas.openxmlformats.org/drawingml/2006/main">
            <a:off x="3865245" y="3661410"/>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60" name="">
            <a:extLst xmlns:a="http://schemas.openxmlformats.org/drawingml/2006/main">
              <a:ext uri="{FF2B5EF4-FFF2-40B4-BE49-F238E27FC236}">
                <a16:creationId xmlns:a16="http://schemas.microsoft.com/office/drawing/2014/main" id="{290D5BC3-1776-4441-92B6-624631D97908}"/>
              </a:ext>
            </a:extLst>
          </p:cNvPr>
          <p:cNvSpPr>
            <a:spLocks xmlns:a="http://schemas.openxmlformats.org/drawingml/2006/main" noGrp="1"/>
          </p:cNvSpPr>
          <p:nvPr/>
        </p:nvSpPr>
        <p:spPr>
          <a:xfrm xmlns:a="http://schemas.openxmlformats.org/drawingml/2006/main">
            <a:off x="3920490" y="3632894"/>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61" name="">
            <a:extLst xmlns:a="http://schemas.openxmlformats.org/drawingml/2006/main">
              <a:ext uri="{FF2B5EF4-FFF2-40B4-BE49-F238E27FC236}">
                <a16:creationId xmlns:a16="http://schemas.microsoft.com/office/drawing/2014/main" id="{A5E1CB1E-AA97-445D-AFE6-2CF9E8E14680}"/>
              </a:ext>
            </a:extLst>
          </p:cNvPr>
          <p:cNvSpPr>
            <a:spLocks xmlns:a="http://schemas.openxmlformats.org/drawingml/2006/main" noGrp="1"/>
          </p:cNvSpPr>
          <p:nvPr/>
        </p:nvSpPr>
        <p:spPr>
          <a:xfrm xmlns:a="http://schemas.openxmlformats.org/drawingml/2006/main">
            <a:off x="3975735" y="3603825"/>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62" name="">
            <a:extLst xmlns:a="http://schemas.openxmlformats.org/drawingml/2006/main">
              <a:ext uri="{FF2B5EF4-FFF2-40B4-BE49-F238E27FC236}">
                <a16:creationId xmlns:a16="http://schemas.microsoft.com/office/drawing/2014/main" id="{AAC30EA3-A047-4114-AC75-13CD145FDB0D}"/>
              </a:ext>
            </a:extLst>
          </p:cNvPr>
          <p:cNvSpPr>
            <a:spLocks xmlns:a="http://schemas.openxmlformats.org/drawingml/2006/main" noGrp="1"/>
          </p:cNvSpPr>
          <p:nvPr/>
        </p:nvSpPr>
        <p:spPr>
          <a:xfrm xmlns:a="http://schemas.openxmlformats.org/drawingml/2006/main">
            <a:off x="4030980" y="3574202"/>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63" name="">
            <a:extLst xmlns:a="http://schemas.openxmlformats.org/drawingml/2006/main">
              <a:ext uri="{FF2B5EF4-FFF2-40B4-BE49-F238E27FC236}">
                <a16:creationId xmlns:a16="http://schemas.microsoft.com/office/drawing/2014/main" id="{8E183BB0-8286-4354-A03F-1704823A421A}"/>
              </a:ext>
            </a:extLst>
          </p:cNvPr>
          <p:cNvSpPr>
            <a:spLocks xmlns:a="http://schemas.openxmlformats.org/drawingml/2006/main" noGrp="1"/>
          </p:cNvSpPr>
          <p:nvPr/>
        </p:nvSpPr>
        <p:spPr>
          <a:xfrm xmlns:a="http://schemas.openxmlformats.org/drawingml/2006/main">
            <a:off x="4086225" y="3544025"/>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64" name="">
            <a:extLst xmlns:a="http://schemas.openxmlformats.org/drawingml/2006/main">
              <a:ext uri="{FF2B5EF4-FFF2-40B4-BE49-F238E27FC236}">
                <a16:creationId xmlns:a16="http://schemas.microsoft.com/office/drawing/2014/main" id="{FA5BF32C-0124-471D-BAAB-025216B810CC}"/>
              </a:ext>
            </a:extLst>
          </p:cNvPr>
          <p:cNvSpPr>
            <a:spLocks xmlns:a="http://schemas.openxmlformats.org/drawingml/2006/main" noGrp="1"/>
          </p:cNvSpPr>
          <p:nvPr/>
        </p:nvSpPr>
        <p:spPr>
          <a:xfrm xmlns:a="http://schemas.openxmlformats.org/drawingml/2006/main">
            <a:off x="4141470" y="3513295"/>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65" name="">
            <a:extLst xmlns:a="http://schemas.openxmlformats.org/drawingml/2006/main">
              <a:ext uri="{FF2B5EF4-FFF2-40B4-BE49-F238E27FC236}">
                <a16:creationId xmlns:a16="http://schemas.microsoft.com/office/drawing/2014/main" id="{2A9C8557-5A9C-4A57-AD78-F1A6BECEF3C0}"/>
              </a:ext>
            </a:extLst>
          </p:cNvPr>
          <p:cNvSpPr>
            <a:spLocks xmlns:a="http://schemas.openxmlformats.org/drawingml/2006/main" noGrp="1"/>
          </p:cNvSpPr>
          <p:nvPr/>
        </p:nvSpPr>
        <p:spPr>
          <a:xfrm xmlns:a="http://schemas.openxmlformats.org/drawingml/2006/main">
            <a:off x="4196715" y="3482010"/>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66" name="">
            <a:extLst xmlns:a="http://schemas.openxmlformats.org/drawingml/2006/main">
              <a:ext uri="{FF2B5EF4-FFF2-40B4-BE49-F238E27FC236}">
                <a16:creationId xmlns:a16="http://schemas.microsoft.com/office/drawing/2014/main" id="{2C32E72E-20E6-4D99-8C04-57CDD8A50A71}"/>
              </a:ext>
            </a:extLst>
          </p:cNvPr>
          <p:cNvSpPr>
            <a:spLocks xmlns:a="http://schemas.openxmlformats.org/drawingml/2006/main" noGrp="1"/>
          </p:cNvSpPr>
          <p:nvPr/>
        </p:nvSpPr>
        <p:spPr>
          <a:xfrm xmlns:a="http://schemas.openxmlformats.org/drawingml/2006/main">
            <a:off x="4251960" y="3450173"/>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67" name="">
            <a:extLst xmlns:a="http://schemas.openxmlformats.org/drawingml/2006/main">
              <a:ext uri="{FF2B5EF4-FFF2-40B4-BE49-F238E27FC236}">
                <a16:creationId xmlns:a16="http://schemas.microsoft.com/office/drawing/2014/main" id="{1458A2B0-75D9-4E65-9C0F-310596A4C846}"/>
              </a:ext>
            </a:extLst>
          </p:cNvPr>
          <p:cNvSpPr>
            <a:spLocks xmlns:a="http://schemas.openxmlformats.org/drawingml/2006/main" noGrp="1"/>
          </p:cNvSpPr>
          <p:nvPr/>
        </p:nvSpPr>
        <p:spPr>
          <a:xfrm xmlns:a="http://schemas.openxmlformats.org/drawingml/2006/main">
            <a:off x="4307205" y="3417781"/>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68" name="">
            <a:extLst xmlns:a="http://schemas.openxmlformats.org/drawingml/2006/main">
              <a:ext uri="{FF2B5EF4-FFF2-40B4-BE49-F238E27FC236}">
                <a16:creationId xmlns:a16="http://schemas.microsoft.com/office/drawing/2014/main" id="{0B6282B6-3E02-4561-A5F4-10CD363C3231}"/>
              </a:ext>
            </a:extLst>
          </p:cNvPr>
          <p:cNvSpPr>
            <a:spLocks xmlns:a="http://schemas.openxmlformats.org/drawingml/2006/main" noGrp="1"/>
          </p:cNvSpPr>
          <p:nvPr/>
        </p:nvSpPr>
        <p:spPr>
          <a:xfrm xmlns:a="http://schemas.openxmlformats.org/drawingml/2006/main">
            <a:off x="4362450" y="3384836"/>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69" name="">
            <a:extLst xmlns:a="http://schemas.openxmlformats.org/drawingml/2006/main">
              <a:ext uri="{FF2B5EF4-FFF2-40B4-BE49-F238E27FC236}">
                <a16:creationId xmlns:a16="http://schemas.microsoft.com/office/drawing/2014/main" id="{A1A009A1-B230-4B45-A812-F73C36E5FDAB}"/>
              </a:ext>
            </a:extLst>
          </p:cNvPr>
          <p:cNvSpPr>
            <a:spLocks xmlns:a="http://schemas.openxmlformats.org/drawingml/2006/main" noGrp="1"/>
          </p:cNvSpPr>
          <p:nvPr/>
        </p:nvSpPr>
        <p:spPr>
          <a:xfrm xmlns:a="http://schemas.openxmlformats.org/drawingml/2006/main">
            <a:off x="4417695" y="3351337"/>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70" name="">
            <a:extLst xmlns:a="http://schemas.openxmlformats.org/drawingml/2006/main">
              <a:ext uri="{FF2B5EF4-FFF2-40B4-BE49-F238E27FC236}">
                <a16:creationId xmlns:a16="http://schemas.microsoft.com/office/drawing/2014/main" id="{3B26F4A5-CBC5-4590-B45F-E9312363B2DE}"/>
              </a:ext>
            </a:extLst>
          </p:cNvPr>
          <p:cNvSpPr>
            <a:spLocks xmlns:a="http://schemas.openxmlformats.org/drawingml/2006/main" noGrp="1"/>
          </p:cNvSpPr>
          <p:nvPr/>
        </p:nvSpPr>
        <p:spPr>
          <a:xfrm xmlns:a="http://schemas.openxmlformats.org/drawingml/2006/main">
            <a:off x="4472940" y="3317284"/>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71" name="">
            <a:extLst xmlns:a="http://schemas.openxmlformats.org/drawingml/2006/main">
              <a:ext uri="{FF2B5EF4-FFF2-40B4-BE49-F238E27FC236}">
                <a16:creationId xmlns:a16="http://schemas.microsoft.com/office/drawing/2014/main" id="{39F78AE2-8996-41BA-82E8-ABD2FD963D15}"/>
              </a:ext>
            </a:extLst>
          </p:cNvPr>
          <p:cNvSpPr>
            <a:spLocks xmlns:a="http://schemas.openxmlformats.org/drawingml/2006/main" noGrp="1"/>
          </p:cNvSpPr>
          <p:nvPr/>
        </p:nvSpPr>
        <p:spPr>
          <a:xfrm xmlns:a="http://schemas.openxmlformats.org/drawingml/2006/main">
            <a:off x="4528185" y="3282678"/>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72" name="">
            <a:extLst xmlns:a="http://schemas.openxmlformats.org/drawingml/2006/main">
              <a:ext uri="{FF2B5EF4-FFF2-40B4-BE49-F238E27FC236}">
                <a16:creationId xmlns:a16="http://schemas.microsoft.com/office/drawing/2014/main" id="{26512D58-6FE1-4CE0-9FF7-B5BEF2170711}"/>
              </a:ext>
            </a:extLst>
          </p:cNvPr>
          <p:cNvSpPr>
            <a:spLocks xmlns:a="http://schemas.openxmlformats.org/drawingml/2006/main" noGrp="1"/>
          </p:cNvSpPr>
          <p:nvPr/>
        </p:nvSpPr>
        <p:spPr>
          <a:xfrm xmlns:a="http://schemas.openxmlformats.org/drawingml/2006/main">
            <a:off x="4583430" y="3247517"/>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73" name="">
            <a:extLst xmlns:a="http://schemas.openxmlformats.org/drawingml/2006/main">
              <a:ext uri="{FF2B5EF4-FFF2-40B4-BE49-F238E27FC236}">
                <a16:creationId xmlns:a16="http://schemas.microsoft.com/office/drawing/2014/main" id="{AFA00F8A-004D-4BAB-A527-9FB70E10168C}"/>
              </a:ext>
            </a:extLst>
          </p:cNvPr>
          <p:cNvSpPr>
            <a:spLocks xmlns:a="http://schemas.openxmlformats.org/drawingml/2006/main" noGrp="1"/>
          </p:cNvSpPr>
          <p:nvPr/>
        </p:nvSpPr>
        <p:spPr>
          <a:xfrm xmlns:a="http://schemas.openxmlformats.org/drawingml/2006/main">
            <a:off x="4638675" y="3211804"/>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74" name="">
            <a:extLst xmlns:a="http://schemas.openxmlformats.org/drawingml/2006/main">
              <a:ext uri="{FF2B5EF4-FFF2-40B4-BE49-F238E27FC236}">
                <a16:creationId xmlns:a16="http://schemas.microsoft.com/office/drawing/2014/main" id="{7FC8C541-EA01-43DF-A28B-81680F12D67E}"/>
              </a:ext>
            </a:extLst>
          </p:cNvPr>
          <p:cNvSpPr>
            <a:spLocks xmlns:a="http://schemas.openxmlformats.org/drawingml/2006/main" noGrp="1"/>
          </p:cNvSpPr>
          <p:nvPr/>
        </p:nvSpPr>
        <p:spPr>
          <a:xfrm xmlns:a="http://schemas.openxmlformats.org/drawingml/2006/main">
            <a:off x="4693920" y="3175536"/>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75" name="">
            <a:extLst xmlns:a="http://schemas.openxmlformats.org/drawingml/2006/main">
              <a:ext uri="{FF2B5EF4-FFF2-40B4-BE49-F238E27FC236}">
                <a16:creationId xmlns:a16="http://schemas.microsoft.com/office/drawing/2014/main" id="{0D2BA8A1-8D87-4DAA-89CF-6765CCC20202}"/>
              </a:ext>
            </a:extLst>
          </p:cNvPr>
          <p:cNvSpPr>
            <a:spLocks xmlns:a="http://schemas.openxmlformats.org/drawingml/2006/main" noGrp="1"/>
          </p:cNvSpPr>
          <p:nvPr/>
        </p:nvSpPr>
        <p:spPr>
          <a:xfrm xmlns:a="http://schemas.openxmlformats.org/drawingml/2006/main">
            <a:off x="4749165" y="3138715"/>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76" name="">
            <a:extLst xmlns:a="http://schemas.openxmlformats.org/drawingml/2006/main">
              <a:ext uri="{FF2B5EF4-FFF2-40B4-BE49-F238E27FC236}">
                <a16:creationId xmlns:a16="http://schemas.microsoft.com/office/drawing/2014/main" id="{EF450894-D2E0-4407-8113-7E1231B3D990}"/>
              </a:ext>
            </a:extLst>
          </p:cNvPr>
          <p:cNvSpPr>
            <a:spLocks xmlns:a="http://schemas.openxmlformats.org/drawingml/2006/main" noGrp="1"/>
          </p:cNvSpPr>
          <p:nvPr/>
        </p:nvSpPr>
        <p:spPr>
          <a:xfrm xmlns:a="http://schemas.openxmlformats.org/drawingml/2006/main">
            <a:off x="4804410" y="3101340"/>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77" name="">
            <a:extLst xmlns:a="http://schemas.openxmlformats.org/drawingml/2006/main">
              <a:ext uri="{FF2B5EF4-FFF2-40B4-BE49-F238E27FC236}">
                <a16:creationId xmlns:a16="http://schemas.microsoft.com/office/drawing/2014/main" id="{F7FBCC87-7746-41B6-A4F8-37B827096204}"/>
              </a:ext>
            </a:extLst>
          </p:cNvPr>
          <p:cNvSpPr>
            <a:spLocks xmlns:a="http://schemas.openxmlformats.org/drawingml/2006/main" noGrp="1"/>
          </p:cNvSpPr>
          <p:nvPr/>
        </p:nvSpPr>
        <p:spPr>
          <a:xfrm xmlns:a="http://schemas.openxmlformats.org/drawingml/2006/main">
            <a:off x="4859655" y="3063411"/>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78" name="">
            <a:extLst xmlns:a="http://schemas.openxmlformats.org/drawingml/2006/main">
              <a:ext uri="{FF2B5EF4-FFF2-40B4-BE49-F238E27FC236}">
                <a16:creationId xmlns:a16="http://schemas.microsoft.com/office/drawing/2014/main" id="{08ABBB69-9E92-4A55-B8D9-3BC0CD743B22}"/>
              </a:ext>
            </a:extLst>
          </p:cNvPr>
          <p:cNvSpPr>
            <a:spLocks xmlns:a="http://schemas.openxmlformats.org/drawingml/2006/main" noGrp="1"/>
          </p:cNvSpPr>
          <p:nvPr/>
        </p:nvSpPr>
        <p:spPr>
          <a:xfrm xmlns:a="http://schemas.openxmlformats.org/drawingml/2006/main">
            <a:off x="4914900" y="3024929"/>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79" name="">
            <a:extLst xmlns:a="http://schemas.openxmlformats.org/drawingml/2006/main">
              <a:ext uri="{FF2B5EF4-FFF2-40B4-BE49-F238E27FC236}">
                <a16:creationId xmlns:a16="http://schemas.microsoft.com/office/drawing/2014/main" id="{22DF4275-69FB-4B05-A9D1-9E8D2CD4A3DC}"/>
              </a:ext>
            </a:extLst>
          </p:cNvPr>
          <p:cNvSpPr>
            <a:spLocks xmlns:a="http://schemas.openxmlformats.org/drawingml/2006/main" noGrp="1"/>
          </p:cNvSpPr>
          <p:nvPr/>
        </p:nvSpPr>
        <p:spPr>
          <a:xfrm xmlns:a="http://schemas.openxmlformats.org/drawingml/2006/main">
            <a:off x="4970145" y="2985893"/>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80" name="">
            <a:extLst xmlns:a="http://schemas.openxmlformats.org/drawingml/2006/main">
              <a:ext uri="{FF2B5EF4-FFF2-40B4-BE49-F238E27FC236}">
                <a16:creationId xmlns:a16="http://schemas.microsoft.com/office/drawing/2014/main" id="{06C20624-6A58-4FEA-9DA9-6DC2E8CB5C25}"/>
              </a:ext>
            </a:extLst>
          </p:cNvPr>
          <p:cNvSpPr>
            <a:spLocks xmlns:a="http://schemas.openxmlformats.org/drawingml/2006/main" noGrp="1"/>
          </p:cNvSpPr>
          <p:nvPr/>
        </p:nvSpPr>
        <p:spPr>
          <a:xfrm xmlns:a="http://schemas.openxmlformats.org/drawingml/2006/main">
            <a:off x="5025390" y="2946303"/>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81" name="">
            <a:extLst xmlns:a="http://schemas.openxmlformats.org/drawingml/2006/main">
              <a:ext uri="{FF2B5EF4-FFF2-40B4-BE49-F238E27FC236}">
                <a16:creationId xmlns:a16="http://schemas.microsoft.com/office/drawing/2014/main" id="{3A1AC7F8-B5FD-4B0B-AC92-381BA226E016}"/>
              </a:ext>
            </a:extLst>
          </p:cNvPr>
          <p:cNvSpPr>
            <a:spLocks xmlns:a="http://schemas.openxmlformats.org/drawingml/2006/main" noGrp="1"/>
          </p:cNvSpPr>
          <p:nvPr/>
        </p:nvSpPr>
        <p:spPr>
          <a:xfrm xmlns:a="http://schemas.openxmlformats.org/drawingml/2006/main">
            <a:off x="5080635" y="2906160"/>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82" name="">
            <a:extLst xmlns:a="http://schemas.openxmlformats.org/drawingml/2006/main">
              <a:ext uri="{FF2B5EF4-FFF2-40B4-BE49-F238E27FC236}">
                <a16:creationId xmlns:a16="http://schemas.microsoft.com/office/drawing/2014/main" id="{A037DBC8-7446-4B3C-B668-36419A6D04E6}"/>
              </a:ext>
            </a:extLst>
          </p:cNvPr>
          <p:cNvSpPr>
            <a:spLocks xmlns:a="http://schemas.openxmlformats.org/drawingml/2006/main" noGrp="1"/>
          </p:cNvSpPr>
          <p:nvPr/>
        </p:nvSpPr>
        <p:spPr>
          <a:xfrm xmlns:a="http://schemas.openxmlformats.org/drawingml/2006/main">
            <a:off x="5135880" y="2865463"/>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83" name="">
            <a:extLst xmlns:a="http://schemas.openxmlformats.org/drawingml/2006/main">
              <a:ext uri="{FF2B5EF4-FFF2-40B4-BE49-F238E27FC236}">
                <a16:creationId xmlns:a16="http://schemas.microsoft.com/office/drawing/2014/main" id="{65094544-EDAB-4DF9-8D64-A9128CF35772}"/>
              </a:ext>
            </a:extLst>
          </p:cNvPr>
          <p:cNvSpPr>
            <a:spLocks xmlns:a="http://schemas.openxmlformats.org/drawingml/2006/main" noGrp="1"/>
          </p:cNvSpPr>
          <p:nvPr/>
        </p:nvSpPr>
        <p:spPr>
          <a:xfrm xmlns:a="http://schemas.openxmlformats.org/drawingml/2006/main">
            <a:off x="5191125" y="2824212"/>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84" name="">
            <a:extLst xmlns:a="http://schemas.openxmlformats.org/drawingml/2006/main">
              <a:ext uri="{FF2B5EF4-FFF2-40B4-BE49-F238E27FC236}">
                <a16:creationId xmlns:a16="http://schemas.microsoft.com/office/drawing/2014/main" id="{566E4DD0-0FDF-4CB7-9A5E-7A61CF3C9E92}"/>
              </a:ext>
            </a:extLst>
          </p:cNvPr>
          <p:cNvSpPr>
            <a:spLocks xmlns:a="http://schemas.openxmlformats.org/drawingml/2006/main" noGrp="1"/>
          </p:cNvSpPr>
          <p:nvPr/>
        </p:nvSpPr>
        <p:spPr>
          <a:xfrm xmlns:a="http://schemas.openxmlformats.org/drawingml/2006/main">
            <a:off x="5246370" y="2782407"/>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85" name="">
            <a:extLst xmlns:a="http://schemas.openxmlformats.org/drawingml/2006/main">
              <a:ext uri="{FF2B5EF4-FFF2-40B4-BE49-F238E27FC236}">
                <a16:creationId xmlns:a16="http://schemas.microsoft.com/office/drawing/2014/main" id="{E6D4C716-509D-472E-9AAA-915505BDB1BC}"/>
              </a:ext>
            </a:extLst>
          </p:cNvPr>
          <p:cNvSpPr>
            <a:spLocks xmlns:a="http://schemas.openxmlformats.org/drawingml/2006/main" noGrp="1"/>
          </p:cNvSpPr>
          <p:nvPr/>
        </p:nvSpPr>
        <p:spPr>
          <a:xfrm xmlns:a="http://schemas.openxmlformats.org/drawingml/2006/main">
            <a:off x="5301615" y="2740049"/>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86" name="">
            <a:extLst xmlns:a="http://schemas.openxmlformats.org/drawingml/2006/main">
              <a:ext uri="{FF2B5EF4-FFF2-40B4-BE49-F238E27FC236}">
                <a16:creationId xmlns:a16="http://schemas.microsoft.com/office/drawing/2014/main" id="{86251168-B01E-49E0-AFE5-F7DC4C2B2E4A}"/>
              </a:ext>
            </a:extLst>
          </p:cNvPr>
          <p:cNvSpPr>
            <a:spLocks xmlns:a="http://schemas.openxmlformats.org/drawingml/2006/main" noGrp="1"/>
          </p:cNvSpPr>
          <p:nvPr/>
        </p:nvSpPr>
        <p:spPr>
          <a:xfrm xmlns:a="http://schemas.openxmlformats.org/drawingml/2006/main">
            <a:off x="5356860" y="2697137"/>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87" name="">
            <a:extLst xmlns:a="http://schemas.openxmlformats.org/drawingml/2006/main">
              <a:ext uri="{FF2B5EF4-FFF2-40B4-BE49-F238E27FC236}">
                <a16:creationId xmlns:a16="http://schemas.microsoft.com/office/drawing/2014/main" id="{B843AD07-9597-4565-8A63-6BEF659D8BB9}"/>
              </a:ext>
            </a:extLst>
          </p:cNvPr>
          <p:cNvSpPr>
            <a:spLocks xmlns:a="http://schemas.openxmlformats.org/drawingml/2006/main" noGrp="1"/>
          </p:cNvSpPr>
          <p:nvPr/>
        </p:nvSpPr>
        <p:spPr>
          <a:xfrm xmlns:a="http://schemas.openxmlformats.org/drawingml/2006/main">
            <a:off x="5412105" y="2653672"/>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88" name="">
            <a:extLst xmlns:a="http://schemas.openxmlformats.org/drawingml/2006/main">
              <a:ext uri="{FF2B5EF4-FFF2-40B4-BE49-F238E27FC236}">
                <a16:creationId xmlns:a16="http://schemas.microsoft.com/office/drawing/2014/main" id="{FF0C6207-FC12-4FC0-9905-C4059B029AEC}"/>
              </a:ext>
            </a:extLst>
          </p:cNvPr>
          <p:cNvSpPr>
            <a:spLocks xmlns:a="http://schemas.openxmlformats.org/drawingml/2006/main" noGrp="1"/>
          </p:cNvSpPr>
          <p:nvPr/>
        </p:nvSpPr>
        <p:spPr>
          <a:xfrm xmlns:a="http://schemas.openxmlformats.org/drawingml/2006/main">
            <a:off x="5467350" y="2609652"/>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89" name="">
            <a:extLst xmlns:a="http://schemas.openxmlformats.org/drawingml/2006/main">
              <a:ext uri="{FF2B5EF4-FFF2-40B4-BE49-F238E27FC236}">
                <a16:creationId xmlns:a16="http://schemas.microsoft.com/office/drawing/2014/main" id="{5C5B9FFE-FCEF-4E92-82CD-8A8047BA8237}"/>
              </a:ext>
            </a:extLst>
          </p:cNvPr>
          <p:cNvSpPr>
            <a:spLocks xmlns:a="http://schemas.openxmlformats.org/drawingml/2006/main" noGrp="1"/>
          </p:cNvSpPr>
          <p:nvPr/>
        </p:nvSpPr>
        <p:spPr>
          <a:xfrm xmlns:a="http://schemas.openxmlformats.org/drawingml/2006/main">
            <a:off x="5522595" y="2565079"/>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90" name="">
            <a:extLst xmlns:a="http://schemas.openxmlformats.org/drawingml/2006/main">
              <a:ext uri="{FF2B5EF4-FFF2-40B4-BE49-F238E27FC236}">
                <a16:creationId xmlns:a16="http://schemas.microsoft.com/office/drawing/2014/main" id="{A74BE8CE-B036-434E-9BE2-C5BEE3F16029}"/>
              </a:ext>
            </a:extLst>
          </p:cNvPr>
          <p:cNvSpPr>
            <a:spLocks xmlns:a="http://schemas.openxmlformats.org/drawingml/2006/main" noGrp="1"/>
          </p:cNvSpPr>
          <p:nvPr/>
        </p:nvSpPr>
        <p:spPr>
          <a:xfrm xmlns:a="http://schemas.openxmlformats.org/drawingml/2006/main">
            <a:off x="5577840" y="2519952"/>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91" name="">
            <a:extLst xmlns:a="http://schemas.openxmlformats.org/drawingml/2006/main">
              <a:ext uri="{FF2B5EF4-FFF2-40B4-BE49-F238E27FC236}">
                <a16:creationId xmlns:a16="http://schemas.microsoft.com/office/drawing/2014/main" id="{C8AD3D4E-56F1-4873-96E2-56F479BCF1C8}"/>
              </a:ext>
            </a:extLst>
          </p:cNvPr>
          <p:cNvSpPr>
            <a:spLocks xmlns:a="http://schemas.openxmlformats.org/drawingml/2006/main" noGrp="1"/>
          </p:cNvSpPr>
          <p:nvPr/>
        </p:nvSpPr>
        <p:spPr>
          <a:xfrm xmlns:a="http://schemas.openxmlformats.org/drawingml/2006/main">
            <a:off x="5633085" y="2474272"/>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92" name="">
            <a:extLst xmlns:a="http://schemas.openxmlformats.org/drawingml/2006/main">
              <a:ext uri="{FF2B5EF4-FFF2-40B4-BE49-F238E27FC236}">
                <a16:creationId xmlns:a16="http://schemas.microsoft.com/office/drawing/2014/main" id="{0AA35305-B938-466C-A1D4-E6AEBD7B2478}"/>
              </a:ext>
            </a:extLst>
          </p:cNvPr>
          <p:cNvSpPr>
            <a:spLocks xmlns:a="http://schemas.openxmlformats.org/drawingml/2006/main" noGrp="1"/>
          </p:cNvSpPr>
          <p:nvPr/>
        </p:nvSpPr>
        <p:spPr>
          <a:xfrm xmlns:a="http://schemas.openxmlformats.org/drawingml/2006/main">
            <a:off x="5688330" y="2428038"/>
            <a:ext cx="47625" cy="47625"/>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93" name="">
            <a:extLst xmlns:a="http://schemas.openxmlformats.org/drawingml/2006/main">
              <a:ext uri="{FF2B5EF4-FFF2-40B4-BE49-F238E27FC236}">
                <a16:creationId xmlns:a16="http://schemas.microsoft.com/office/drawing/2014/main" id="{4405175A-4BA1-4F87-8212-989F1348BBE8}"/>
              </a:ext>
            </a:extLst>
          </p:cNvPr>
          <p:cNvSpPr>
            <a:spLocks xmlns:a="http://schemas.openxmlformats.org/drawingml/2006/main" noGrp="1"/>
          </p:cNvSpPr>
          <p:nvPr/>
        </p:nvSpPr>
        <p:spPr>
          <a:xfrm xmlns:a="http://schemas.openxmlformats.org/drawingml/2006/main">
            <a:off x="1047750" y="3886380"/>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94" name="">
            <a:extLst xmlns:a="http://schemas.openxmlformats.org/drawingml/2006/main">
              <a:ext uri="{FF2B5EF4-FFF2-40B4-BE49-F238E27FC236}">
                <a16:creationId xmlns:a16="http://schemas.microsoft.com/office/drawing/2014/main" id="{37A65E70-6E8D-47B6-A2ED-6BF49FE1BC4A}"/>
              </a:ext>
            </a:extLst>
          </p:cNvPr>
          <p:cNvSpPr>
            <a:spLocks xmlns:a="http://schemas.openxmlformats.org/drawingml/2006/main" noGrp="1"/>
          </p:cNvSpPr>
          <p:nvPr/>
        </p:nvSpPr>
        <p:spPr>
          <a:xfrm xmlns:a="http://schemas.openxmlformats.org/drawingml/2006/main">
            <a:off x="1102995" y="3881833"/>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95" name="">
            <a:extLst xmlns:a="http://schemas.openxmlformats.org/drawingml/2006/main">
              <a:ext uri="{FF2B5EF4-FFF2-40B4-BE49-F238E27FC236}">
                <a16:creationId xmlns:a16="http://schemas.microsoft.com/office/drawing/2014/main" id="{6002EB77-2F2E-4C79-AFA4-E77B8DA8B4EA}"/>
              </a:ext>
            </a:extLst>
          </p:cNvPr>
          <p:cNvSpPr>
            <a:spLocks xmlns:a="http://schemas.openxmlformats.org/drawingml/2006/main" noGrp="1"/>
          </p:cNvSpPr>
          <p:nvPr/>
        </p:nvSpPr>
        <p:spPr>
          <a:xfrm xmlns:a="http://schemas.openxmlformats.org/drawingml/2006/main">
            <a:off x="1158240" y="3876355"/>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96" name="">
            <a:extLst xmlns:a="http://schemas.openxmlformats.org/drawingml/2006/main">
              <a:ext uri="{FF2B5EF4-FFF2-40B4-BE49-F238E27FC236}">
                <a16:creationId xmlns:a16="http://schemas.microsoft.com/office/drawing/2014/main" id="{6FAF392C-B793-436B-BE00-16E9D83DC05C}"/>
              </a:ext>
            </a:extLst>
          </p:cNvPr>
          <p:cNvSpPr>
            <a:spLocks xmlns:a="http://schemas.openxmlformats.org/drawingml/2006/main" noGrp="1"/>
          </p:cNvSpPr>
          <p:nvPr/>
        </p:nvSpPr>
        <p:spPr>
          <a:xfrm xmlns:a="http://schemas.openxmlformats.org/drawingml/2006/main">
            <a:off x="1213485" y="3869800"/>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97" name="">
            <a:extLst xmlns:a="http://schemas.openxmlformats.org/drawingml/2006/main">
              <a:ext uri="{FF2B5EF4-FFF2-40B4-BE49-F238E27FC236}">
                <a16:creationId xmlns:a16="http://schemas.microsoft.com/office/drawing/2014/main" id="{0C54D570-E748-4EAB-A566-203C85E0480A}"/>
              </a:ext>
            </a:extLst>
          </p:cNvPr>
          <p:cNvSpPr>
            <a:spLocks xmlns:a="http://schemas.openxmlformats.org/drawingml/2006/main" noGrp="1"/>
          </p:cNvSpPr>
          <p:nvPr/>
        </p:nvSpPr>
        <p:spPr>
          <a:xfrm xmlns:a="http://schemas.openxmlformats.org/drawingml/2006/main">
            <a:off x="1268730" y="3862005"/>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98" name="">
            <a:extLst xmlns:a="http://schemas.openxmlformats.org/drawingml/2006/main">
              <a:ext uri="{FF2B5EF4-FFF2-40B4-BE49-F238E27FC236}">
                <a16:creationId xmlns:a16="http://schemas.microsoft.com/office/drawing/2014/main" id="{FDDC7215-19B4-409A-AE4A-57110230769D}"/>
              </a:ext>
            </a:extLst>
          </p:cNvPr>
          <p:cNvSpPr>
            <a:spLocks xmlns:a="http://schemas.openxmlformats.org/drawingml/2006/main" noGrp="1"/>
          </p:cNvSpPr>
          <p:nvPr/>
        </p:nvSpPr>
        <p:spPr>
          <a:xfrm xmlns:a="http://schemas.openxmlformats.org/drawingml/2006/main">
            <a:off x="1323975" y="3852798"/>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99" name="">
            <a:extLst xmlns:a="http://schemas.openxmlformats.org/drawingml/2006/main">
              <a:ext uri="{FF2B5EF4-FFF2-40B4-BE49-F238E27FC236}">
                <a16:creationId xmlns:a16="http://schemas.microsoft.com/office/drawing/2014/main" id="{9BB43EB7-DE04-4BA7-A9E8-348CD9EAEA77}"/>
              </a:ext>
            </a:extLst>
          </p:cNvPr>
          <p:cNvSpPr>
            <a:spLocks xmlns:a="http://schemas.openxmlformats.org/drawingml/2006/main" noGrp="1"/>
          </p:cNvSpPr>
          <p:nvPr/>
        </p:nvSpPr>
        <p:spPr>
          <a:xfrm xmlns:a="http://schemas.openxmlformats.org/drawingml/2006/main">
            <a:off x="1379220" y="3841993"/>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00" name="">
            <a:extLst xmlns:a="http://schemas.openxmlformats.org/drawingml/2006/main">
              <a:ext uri="{FF2B5EF4-FFF2-40B4-BE49-F238E27FC236}">
                <a16:creationId xmlns:a16="http://schemas.microsoft.com/office/drawing/2014/main" id="{F7E87BF6-C63D-4FDD-ACAB-40F4B0301619}"/>
              </a:ext>
            </a:extLst>
          </p:cNvPr>
          <p:cNvSpPr>
            <a:spLocks xmlns:a="http://schemas.openxmlformats.org/drawingml/2006/main" noGrp="1"/>
          </p:cNvSpPr>
          <p:nvPr/>
        </p:nvSpPr>
        <p:spPr>
          <a:xfrm xmlns:a="http://schemas.openxmlformats.org/drawingml/2006/main">
            <a:off x="1434465" y="3829397"/>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01" name="">
            <a:extLst xmlns:a="http://schemas.openxmlformats.org/drawingml/2006/main">
              <a:ext uri="{FF2B5EF4-FFF2-40B4-BE49-F238E27FC236}">
                <a16:creationId xmlns:a16="http://schemas.microsoft.com/office/drawing/2014/main" id="{268629CA-73AA-42B2-BF7D-56740B531A3F}"/>
              </a:ext>
            </a:extLst>
          </p:cNvPr>
          <p:cNvSpPr>
            <a:spLocks xmlns:a="http://schemas.openxmlformats.org/drawingml/2006/main" noGrp="1"/>
          </p:cNvSpPr>
          <p:nvPr/>
        </p:nvSpPr>
        <p:spPr>
          <a:xfrm xmlns:a="http://schemas.openxmlformats.org/drawingml/2006/main">
            <a:off x="1489710" y="3814811"/>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02" name="">
            <a:extLst xmlns:a="http://schemas.openxmlformats.org/drawingml/2006/main">
              <a:ext uri="{FF2B5EF4-FFF2-40B4-BE49-F238E27FC236}">
                <a16:creationId xmlns:a16="http://schemas.microsoft.com/office/drawing/2014/main" id="{8F4EB2C5-E18B-4280-8D81-CF2994172168}"/>
              </a:ext>
            </a:extLst>
          </p:cNvPr>
          <p:cNvSpPr>
            <a:spLocks xmlns:a="http://schemas.openxmlformats.org/drawingml/2006/main" noGrp="1"/>
          </p:cNvSpPr>
          <p:nvPr/>
        </p:nvSpPr>
        <p:spPr>
          <a:xfrm xmlns:a="http://schemas.openxmlformats.org/drawingml/2006/main">
            <a:off x="1544955" y="3798036"/>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03" name="">
            <a:extLst xmlns:a="http://schemas.openxmlformats.org/drawingml/2006/main">
              <a:ext uri="{FF2B5EF4-FFF2-40B4-BE49-F238E27FC236}">
                <a16:creationId xmlns:a16="http://schemas.microsoft.com/office/drawing/2014/main" id="{CEB4A53C-EA2F-40DA-979F-2ACBDA51F387}"/>
              </a:ext>
            </a:extLst>
          </p:cNvPr>
          <p:cNvSpPr>
            <a:spLocks xmlns:a="http://schemas.openxmlformats.org/drawingml/2006/main" noGrp="1"/>
          </p:cNvSpPr>
          <p:nvPr/>
        </p:nvSpPr>
        <p:spPr>
          <a:xfrm xmlns:a="http://schemas.openxmlformats.org/drawingml/2006/main">
            <a:off x="1600200" y="3778875"/>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04" name="">
            <a:extLst xmlns:a="http://schemas.openxmlformats.org/drawingml/2006/main">
              <a:ext uri="{FF2B5EF4-FFF2-40B4-BE49-F238E27FC236}">
                <a16:creationId xmlns:a16="http://schemas.microsoft.com/office/drawing/2014/main" id="{CFCE2089-0DD7-4C58-8BDB-CC75C110F52E}"/>
              </a:ext>
            </a:extLst>
          </p:cNvPr>
          <p:cNvSpPr>
            <a:spLocks xmlns:a="http://schemas.openxmlformats.org/drawingml/2006/main" noGrp="1"/>
          </p:cNvSpPr>
          <p:nvPr/>
        </p:nvSpPr>
        <p:spPr>
          <a:xfrm xmlns:a="http://schemas.openxmlformats.org/drawingml/2006/main">
            <a:off x="1655445" y="3757138"/>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05" name="">
            <a:extLst xmlns:a="http://schemas.openxmlformats.org/drawingml/2006/main">
              <a:ext uri="{FF2B5EF4-FFF2-40B4-BE49-F238E27FC236}">
                <a16:creationId xmlns:a16="http://schemas.microsoft.com/office/drawing/2014/main" id="{09FBBB38-3571-4BE0-A5D7-14E7D3A7D3AC}"/>
              </a:ext>
            </a:extLst>
          </p:cNvPr>
          <p:cNvSpPr>
            <a:spLocks xmlns:a="http://schemas.openxmlformats.org/drawingml/2006/main" noGrp="1"/>
          </p:cNvSpPr>
          <p:nvPr/>
        </p:nvSpPr>
        <p:spPr>
          <a:xfrm xmlns:a="http://schemas.openxmlformats.org/drawingml/2006/main">
            <a:off x="1710690" y="3732653"/>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06" name="">
            <a:extLst xmlns:a="http://schemas.openxmlformats.org/drawingml/2006/main">
              <a:ext uri="{FF2B5EF4-FFF2-40B4-BE49-F238E27FC236}">
                <a16:creationId xmlns:a16="http://schemas.microsoft.com/office/drawing/2014/main" id="{93112AAC-5FB4-422F-8BDA-D07D98A2F273}"/>
              </a:ext>
            </a:extLst>
          </p:cNvPr>
          <p:cNvSpPr>
            <a:spLocks xmlns:a="http://schemas.openxmlformats.org/drawingml/2006/main" noGrp="1"/>
          </p:cNvSpPr>
          <p:nvPr/>
        </p:nvSpPr>
        <p:spPr>
          <a:xfrm xmlns:a="http://schemas.openxmlformats.org/drawingml/2006/main">
            <a:off x="1765935" y="3705267"/>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07" name="">
            <a:extLst xmlns:a="http://schemas.openxmlformats.org/drawingml/2006/main">
              <a:ext uri="{FF2B5EF4-FFF2-40B4-BE49-F238E27FC236}">
                <a16:creationId xmlns:a16="http://schemas.microsoft.com/office/drawing/2014/main" id="{B4ACF372-36CA-4BE5-B546-0BCDCD58367C}"/>
              </a:ext>
            </a:extLst>
          </p:cNvPr>
          <p:cNvSpPr>
            <a:spLocks xmlns:a="http://schemas.openxmlformats.org/drawingml/2006/main" noGrp="1"/>
          </p:cNvSpPr>
          <p:nvPr/>
        </p:nvSpPr>
        <p:spPr>
          <a:xfrm xmlns:a="http://schemas.openxmlformats.org/drawingml/2006/main">
            <a:off x="1821180" y="3674857"/>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08" name="">
            <a:extLst xmlns:a="http://schemas.openxmlformats.org/drawingml/2006/main">
              <a:ext uri="{FF2B5EF4-FFF2-40B4-BE49-F238E27FC236}">
                <a16:creationId xmlns:a16="http://schemas.microsoft.com/office/drawing/2014/main" id="{C3044D2F-5AFC-4BB5-AC36-108F6B24D328}"/>
              </a:ext>
            </a:extLst>
          </p:cNvPr>
          <p:cNvSpPr>
            <a:spLocks xmlns:a="http://schemas.openxmlformats.org/drawingml/2006/main" noGrp="1"/>
          </p:cNvSpPr>
          <p:nvPr/>
        </p:nvSpPr>
        <p:spPr>
          <a:xfrm xmlns:a="http://schemas.openxmlformats.org/drawingml/2006/main">
            <a:off x="1876425" y="3641337"/>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09" name="">
            <a:extLst xmlns:a="http://schemas.openxmlformats.org/drawingml/2006/main">
              <a:ext uri="{FF2B5EF4-FFF2-40B4-BE49-F238E27FC236}">
                <a16:creationId xmlns:a16="http://schemas.microsoft.com/office/drawing/2014/main" id="{BEEACCFB-6E5D-4F53-94C3-DF1060D654EF}"/>
              </a:ext>
            </a:extLst>
          </p:cNvPr>
          <p:cNvSpPr>
            <a:spLocks xmlns:a="http://schemas.openxmlformats.org/drawingml/2006/main" noGrp="1"/>
          </p:cNvSpPr>
          <p:nvPr/>
        </p:nvSpPr>
        <p:spPr>
          <a:xfrm xmlns:a="http://schemas.openxmlformats.org/drawingml/2006/main">
            <a:off x="1931670" y="3604663"/>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10" name="">
            <a:extLst xmlns:a="http://schemas.openxmlformats.org/drawingml/2006/main">
              <a:ext uri="{FF2B5EF4-FFF2-40B4-BE49-F238E27FC236}">
                <a16:creationId xmlns:a16="http://schemas.microsoft.com/office/drawing/2014/main" id="{F8130389-6F81-4077-A6F6-A619295B4750}"/>
              </a:ext>
            </a:extLst>
          </p:cNvPr>
          <p:cNvSpPr>
            <a:spLocks xmlns:a="http://schemas.openxmlformats.org/drawingml/2006/main" noGrp="1"/>
          </p:cNvSpPr>
          <p:nvPr/>
        </p:nvSpPr>
        <p:spPr>
          <a:xfrm xmlns:a="http://schemas.openxmlformats.org/drawingml/2006/main">
            <a:off x="1986915" y="3564846"/>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11" name="">
            <a:extLst xmlns:a="http://schemas.openxmlformats.org/drawingml/2006/main">
              <a:ext uri="{FF2B5EF4-FFF2-40B4-BE49-F238E27FC236}">
                <a16:creationId xmlns:a16="http://schemas.microsoft.com/office/drawing/2014/main" id="{B50759E6-FE5F-430E-8245-F347BA4CF67D}"/>
              </a:ext>
            </a:extLst>
          </p:cNvPr>
          <p:cNvSpPr>
            <a:spLocks xmlns:a="http://schemas.openxmlformats.org/drawingml/2006/main" noGrp="1"/>
          </p:cNvSpPr>
          <p:nvPr/>
        </p:nvSpPr>
        <p:spPr>
          <a:xfrm xmlns:a="http://schemas.openxmlformats.org/drawingml/2006/main">
            <a:off x="2042160" y="3521954"/>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12" name="">
            <a:extLst xmlns:a="http://schemas.openxmlformats.org/drawingml/2006/main">
              <a:ext uri="{FF2B5EF4-FFF2-40B4-BE49-F238E27FC236}">
                <a16:creationId xmlns:a16="http://schemas.microsoft.com/office/drawing/2014/main" id="{910D9D68-EB81-47D5-ABED-DBD6EF1F0633}"/>
              </a:ext>
            </a:extLst>
          </p:cNvPr>
          <p:cNvSpPr>
            <a:spLocks xmlns:a="http://schemas.openxmlformats.org/drawingml/2006/main" noGrp="1"/>
          </p:cNvSpPr>
          <p:nvPr/>
        </p:nvSpPr>
        <p:spPr>
          <a:xfrm xmlns:a="http://schemas.openxmlformats.org/drawingml/2006/main">
            <a:off x="2097405" y="3476117"/>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13" name="">
            <a:extLst xmlns:a="http://schemas.openxmlformats.org/drawingml/2006/main">
              <a:ext uri="{FF2B5EF4-FFF2-40B4-BE49-F238E27FC236}">
                <a16:creationId xmlns:a16="http://schemas.microsoft.com/office/drawing/2014/main" id="{F498D800-06F2-4AAB-9E25-1A8F2359F761}"/>
              </a:ext>
            </a:extLst>
          </p:cNvPr>
          <p:cNvSpPr>
            <a:spLocks xmlns:a="http://schemas.openxmlformats.org/drawingml/2006/main" noGrp="1"/>
          </p:cNvSpPr>
          <p:nvPr/>
        </p:nvSpPr>
        <p:spPr>
          <a:xfrm xmlns:a="http://schemas.openxmlformats.org/drawingml/2006/main">
            <a:off x="2152650" y="3427540"/>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14" name="">
            <a:extLst xmlns:a="http://schemas.openxmlformats.org/drawingml/2006/main">
              <a:ext uri="{FF2B5EF4-FFF2-40B4-BE49-F238E27FC236}">
                <a16:creationId xmlns:a16="http://schemas.microsoft.com/office/drawing/2014/main" id="{D9A51B05-B59F-4AD1-AB89-A48A4028B0AC}"/>
              </a:ext>
            </a:extLst>
          </p:cNvPr>
          <p:cNvSpPr>
            <a:spLocks xmlns:a="http://schemas.openxmlformats.org/drawingml/2006/main" noGrp="1"/>
          </p:cNvSpPr>
          <p:nvPr/>
        </p:nvSpPr>
        <p:spPr>
          <a:xfrm xmlns:a="http://schemas.openxmlformats.org/drawingml/2006/main">
            <a:off x="2207895" y="3376497"/>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15" name="">
            <a:extLst xmlns:a="http://schemas.openxmlformats.org/drawingml/2006/main">
              <a:ext uri="{FF2B5EF4-FFF2-40B4-BE49-F238E27FC236}">
                <a16:creationId xmlns:a16="http://schemas.microsoft.com/office/drawing/2014/main" id="{E989B7A7-83AC-40AE-9441-A4C48E26CFEA}"/>
              </a:ext>
            </a:extLst>
          </p:cNvPr>
          <p:cNvSpPr>
            <a:spLocks xmlns:a="http://schemas.openxmlformats.org/drawingml/2006/main" noGrp="1"/>
          </p:cNvSpPr>
          <p:nvPr/>
        </p:nvSpPr>
        <p:spPr>
          <a:xfrm xmlns:a="http://schemas.openxmlformats.org/drawingml/2006/main">
            <a:off x="2263140" y="3323337"/>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16" name="">
            <a:extLst xmlns:a="http://schemas.openxmlformats.org/drawingml/2006/main">
              <a:ext uri="{FF2B5EF4-FFF2-40B4-BE49-F238E27FC236}">
                <a16:creationId xmlns:a16="http://schemas.microsoft.com/office/drawing/2014/main" id="{489BAF30-C1F1-4E6D-B760-F8DEF41F7169}"/>
              </a:ext>
            </a:extLst>
          </p:cNvPr>
          <p:cNvSpPr>
            <a:spLocks xmlns:a="http://schemas.openxmlformats.org/drawingml/2006/main" noGrp="1"/>
          </p:cNvSpPr>
          <p:nvPr/>
        </p:nvSpPr>
        <p:spPr>
          <a:xfrm xmlns:a="http://schemas.openxmlformats.org/drawingml/2006/main">
            <a:off x="2318385" y="3268485"/>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17" name="">
            <a:extLst xmlns:a="http://schemas.openxmlformats.org/drawingml/2006/main">
              <a:ext uri="{FF2B5EF4-FFF2-40B4-BE49-F238E27FC236}">
                <a16:creationId xmlns:a16="http://schemas.microsoft.com/office/drawing/2014/main" id="{1A9B78BA-AE20-44AD-BCAD-1FD02032009C}"/>
              </a:ext>
            </a:extLst>
          </p:cNvPr>
          <p:cNvSpPr>
            <a:spLocks xmlns:a="http://schemas.openxmlformats.org/drawingml/2006/main" noGrp="1"/>
          </p:cNvSpPr>
          <p:nvPr/>
        </p:nvSpPr>
        <p:spPr>
          <a:xfrm xmlns:a="http://schemas.openxmlformats.org/drawingml/2006/main">
            <a:off x="2373630" y="3212436"/>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18" name="">
            <a:extLst xmlns:a="http://schemas.openxmlformats.org/drawingml/2006/main">
              <a:ext uri="{FF2B5EF4-FFF2-40B4-BE49-F238E27FC236}">
                <a16:creationId xmlns:a16="http://schemas.microsoft.com/office/drawing/2014/main" id="{472E85BC-AA89-45EB-A917-579F6FF27183}"/>
              </a:ext>
            </a:extLst>
          </p:cNvPr>
          <p:cNvSpPr>
            <a:spLocks xmlns:a="http://schemas.openxmlformats.org/drawingml/2006/main" noGrp="1"/>
          </p:cNvSpPr>
          <p:nvPr/>
        </p:nvSpPr>
        <p:spPr>
          <a:xfrm xmlns:a="http://schemas.openxmlformats.org/drawingml/2006/main">
            <a:off x="2428875" y="3155753"/>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19" name="">
            <a:extLst xmlns:a="http://schemas.openxmlformats.org/drawingml/2006/main">
              <a:ext uri="{FF2B5EF4-FFF2-40B4-BE49-F238E27FC236}">
                <a16:creationId xmlns:a16="http://schemas.microsoft.com/office/drawing/2014/main" id="{65E1F775-A523-4EC1-83BE-1AFA9EBF6B0B}"/>
              </a:ext>
            </a:extLst>
          </p:cNvPr>
          <p:cNvSpPr>
            <a:spLocks xmlns:a="http://schemas.openxmlformats.org/drawingml/2006/main" noGrp="1"/>
          </p:cNvSpPr>
          <p:nvPr/>
        </p:nvSpPr>
        <p:spPr>
          <a:xfrm xmlns:a="http://schemas.openxmlformats.org/drawingml/2006/main">
            <a:off x="2484120" y="3099056"/>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20" name="">
            <a:extLst xmlns:a="http://schemas.openxmlformats.org/drawingml/2006/main">
              <a:ext uri="{FF2B5EF4-FFF2-40B4-BE49-F238E27FC236}">
                <a16:creationId xmlns:a16="http://schemas.microsoft.com/office/drawing/2014/main" id="{098C33F1-26BD-4C75-966B-19015F62C6F3}"/>
              </a:ext>
            </a:extLst>
          </p:cNvPr>
          <p:cNvSpPr>
            <a:spLocks xmlns:a="http://schemas.openxmlformats.org/drawingml/2006/main" noGrp="1"/>
          </p:cNvSpPr>
          <p:nvPr/>
        </p:nvSpPr>
        <p:spPr>
          <a:xfrm xmlns:a="http://schemas.openxmlformats.org/drawingml/2006/main">
            <a:off x="2539365" y="3043016"/>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21" name="">
            <a:extLst xmlns:a="http://schemas.openxmlformats.org/drawingml/2006/main">
              <a:ext uri="{FF2B5EF4-FFF2-40B4-BE49-F238E27FC236}">
                <a16:creationId xmlns:a16="http://schemas.microsoft.com/office/drawing/2014/main" id="{D3A0E782-9717-4630-B776-B4760431CF50}"/>
              </a:ext>
            </a:extLst>
          </p:cNvPr>
          <p:cNvSpPr>
            <a:spLocks xmlns:a="http://schemas.openxmlformats.org/drawingml/2006/main" noGrp="1"/>
          </p:cNvSpPr>
          <p:nvPr/>
        </p:nvSpPr>
        <p:spPr>
          <a:xfrm xmlns:a="http://schemas.openxmlformats.org/drawingml/2006/main">
            <a:off x="2594610" y="2988340"/>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22" name="">
            <a:extLst xmlns:a="http://schemas.openxmlformats.org/drawingml/2006/main">
              <a:ext uri="{FF2B5EF4-FFF2-40B4-BE49-F238E27FC236}">
                <a16:creationId xmlns:a16="http://schemas.microsoft.com/office/drawing/2014/main" id="{6ABDB924-14B3-4FEB-9403-799AEDF4EE4C}"/>
              </a:ext>
            </a:extLst>
          </p:cNvPr>
          <p:cNvSpPr>
            <a:spLocks xmlns:a="http://schemas.openxmlformats.org/drawingml/2006/main" noGrp="1"/>
          </p:cNvSpPr>
          <p:nvPr/>
        </p:nvSpPr>
        <p:spPr>
          <a:xfrm xmlns:a="http://schemas.openxmlformats.org/drawingml/2006/main">
            <a:off x="2649855" y="2935757"/>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23" name="">
            <a:extLst xmlns:a="http://schemas.openxmlformats.org/drawingml/2006/main">
              <a:ext uri="{FF2B5EF4-FFF2-40B4-BE49-F238E27FC236}">
                <a16:creationId xmlns:a16="http://schemas.microsoft.com/office/drawing/2014/main" id="{D302886B-8689-494B-8E76-24C3EE0596CD}"/>
              </a:ext>
            </a:extLst>
          </p:cNvPr>
          <p:cNvSpPr>
            <a:spLocks xmlns:a="http://schemas.openxmlformats.org/drawingml/2006/main" noGrp="1"/>
          </p:cNvSpPr>
          <p:nvPr/>
        </p:nvSpPr>
        <p:spPr>
          <a:xfrm xmlns:a="http://schemas.openxmlformats.org/drawingml/2006/main">
            <a:off x="2705100" y="2886005"/>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24" name="">
            <a:extLst xmlns:a="http://schemas.openxmlformats.org/drawingml/2006/main">
              <a:ext uri="{FF2B5EF4-FFF2-40B4-BE49-F238E27FC236}">
                <a16:creationId xmlns:a16="http://schemas.microsoft.com/office/drawing/2014/main" id="{7A74E333-B6A2-4B4C-B9F1-9EF2CA885408}"/>
              </a:ext>
            </a:extLst>
          </p:cNvPr>
          <p:cNvSpPr>
            <a:spLocks xmlns:a="http://schemas.openxmlformats.org/drawingml/2006/main" noGrp="1"/>
          </p:cNvSpPr>
          <p:nvPr/>
        </p:nvSpPr>
        <p:spPr>
          <a:xfrm xmlns:a="http://schemas.openxmlformats.org/drawingml/2006/main">
            <a:off x="2760345" y="2839811"/>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25" name="">
            <a:extLst xmlns:a="http://schemas.openxmlformats.org/drawingml/2006/main">
              <a:ext uri="{FF2B5EF4-FFF2-40B4-BE49-F238E27FC236}">
                <a16:creationId xmlns:a16="http://schemas.microsoft.com/office/drawing/2014/main" id="{31981BEB-F8AA-4EAA-8CEE-37574563DAB5}"/>
              </a:ext>
            </a:extLst>
          </p:cNvPr>
          <p:cNvSpPr>
            <a:spLocks xmlns:a="http://schemas.openxmlformats.org/drawingml/2006/main" noGrp="1"/>
          </p:cNvSpPr>
          <p:nvPr/>
        </p:nvSpPr>
        <p:spPr>
          <a:xfrm xmlns:a="http://schemas.openxmlformats.org/drawingml/2006/main">
            <a:off x="2815590" y="2797874"/>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26" name="">
            <a:extLst xmlns:a="http://schemas.openxmlformats.org/drawingml/2006/main">
              <a:ext uri="{FF2B5EF4-FFF2-40B4-BE49-F238E27FC236}">
                <a16:creationId xmlns:a16="http://schemas.microsoft.com/office/drawing/2014/main" id="{43223D9B-2E90-4AB6-942C-A775932EAEA0}"/>
              </a:ext>
            </a:extLst>
          </p:cNvPr>
          <p:cNvSpPr>
            <a:spLocks xmlns:a="http://schemas.openxmlformats.org/drawingml/2006/main" noGrp="1"/>
          </p:cNvSpPr>
          <p:nvPr/>
        </p:nvSpPr>
        <p:spPr>
          <a:xfrm xmlns:a="http://schemas.openxmlformats.org/drawingml/2006/main">
            <a:off x="2870835" y="2760851"/>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27" name="">
            <a:extLst xmlns:a="http://schemas.openxmlformats.org/drawingml/2006/main">
              <a:ext uri="{FF2B5EF4-FFF2-40B4-BE49-F238E27FC236}">
                <a16:creationId xmlns:a16="http://schemas.microsoft.com/office/drawing/2014/main" id="{2FD29E89-DB8C-4BBB-8BC3-6B9DDE3891EE}"/>
              </a:ext>
            </a:extLst>
          </p:cNvPr>
          <p:cNvSpPr>
            <a:spLocks xmlns:a="http://schemas.openxmlformats.org/drawingml/2006/main" noGrp="1"/>
          </p:cNvSpPr>
          <p:nvPr/>
        </p:nvSpPr>
        <p:spPr>
          <a:xfrm xmlns:a="http://schemas.openxmlformats.org/drawingml/2006/main">
            <a:off x="2926080" y="2729335"/>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28" name="">
            <a:extLst xmlns:a="http://schemas.openxmlformats.org/drawingml/2006/main">
              <a:ext uri="{FF2B5EF4-FFF2-40B4-BE49-F238E27FC236}">
                <a16:creationId xmlns:a16="http://schemas.microsoft.com/office/drawing/2014/main" id="{C4E9AFED-E5D3-41C7-A364-171FD227771F}"/>
              </a:ext>
            </a:extLst>
          </p:cNvPr>
          <p:cNvSpPr>
            <a:spLocks xmlns:a="http://schemas.openxmlformats.org/drawingml/2006/main" noGrp="1"/>
          </p:cNvSpPr>
          <p:nvPr/>
        </p:nvSpPr>
        <p:spPr>
          <a:xfrm xmlns:a="http://schemas.openxmlformats.org/drawingml/2006/main">
            <a:off x="2981325" y="2703843"/>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29" name="">
            <a:extLst xmlns:a="http://schemas.openxmlformats.org/drawingml/2006/main">
              <a:ext uri="{FF2B5EF4-FFF2-40B4-BE49-F238E27FC236}">
                <a16:creationId xmlns:a16="http://schemas.microsoft.com/office/drawing/2014/main" id="{4E12BEA0-8AAB-4DA1-8CE0-0DFA5E52DD0F}"/>
              </a:ext>
            </a:extLst>
          </p:cNvPr>
          <p:cNvSpPr>
            <a:spLocks xmlns:a="http://schemas.openxmlformats.org/drawingml/2006/main" noGrp="1"/>
          </p:cNvSpPr>
          <p:nvPr/>
        </p:nvSpPr>
        <p:spPr>
          <a:xfrm xmlns:a="http://schemas.openxmlformats.org/drawingml/2006/main">
            <a:off x="3036570" y="2684797"/>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30" name="">
            <a:extLst xmlns:a="http://schemas.openxmlformats.org/drawingml/2006/main">
              <a:ext uri="{FF2B5EF4-FFF2-40B4-BE49-F238E27FC236}">
                <a16:creationId xmlns:a16="http://schemas.microsoft.com/office/drawing/2014/main" id="{33072AE8-DC5D-4473-969E-C9162E5CAAA9}"/>
              </a:ext>
            </a:extLst>
          </p:cNvPr>
          <p:cNvSpPr>
            <a:spLocks xmlns:a="http://schemas.openxmlformats.org/drawingml/2006/main" noGrp="1"/>
          </p:cNvSpPr>
          <p:nvPr/>
        </p:nvSpPr>
        <p:spPr>
          <a:xfrm xmlns:a="http://schemas.openxmlformats.org/drawingml/2006/main">
            <a:off x="3091815" y="2672520"/>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31" name="">
            <a:extLst xmlns:a="http://schemas.openxmlformats.org/drawingml/2006/main">
              <a:ext uri="{FF2B5EF4-FFF2-40B4-BE49-F238E27FC236}">
                <a16:creationId xmlns:a16="http://schemas.microsoft.com/office/drawing/2014/main" id="{452DA300-0E5F-42BC-9B49-78014CD32EDD}"/>
              </a:ext>
            </a:extLst>
          </p:cNvPr>
          <p:cNvSpPr>
            <a:spLocks xmlns:a="http://schemas.openxmlformats.org/drawingml/2006/main" noGrp="1"/>
          </p:cNvSpPr>
          <p:nvPr/>
        </p:nvSpPr>
        <p:spPr>
          <a:xfrm xmlns:a="http://schemas.openxmlformats.org/drawingml/2006/main">
            <a:off x="3147060" y="2667221"/>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32" name="">
            <a:extLst xmlns:a="http://schemas.openxmlformats.org/drawingml/2006/main">
              <a:ext uri="{FF2B5EF4-FFF2-40B4-BE49-F238E27FC236}">
                <a16:creationId xmlns:a16="http://schemas.microsoft.com/office/drawing/2014/main" id="{C4036F36-D36C-495C-A77B-3C67B1E36C5C}"/>
              </a:ext>
            </a:extLst>
          </p:cNvPr>
          <p:cNvSpPr>
            <a:spLocks xmlns:a="http://schemas.openxmlformats.org/drawingml/2006/main" noGrp="1"/>
          </p:cNvSpPr>
          <p:nvPr/>
        </p:nvSpPr>
        <p:spPr>
          <a:xfrm xmlns:a="http://schemas.openxmlformats.org/drawingml/2006/main">
            <a:off x="3202305" y="2668990"/>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33" name="">
            <a:extLst xmlns:a="http://schemas.openxmlformats.org/drawingml/2006/main">
              <a:ext uri="{FF2B5EF4-FFF2-40B4-BE49-F238E27FC236}">
                <a16:creationId xmlns:a16="http://schemas.microsoft.com/office/drawing/2014/main" id="{FF6B6968-2248-45A4-83D2-13FBEBB3F508}"/>
              </a:ext>
            </a:extLst>
          </p:cNvPr>
          <p:cNvSpPr>
            <a:spLocks xmlns:a="http://schemas.openxmlformats.org/drawingml/2006/main" noGrp="1"/>
          </p:cNvSpPr>
          <p:nvPr/>
        </p:nvSpPr>
        <p:spPr>
          <a:xfrm xmlns:a="http://schemas.openxmlformats.org/drawingml/2006/main">
            <a:off x="3257550" y="2677797"/>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34" name="">
            <a:extLst xmlns:a="http://schemas.openxmlformats.org/drawingml/2006/main">
              <a:ext uri="{FF2B5EF4-FFF2-40B4-BE49-F238E27FC236}">
                <a16:creationId xmlns:a16="http://schemas.microsoft.com/office/drawing/2014/main" id="{19AF1108-DD64-4082-A2B2-646B5D9EACEA}"/>
              </a:ext>
            </a:extLst>
          </p:cNvPr>
          <p:cNvSpPr>
            <a:spLocks xmlns:a="http://schemas.openxmlformats.org/drawingml/2006/main" noGrp="1"/>
          </p:cNvSpPr>
          <p:nvPr/>
        </p:nvSpPr>
        <p:spPr>
          <a:xfrm xmlns:a="http://schemas.openxmlformats.org/drawingml/2006/main">
            <a:off x="3312795" y="2693491"/>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35" name="">
            <a:extLst xmlns:a="http://schemas.openxmlformats.org/drawingml/2006/main">
              <a:ext uri="{FF2B5EF4-FFF2-40B4-BE49-F238E27FC236}">
                <a16:creationId xmlns:a16="http://schemas.microsoft.com/office/drawing/2014/main" id="{D0307531-CDC9-4CD5-AB55-424F106384EE}"/>
              </a:ext>
            </a:extLst>
          </p:cNvPr>
          <p:cNvSpPr>
            <a:spLocks xmlns:a="http://schemas.openxmlformats.org/drawingml/2006/main" noGrp="1"/>
          </p:cNvSpPr>
          <p:nvPr/>
        </p:nvSpPr>
        <p:spPr>
          <a:xfrm xmlns:a="http://schemas.openxmlformats.org/drawingml/2006/main">
            <a:off x="3368040" y="2715807"/>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36" name="">
            <a:extLst xmlns:a="http://schemas.openxmlformats.org/drawingml/2006/main">
              <a:ext uri="{FF2B5EF4-FFF2-40B4-BE49-F238E27FC236}">
                <a16:creationId xmlns:a16="http://schemas.microsoft.com/office/drawing/2014/main" id="{57EC5893-4797-42FD-888E-BCEB40E3089C}"/>
              </a:ext>
            </a:extLst>
          </p:cNvPr>
          <p:cNvSpPr>
            <a:spLocks xmlns:a="http://schemas.openxmlformats.org/drawingml/2006/main" noGrp="1"/>
          </p:cNvSpPr>
          <p:nvPr/>
        </p:nvSpPr>
        <p:spPr>
          <a:xfrm xmlns:a="http://schemas.openxmlformats.org/drawingml/2006/main">
            <a:off x="3423285" y="2744371"/>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37" name="">
            <a:extLst xmlns:a="http://schemas.openxmlformats.org/drawingml/2006/main">
              <a:ext uri="{FF2B5EF4-FFF2-40B4-BE49-F238E27FC236}">
                <a16:creationId xmlns:a16="http://schemas.microsoft.com/office/drawing/2014/main" id="{2DB2D06D-9230-4564-BD6F-DB8FEF6A2E64}"/>
              </a:ext>
            </a:extLst>
          </p:cNvPr>
          <p:cNvSpPr>
            <a:spLocks xmlns:a="http://schemas.openxmlformats.org/drawingml/2006/main" noGrp="1"/>
          </p:cNvSpPr>
          <p:nvPr/>
        </p:nvSpPr>
        <p:spPr>
          <a:xfrm xmlns:a="http://schemas.openxmlformats.org/drawingml/2006/main">
            <a:off x="3478530" y="2778710"/>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38" name="">
            <a:extLst xmlns:a="http://schemas.openxmlformats.org/drawingml/2006/main">
              <a:ext uri="{FF2B5EF4-FFF2-40B4-BE49-F238E27FC236}">
                <a16:creationId xmlns:a16="http://schemas.microsoft.com/office/drawing/2014/main" id="{7D513BA5-5A9D-4CCA-82E5-A7EBA88AC0D1}"/>
              </a:ext>
            </a:extLst>
          </p:cNvPr>
          <p:cNvSpPr>
            <a:spLocks xmlns:a="http://schemas.openxmlformats.org/drawingml/2006/main" noGrp="1"/>
          </p:cNvSpPr>
          <p:nvPr/>
        </p:nvSpPr>
        <p:spPr>
          <a:xfrm xmlns:a="http://schemas.openxmlformats.org/drawingml/2006/main">
            <a:off x="3533775" y="2818268"/>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39" name="">
            <a:extLst xmlns:a="http://schemas.openxmlformats.org/drawingml/2006/main">
              <a:ext uri="{FF2B5EF4-FFF2-40B4-BE49-F238E27FC236}">
                <a16:creationId xmlns:a16="http://schemas.microsoft.com/office/drawing/2014/main" id="{5BABDB38-567E-4CBF-A344-6A334830C248}"/>
              </a:ext>
            </a:extLst>
          </p:cNvPr>
          <p:cNvSpPr>
            <a:spLocks xmlns:a="http://schemas.openxmlformats.org/drawingml/2006/main" noGrp="1"/>
          </p:cNvSpPr>
          <p:nvPr/>
        </p:nvSpPr>
        <p:spPr>
          <a:xfrm xmlns:a="http://schemas.openxmlformats.org/drawingml/2006/main">
            <a:off x="3589020" y="2862418"/>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40" name="">
            <a:extLst xmlns:a="http://schemas.openxmlformats.org/drawingml/2006/main">
              <a:ext uri="{FF2B5EF4-FFF2-40B4-BE49-F238E27FC236}">
                <a16:creationId xmlns:a16="http://schemas.microsoft.com/office/drawing/2014/main" id="{A0F00D07-FA0E-4270-9B9C-994244F63EC0}"/>
              </a:ext>
            </a:extLst>
          </p:cNvPr>
          <p:cNvSpPr>
            <a:spLocks xmlns:a="http://schemas.openxmlformats.org/drawingml/2006/main" noGrp="1"/>
          </p:cNvSpPr>
          <p:nvPr/>
        </p:nvSpPr>
        <p:spPr>
          <a:xfrm xmlns:a="http://schemas.openxmlformats.org/drawingml/2006/main">
            <a:off x="3644265" y="2910481"/>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41" name="">
            <a:extLst xmlns:a="http://schemas.openxmlformats.org/drawingml/2006/main">
              <a:ext uri="{FF2B5EF4-FFF2-40B4-BE49-F238E27FC236}">
                <a16:creationId xmlns:a16="http://schemas.microsoft.com/office/drawing/2014/main" id="{BF926A81-F73F-46F0-B9ED-A5B22457FBE6}"/>
              </a:ext>
            </a:extLst>
          </p:cNvPr>
          <p:cNvSpPr>
            <a:spLocks xmlns:a="http://schemas.openxmlformats.org/drawingml/2006/main" noGrp="1"/>
          </p:cNvSpPr>
          <p:nvPr/>
        </p:nvSpPr>
        <p:spPr>
          <a:xfrm xmlns:a="http://schemas.openxmlformats.org/drawingml/2006/main">
            <a:off x="3699510" y="2961740"/>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42" name="">
            <a:extLst xmlns:a="http://schemas.openxmlformats.org/drawingml/2006/main">
              <a:ext uri="{FF2B5EF4-FFF2-40B4-BE49-F238E27FC236}">
                <a16:creationId xmlns:a16="http://schemas.microsoft.com/office/drawing/2014/main" id="{99304C46-B8C1-48EF-9AAB-D70F37D289E9}"/>
              </a:ext>
            </a:extLst>
          </p:cNvPr>
          <p:cNvSpPr>
            <a:spLocks xmlns:a="http://schemas.openxmlformats.org/drawingml/2006/main" noGrp="1"/>
          </p:cNvSpPr>
          <p:nvPr/>
        </p:nvSpPr>
        <p:spPr>
          <a:xfrm xmlns:a="http://schemas.openxmlformats.org/drawingml/2006/main">
            <a:off x="3754755" y="3015462"/>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43" name="">
            <a:extLst xmlns:a="http://schemas.openxmlformats.org/drawingml/2006/main">
              <a:ext uri="{FF2B5EF4-FFF2-40B4-BE49-F238E27FC236}">
                <a16:creationId xmlns:a16="http://schemas.microsoft.com/office/drawing/2014/main" id="{E13683EE-C422-4404-B49E-773AE9385D39}"/>
              </a:ext>
            </a:extLst>
          </p:cNvPr>
          <p:cNvSpPr>
            <a:spLocks xmlns:a="http://schemas.openxmlformats.org/drawingml/2006/main" noGrp="1"/>
          </p:cNvSpPr>
          <p:nvPr/>
        </p:nvSpPr>
        <p:spPr>
          <a:xfrm xmlns:a="http://schemas.openxmlformats.org/drawingml/2006/main">
            <a:off x="3810000" y="3070911"/>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44" name="">
            <a:extLst xmlns:a="http://schemas.openxmlformats.org/drawingml/2006/main">
              <a:ext uri="{FF2B5EF4-FFF2-40B4-BE49-F238E27FC236}">
                <a16:creationId xmlns:a16="http://schemas.microsoft.com/office/drawing/2014/main" id="{D7E591DC-69AC-4774-AE93-CD386C36E94B}"/>
              </a:ext>
            </a:extLst>
          </p:cNvPr>
          <p:cNvSpPr>
            <a:spLocks xmlns:a="http://schemas.openxmlformats.org/drawingml/2006/main" noGrp="1"/>
          </p:cNvSpPr>
          <p:nvPr/>
        </p:nvSpPr>
        <p:spPr>
          <a:xfrm xmlns:a="http://schemas.openxmlformats.org/drawingml/2006/main">
            <a:off x="3865245" y="3127365"/>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45" name="">
            <a:extLst xmlns:a="http://schemas.openxmlformats.org/drawingml/2006/main">
              <a:ext uri="{FF2B5EF4-FFF2-40B4-BE49-F238E27FC236}">
                <a16:creationId xmlns:a16="http://schemas.microsoft.com/office/drawing/2014/main" id="{B18FED86-A4BD-4497-9A47-3903D890C94D}"/>
              </a:ext>
            </a:extLst>
          </p:cNvPr>
          <p:cNvSpPr>
            <a:spLocks xmlns:a="http://schemas.openxmlformats.org/drawingml/2006/main" noGrp="1"/>
          </p:cNvSpPr>
          <p:nvPr/>
        </p:nvSpPr>
        <p:spPr>
          <a:xfrm xmlns:a="http://schemas.openxmlformats.org/drawingml/2006/main">
            <a:off x="3920490" y="3184136"/>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46" name="">
            <a:extLst xmlns:a="http://schemas.openxmlformats.org/drawingml/2006/main">
              <a:ext uri="{FF2B5EF4-FFF2-40B4-BE49-F238E27FC236}">
                <a16:creationId xmlns:a16="http://schemas.microsoft.com/office/drawing/2014/main" id="{EB6FDE18-A45D-4BDB-8548-48CD5CCAC98E}"/>
              </a:ext>
            </a:extLst>
          </p:cNvPr>
          <p:cNvSpPr>
            <a:spLocks xmlns:a="http://schemas.openxmlformats.org/drawingml/2006/main" noGrp="1"/>
          </p:cNvSpPr>
          <p:nvPr/>
        </p:nvSpPr>
        <p:spPr>
          <a:xfrm xmlns:a="http://schemas.openxmlformats.org/drawingml/2006/main">
            <a:off x="3975735" y="3240576"/>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47" name="">
            <a:extLst xmlns:a="http://schemas.openxmlformats.org/drawingml/2006/main">
              <a:ext uri="{FF2B5EF4-FFF2-40B4-BE49-F238E27FC236}">
                <a16:creationId xmlns:a16="http://schemas.microsoft.com/office/drawing/2014/main" id="{F055F017-8260-4E80-8E4C-3D9D2196B95E}"/>
              </a:ext>
            </a:extLst>
          </p:cNvPr>
          <p:cNvSpPr>
            <a:spLocks xmlns:a="http://schemas.openxmlformats.org/drawingml/2006/main" noGrp="1"/>
          </p:cNvSpPr>
          <p:nvPr/>
        </p:nvSpPr>
        <p:spPr>
          <a:xfrm xmlns:a="http://schemas.openxmlformats.org/drawingml/2006/main">
            <a:off x="4030980" y="3296093"/>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48" name="">
            <a:extLst xmlns:a="http://schemas.openxmlformats.org/drawingml/2006/main">
              <a:ext uri="{FF2B5EF4-FFF2-40B4-BE49-F238E27FC236}">
                <a16:creationId xmlns:a16="http://schemas.microsoft.com/office/drawing/2014/main" id="{3331595B-663C-467E-8265-53A43F930DEA}"/>
              </a:ext>
            </a:extLst>
          </p:cNvPr>
          <p:cNvSpPr>
            <a:spLocks xmlns:a="http://schemas.openxmlformats.org/drawingml/2006/main" noGrp="1"/>
          </p:cNvSpPr>
          <p:nvPr/>
        </p:nvSpPr>
        <p:spPr>
          <a:xfrm xmlns:a="http://schemas.openxmlformats.org/drawingml/2006/main">
            <a:off x="4086225" y="3350156"/>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49" name="">
            <a:extLst xmlns:a="http://schemas.openxmlformats.org/drawingml/2006/main">
              <a:ext uri="{FF2B5EF4-FFF2-40B4-BE49-F238E27FC236}">
                <a16:creationId xmlns:a16="http://schemas.microsoft.com/office/drawing/2014/main" id="{AAA3FC0E-2A2A-4174-9648-1A5C72B294CF}"/>
              </a:ext>
            </a:extLst>
          </p:cNvPr>
          <p:cNvSpPr>
            <a:spLocks xmlns:a="http://schemas.openxmlformats.org/drawingml/2006/main" noGrp="1"/>
          </p:cNvSpPr>
          <p:nvPr/>
        </p:nvSpPr>
        <p:spPr>
          <a:xfrm xmlns:a="http://schemas.openxmlformats.org/drawingml/2006/main">
            <a:off x="4141470" y="3402307"/>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50" name="">
            <a:extLst xmlns:a="http://schemas.openxmlformats.org/drawingml/2006/main">
              <a:ext uri="{FF2B5EF4-FFF2-40B4-BE49-F238E27FC236}">
                <a16:creationId xmlns:a16="http://schemas.microsoft.com/office/drawing/2014/main" id="{A4357393-9977-456A-8405-C31E50B70ADE}"/>
              </a:ext>
            </a:extLst>
          </p:cNvPr>
          <p:cNvSpPr>
            <a:spLocks xmlns:a="http://schemas.openxmlformats.org/drawingml/2006/main" noGrp="1"/>
          </p:cNvSpPr>
          <p:nvPr/>
        </p:nvSpPr>
        <p:spPr>
          <a:xfrm xmlns:a="http://schemas.openxmlformats.org/drawingml/2006/main">
            <a:off x="4196715" y="3452156"/>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51" name="">
            <a:extLst xmlns:a="http://schemas.openxmlformats.org/drawingml/2006/main">
              <a:ext uri="{FF2B5EF4-FFF2-40B4-BE49-F238E27FC236}">
                <a16:creationId xmlns:a16="http://schemas.microsoft.com/office/drawing/2014/main" id="{8EFBB89A-DD2F-4743-A140-4E6A01E86792}"/>
              </a:ext>
            </a:extLst>
          </p:cNvPr>
          <p:cNvSpPr>
            <a:spLocks xmlns:a="http://schemas.openxmlformats.org/drawingml/2006/main" noGrp="1"/>
          </p:cNvSpPr>
          <p:nvPr/>
        </p:nvSpPr>
        <p:spPr>
          <a:xfrm xmlns:a="http://schemas.openxmlformats.org/drawingml/2006/main">
            <a:off x="4251960" y="3499392"/>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52" name="">
            <a:extLst xmlns:a="http://schemas.openxmlformats.org/drawingml/2006/main">
              <a:ext uri="{FF2B5EF4-FFF2-40B4-BE49-F238E27FC236}">
                <a16:creationId xmlns:a16="http://schemas.microsoft.com/office/drawing/2014/main" id="{7F1E4EBE-952A-470C-B7A1-191D1DD7945C}"/>
              </a:ext>
            </a:extLst>
          </p:cNvPr>
          <p:cNvSpPr>
            <a:spLocks xmlns:a="http://schemas.openxmlformats.org/drawingml/2006/main" noGrp="1"/>
          </p:cNvSpPr>
          <p:nvPr/>
        </p:nvSpPr>
        <p:spPr>
          <a:xfrm xmlns:a="http://schemas.openxmlformats.org/drawingml/2006/main">
            <a:off x="4307205" y="3543778"/>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53" name="">
            <a:extLst xmlns:a="http://schemas.openxmlformats.org/drawingml/2006/main">
              <a:ext uri="{FF2B5EF4-FFF2-40B4-BE49-F238E27FC236}">
                <a16:creationId xmlns:a16="http://schemas.microsoft.com/office/drawing/2014/main" id="{90BF924F-E8D7-477F-B9B1-E828B6F78EFC}"/>
              </a:ext>
            </a:extLst>
          </p:cNvPr>
          <p:cNvSpPr>
            <a:spLocks xmlns:a="http://schemas.openxmlformats.org/drawingml/2006/main" noGrp="1"/>
          </p:cNvSpPr>
          <p:nvPr/>
        </p:nvSpPr>
        <p:spPr>
          <a:xfrm xmlns:a="http://schemas.openxmlformats.org/drawingml/2006/main">
            <a:off x="4362450" y="3585145"/>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54" name="">
            <a:extLst xmlns:a="http://schemas.openxmlformats.org/drawingml/2006/main">
              <a:ext uri="{FF2B5EF4-FFF2-40B4-BE49-F238E27FC236}">
                <a16:creationId xmlns:a16="http://schemas.microsoft.com/office/drawing/2014/main" id="{1522F5D9-683B-4B74-9F4C-DF674C02FC11}"/>
              </a:ext>
            </a:extLst>
          </p:cNvPr>
          <p:cNvSpPr>
            <a:spLocks xmlns:a="http://schemas.openxmlformats.org/drawingml/2006/main" noGrp="1"/>
          </p:cNvSpPr>
          <p:nvPr/>
        </p:nvSpPr>
        <p:spPr>
          <a:xfrm xmlns:a="http://schemas.openxmlformats.org/drawingml/2006/main">
            <a:off x="4417695" y="3623395"/>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55" name="">
            <a:extLst xmlns:a="http://schemas.openxmlformats.org/drawingml/2006/main">
              <a:ext uri="{FF2B5EF4-FFF2-40B4-BE49-F238E27FC236}">
                <a16:creationId xmlns:a16="http://schemas.microsoft.com/office/drawing/2014/main" id="{A61BDABD-516C-4A44-99AC-5631CA26D3C5}"/>
              </a:ext>
            </a:extLst>
          </p:cNvPr>
          <p:cNvSpPr>
            <a:spLocks xmlns:a="http://schemas.openxmlformats.org/drawingml/2006/main" noGrp="1"/>
          </p:cNvSpPr>
          <p:nvPr/>
        </p:nvSpPr>
        <p:spPr>
          <a:xfrm xmlns:a="http://schemas.openxmlformats.org/drawingml/2006/main">
            <a:off x="4472940" y="3658489"/>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56" name="">
            <a:extLst xmlns:a="http://schemas.openxmlformats.org/drawingml/2006/main">
              <a:ext uri="{FF2B5EF4-FFF2-40B4-BE49-F238E27FC236}">
                <a16:creationId xmlns:a16="http://schemas.microsoft.com/office/drawing/2014/main" id="{46DD7B47-373A-408C-9D3A-11A9E0957471}"/>
              </a:ext>
            </a:extLst>
          </p:cNvPr>
          <p:cNvSpPr>
            <a:spLocks xmlns:a="http://schemas.openxmlformats.org/drawingml/2006/main" noGrp="1"/>
          </p:cNvSpPr>
          <p:nvPr/>
        </p:nvSpPr>
        <p:spPr>
          <a:xfrm xmlns:a="http://schemas.openxmlformats.org/drawingml/2006/main">
            <a:off x="4528185" y="3690446"/>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57" name="">
            <a:extLst xmlns:a="http://schemas.openxmlformats.org/drawingml/2006/main">
              <a:ext uri="{FF2B5EF4-FFF2-40B4-BE49-F238E27FC236}">
                <a16:creationId xmlns:a16="http://schemas.microsoft.com/office/drawing/2014/main" id="{317DCAC6-9047-4410-B52C-31FCF20F6B65}"/>
              </a:ext>
            </a:extLst>
          </p:cNvPr>
          <p:cNvSpPr>
            <a:spLocks xmlns:a="http://schemas.openxmlformats.org/drawingml/2006/main" noGrp="1"/>
          </p:cNvSpPr>
          <p:nvPr/>
        </p:nvSpPr>
        <p:spPr>
          <a:xfrm xmlns:a="http://schemas.openxmlformats.org/drawingml/2006/main">
            <a:off x="4583430" y="3719331"/>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58" name="">
            <a:extLst xmlns:a="http://schemas.openxmlformats.org/drawingml/2006/main">
              <a:ext uri="{FF2B5EF4-FFF2-40B4-BE49-F238E27FC236}">
                <a16:creationId xmlns:a16="http://schemas.microsoft.com/office/drawing/2014/main" id="{5FE7AD09-A206-4954-82F8-808CDA54553A}"/>
              </a:ext>
            </a:extLst>
          </p:cNvPr>
          <p:cNvSpPr>
            <a:spLocks xmlns:a="http://schemas.openxmlformats.org/drawingml/2006/main" noGrp="1"/>
          </p:cNvSpPr>
          <p:nvPr/>
        </p:nvSpPr>
        <p:spPr>
          <a:xfrm xmlns:a="http://schemas.openxmlformats.org/drawingml/2006/main">
            <a:off x="4638675" y="3745249"/>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59" name="">
            <a:extLst xmlns:a="http://schemas.openxmlformats.org/drawingml/2006/main">
              <a:ext uri="{FF2B5EF4-FFF2-40B4-BE49-F238E27FC236}">
                <a16:creationId xmlns:a16="http://schemas.microsoft.com/office/drawing/2014/main" id="{E76193EA-9E76-4C14-9914-E74552077DE6}"/>
              </a:ext>
            </a:extLst>
          </p:cNvPr>
          <p:cNvSpPr>
            <a:spLocks xmlns:a="http://schemas.openxmlformats.org/drawingml/2006/main" noGrp="1"/>
          </p:cNvSpPr>
          <p:nvPr/>
        </p:nvSpPr>
        <p:spPr>
          <a:xfrm xmlns:a="http://schemas.openxmlformats.org/drawingml/2006/main">
            <a:off x="4693920" y="3768340"/>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60" name="">
            <a:extLst xmlns:a="http://schemas.openxmlformats.org/drawingml/2006/main">
              <a:ext uri="{FF2B5EF4-FFF2-40B4-BE49-F238E27FC236}">
                <a16:creationId xmlns:a16="http://schemas.microsoft.com/office/drawing/2014/main" id="{7C7FEEB1-E02D-4CB3-9471-78DA979BF29C}"/>
              </a:ext>
            </a:extLst>
          </p:cNvPr>
          <p:cNvSpPr>
            <a:spLocks xmlns:a="http://schemas.openxmlformats.org/drawingml/2006/main" noGrp="1"/>
          </p:cNvSpPr>
          <p:nvPr/>
        </p:nvSpPr>
        <p:spPr>
          <a:xfrm xmlns:a="http://schemas.openxmlformats.org/drawingml/2006/main">
            <a:off x="4749165" y="3788766"/>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61" name="">
            <a:extLst xmlns:a="http://schemas.openxmlformats.org/drawingml/2006/main">
              <a:ext uri="{FF2B5EF4-FFF2-40B4-BE49-F238E27FC236}">
                <a16:creationId xmlns:a16="http://schemas.microsoft.com/office/drawing/2014/main" id="{07E9A39A-15A2-4BA6-AE82-8E635F85F3FC}"/>
              </a:ext>
            </a:extLst>
          </p:cNvPr>
          <p:cNvSpPr>
            <a:spLocks xmlns:a="http://schemas.openxmlformats.org/drawingml/2006/main" noGrp="1"/>
          </p:cNvSpPr>
          <p:nvPr/>
        </p:nvSpPr>
        <p:spPr>
          <a:xfrm xmlns:a="http://schemas.openxmlformats.org/drawingml/2006/main">
            <a:off x="4804410" y="3806710"/>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62" name="">
            <a:extLst xmlns:a="http://schemas.openxmlformats.org/drawingml/2006/main">
              <a:ext uri="{FF2B5EF4-FFF2-40B4-BE49-F238E27FC236}">
                <a16:creationId xmlns:a16="http://schemas.microsoft.com/office/drawing/2014/main" id="{B9879469-5AFE-4C3C-B887-1BD5DE919C31}"/>
              </a:ext>
            </a:extLst>
          </p:cNvPr>
          <p:cNvSpPr>
            <a:spLocks xmlns:a="http://schemas.openxmlformats.org/drawingml/2006/main" noGrp="1"/>
          </p:cNvSpPr>
          <p:nvPr/>
        </p:nvSpPr>
        <p:spPr>
          <a:xfrm xmlns:a="http://schemas.openxmlformats.org/drawingml/2006/main">
            <a:off x="4859655" y="3822365"/>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63" name="">
            <a:extLst xmlns:a="http://schemas.openxmlformats.org/drawingml/2006/main">
              <a:ext uri="{FF2B5EF4-FFF2-40B4-BE49-F238E27FC236}">
                <a16:creationId xmlns:a16="http://schemas.microsoft.com/office/drawing/2014/main" id="{0AAA4FE6-1B29-46D3-B62E-CD971F762CCE}"/>
              </a:ext>
            </a:extLst>
          </p:cNvPr>
          <p:cNvSpPr>
            <a:spLocks xmlns:a="http://schemas.openxmlformats.org/drawingml/2006/main" noGrp="1"/>
          </p:cNvSpPr>
          <p:nvPr/>
        </p:nvSpPr>
        <p:spPr>
          <a:xfrm xmlns:a="http://schemas.openxmlformats.org/drawingml/2006/main">
            <a:off x="4914900" y="3835931"/>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64" name="">
            <a:extLst xmlns:a="http://schemas.openxmlformats.org/drawingml/2006/main">
              <a:ext uri="{FF2B5EF4-FFF2-40B4-BE49-F238E27FC236}">
                <a16:creationId xmlns:a16="http://schemas.microsoft.com/office/drawing/2014/main" id="{E5D7D700-D536-4BE4-AE59-2D7BA39C49E8}"/>
              </a:ext>
            </a:extLst>
          </p:cNvPr>
          <p:cNvSpPr>
            <a:spLocks xmlns:a="http://schemas.openxmlformats.org/drawingml/2006/main" noGrp="1"/>
          </p:cNvSpPr>
          <p:nvPr/>
        </p:nvSpPr>
        <p:spPr>
          <a:xfrm xmlns:a="http://schemas.openxmlformats.org/drawingml/2006/main">
            <a:off x="4970145" y="3847607"/>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65" name="">
            <a:extLst xmlns:a="http://schemas.openxmlformats.org/drawingml/2006/main">
              <a:ext uri="{FF2B5EF4-FFF2-40B4-BE49-F238E27FC236}">
                <a16:creationId xmlns:a16="http://schemas.microsoft.com/office/drawing/2014/main" id="{A3D60A53-776F-44C2-A1D8-3025580425A5}"/>
              </a:ext>
            </a:extLst>
          </p:cNvPr>
          <p:cNvSpPr>
            <a:spLocks xmlns:a="http://schemas.openxmlformats.org/drawingml/2006/main" noGrp="1"/>
          </p:cNvSpPr>
          <p:nvPr/>
        </p:nvSpPr>
        <p:spPr>
          <a:xfrm xmlns:a="http://schemas.openxmlformats.org/drawingml/2006/main">
            <a:off x="5025390" y="3857589"/>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66" name="">
            <a:extLst xmlns:a="http://schemas.openxmlformats.org/drawingml/2006/main">
              <a:ext uri="{FF2B5EF4-FFF2-40B4-BE49-F238E27FC236}">
                <a16:creationId xmlns:a16="http://schemas.microsoft.com/office/drawing/2014/main" id="{101B88DE-9ECC-466F-908C-F431415FD551}"/>
              </a:ext>
            </a:extLst>
          </p:cNvPr>
          <p:cNvSpPr>
            <a:spLocks xmlns:a="http://schemas.openxmlformats.org/drawingml/2006/main" noGrp="1"/>
          </p:cNvSpPr>
          <p:nvPr/>
        </p:nvSpPr>
        <p:spPr>
          <a:xfrm xmlns:a="http://schemas.openxmlformats.org/drawingml/2006/main">
            <a:off x="5080635" y="3866068"/>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67" name="">
            <a:extLst xmlns:a="http://schemas.openxmlformats.org/drawingml/2006/main">
              <a:ext uri="{FF2B5EF4-FFF2-40B4-BE49-F238E27FC236}">
                <a16:creationId xmlns:a16="http://schemas.microsoft.com/office/drawing/2014/main" id="{BB054988-3CDC-470E-BF42-D66F3C50DA89}"/>
              </a:ext>
            </a:extLst>
          </p:cNvPr>
          <p:cNvSpPr>
            <a:spLocks xmlns:a="http://schemas.openxmlformats.org/drawingml/2006/main" noGrp="1"/>
          </p:cNvSpPr>
          <p:nvPr/>
        </p:nvSpPr>
        <p:spPr>
          <a:xfrm xmlns:a="http://schemas.openxmlformats.org/drawingml/2006/main">
            <a:off x="5135880" y="3873222"/>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68" name="">
            <a:extLst xmlns:a="http://schemas.openxmlformats.org/drawingml/2006/main">
              <a:ext uri="{FF2B5EF4-FFF2-40B4-BE49-F238E27FC236}">
                <a16:creationId xmlns:a16="http://schemas.microsoft.com/office/drawing/2014/main" id="{B2C8A728-EA88-4873-B89B-236024EF8001}"/>
              </a:ext>
            </a:extLst>
          </p:cNvPr>
          <p:cNvSpPr>
            <a:spLocks xmlns:a="http://schemas.openxmlformats.org/drawingml/2006/main" noGrp="1"/>
          </p:cNvSpPr>
          <p:nvPr/>
        </p:nvSpPr>
        <p:spPr>
          <a:xfrm xmlns:a="http://schemas.openxmlformats.org/drawingml/2006/main">
            <a:off x="5191125" y="3879219"/>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69" name="">
            <a:extLst xmlns:a="http://schemas.openxmlformats.org/drawingml/2006/main">
              <a:ext uri="{FF2B5EF4-FFF2-40B4-BE49-F238E27FC236}">
                <a16:creationId xmlns:a16="http://schemas.microsoft.com/office/drawing/2014/main" id="{C0A204ED-8AF0-407D-8031-C1B61C88DA5F}"/>
              </a:ext>
            </a:extLst>
          </p:cNvPr>
          <p:cNvSpPr>
            <a:spLocks xmlns:a="http://schemas.openxmlformats.org/drawingml/2006/main" noGrp="1"/>
          </p:cNvSpPr>
          <p:nvPr/>
        </p:nvSpPr>
        <p:spPr>
          <a:xfrm xmlns:a="http://schemas.openxmlformats.org/drawingml/2006/main">
            <a:off x="5246370" y="3884214"/>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70" name="">
            <a:extLst xmlns:a="http://schemas.openxmlformats.org/drawingml/2006/main">
              <a:ext uri="{FF2B5EF4-FFF2-40B4-BE49-F238E27FC236}">
                <a16:creationId xmlns:a16="http://schemas.microsoft.com/office/drawing/2014/main" id="{4ECAF5EB-1A7A-4E11-B3CE-DFC82EF7262C}"/>
              </a:ext>
            </a:extLst>
          </p:cNvPr>
          <p:cNvSpPr>
            <a:spLocks xmlns:a="http://schemas.openxmlformats.org/drawingml/2006/main" noGrp="1"/>
          </p:cNvSpPr>
          <p:nvPr/>
        </p:nvSpPr>
        <p:spPr>
          <a:xfrm xmlns:a="http://schemas.openxmlformats.org/drawingml/2006/main">
            <a:off x="5301615" y="3888347"/>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71" name="">
            <a:extLst xmlns:a="http://schemas.openxmlformats.org/drawingml/2006/main">
              <a:ext uri="{FF2B5EF4-FFF2-40B4-BE49-F238E27FC236}">
                <a16:creationId xmlns:a16="http://schemas.microsoft.com/office/drawing/2014/main" id="{F8FABBC5-B503-484A-BC26-C548C09A62D1}"/>
              </a:ext>
            </a:extLst>
          </p:cNvPr>
          <p:cNvSpPr>
            <a:spLocks xmlns:a="http://schemas.openxmlformats.org/drawingml/2006/main" noGrp="1"/>
          </p:cNvSpPr>
          <p:nvPr/>
        </p:nvSpPr>
        <p:spPr>
          <a:xfrm xmlns:a="http://schemas.openxmlformats.org/drawingml/2006/main">
            <a:off x="5356860" y="3891746"/>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72" name="">
            <a:extLst xmlns:a="http://schemas.openxmlformats.org/drawingml/2006/main">
              <a:ext uri="{FF2B5EF4-FFF2-40B4-BE49-F238E27FC236}">
                <a16:creationId xmlns:a16="http://schemas.microsoft.com/office/drawing/2014/main" id="{9BBB1FFD-7C7D-4D8B-9664-DA30EC0737E2}"/>
              </a:ext>
            </a:extLst>
          </p:cNvPr>
          <p:cNvSpPr>
            <a:spLocks xmlns:a="http://schemas.openxmlformats.org/drawingml/2006/main" noGrp="1"/>
          </p:cNvSpPr>
          <p:nvPr/>
        </p:nvSpPr>
        <p:spPr>
          <a:xfrm xmlns:a="http://schemas.openxmlformats.org/drawingml/2006/main">
            <a:off x="5412105" y="3894523"/>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73" name="">
            <a:extLst xmlns:a="http://schemas.openxmlformats.org/drawingml/2006/main">
              <a:ext uri="{FF2B5EF4-FFF2-40B4-BE49-F238E27FC236}">
                <a16:creationId xmlns:a16="http://schemas.microsoft.com/office/drawing/2014/main" id="{4E4A1357-B302-4720-9990-8CAA985F31BF}"/>
              </a:ext>
            </a:extLst>
          </p:cNvPr>
          <p:cNvSpPr>
            <a:spLocks xmlns:a="http://schemas.openxmlformats.org/drawingml/2006/main" noGrp="1"/>
          </p:cNvSpPr>
          <p:nvPr/>
        </p:nvSpPr>
        <p:spPr>
          <a:xfrm xmlns:a="http://schemas.openxmlformats.org/drawingml/2006/main">
            <a:off x="5467350" y="3896777"/>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74" name="">
            <a:extLst xmlns:a="http://schemas.openxmlformats.org/drawingml/2006/main">
              <a:ext uri="{FF2B5EF4-FFF2-40B4-BE49-F238E27FC236}">
                <a16:creationId xmlns:a16="http://schemas.microsoft.com/office/drawing/2014/main" id="{38057626-7537-419C-9CB6-18269C35BD50}"/>
              </a:ext>
            </a:extLst>
          </p:cNvPr>
          <p:cNvSpPr>
            <a:spLocks xmlns:a="http://schemas.openxmlformats.org/drawingml/2006/main" noGrp="1"/>
          </p:cNvSpPr>
          <p:nvPr/>
        </p:nvSpPr>
        <p:spPr>
          <a:xfrm xmlns:a="http://schemas.openxmlformats.org/drawingml/2006/main">
            <a:off x="5522595" y="3898596"/>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75" name="">
            <a:extLst xmlns:a="http://schemas.openxmlformats.org/drawingml/2006/main">
              <a:ext uri="{FF2B5EF4-FFF2-40B4-BE49-F238E27FC236}">
                <a16:creationId xmlns:a16="http://schemas.microsoft.com/office/drawing/2014/main" id="{6A3D72C1-5979-43D0-812E-E72D5F1EF9DF}"/>
              </a:ext>
            </a:extLst>
          </p:cNvPr>
          <p:cNvSpPr>
            <a:spLocks xmlns:a="http://schemas.openxmlformats.org/drawingml/2006/main" noGrp="1"/>
          </p:cNvSpPr>
          <p:nvPr/>
        </p:nvSpPr>
        <p:spPr>
          <a:xfrm xmlns:a="http://schemas.openxmlformats.org/drawingml/2006/main">
            <a:off x="5577840" y="3900054"/>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76" name="">
            <a:extLst xmlns:a="http://schemas.openxmlformats.org/drawingml/2006/main">
              <a:ext uri="{FF2B5EF4-FFF2-40B4-BE49-F238E27FC236}">
                <a16:creationId xmlns:a16="http://schemas.microsoft.com/office/drawing/2014/main" id="{C0A23393-33FC-44A9-86B5-24EC49D20E82}"/>
              </a:ext>
            </a:extLst>
          </p:cNvPr>
          <p:cNvSpPr>
            <a:spLocks xmlns:a="http://schemas.openxmlformats.org/drawingml/2006/main" noGrp="1"/>
          </p:cNvSpPr>
          <p:nvPr/>
        </p:nvSpPr>
        <p:spPr>
          <a:xfrm xmlns:a="http://schemas.openxmlformats.org/drawingml/2006/main">
            <a:off x="5633085" y="3901216"/>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77" name="">
            <a:extLst xmlns:a="http://schemas.openxmlformats.org/drawingml/2006/main">
              <a:ext uri="{FF2B5EF4-FFF2-40B4-BE49-F238E27FC236}">
                <a16:creationId xmlns:a16="http://schemas.microsoft.com/office/drawing/2014/main" id="{0A8558E5-2851-4317-A107-F07AABFBF62B}"/>
              </a:ext>
            </a:extLst>
          </p:cNvPr>
          <p:cNvSpPr>
            <a:spLocks xmlns:a="http://schemas.openxmlformats.org/drawingml/2006/main" noGrp="1"/>
          </p:cNvSpPr>
          <p:nvPr/>
        </p:nvSpPr>
        <p:spPr>
          <a:xfrm xmlns:a="http://schemas.openxmlformats.org/drawingml/2006/main">
            <a:off x="5688330" y="3902136"/>
            <a:ext cx="47625" cy="47625"/>
          </a:xfrm>
          <a:prstGeom xmlns:a="http://schemas.openxmlformats.org/drawingml/2006/main" prst="ellipse">
            <a:avLst/>
          </a:prstGeom>
          <a:solidFill xmlns:a="http://schemas.openxmlformats.org/drawingml/2006/main">
            <a:srgbClr val="7454A3"/>
          </a:solidFill>
          <a:ln xmlns:a="http://schemas.openxmlformats.org/drawingml/2006/main" w="0">
            <a:solidFill>
              <a:srgbClr val="7454A3"/>
            </a:solidFill>
            <a:prstDash val="solid"/>
          </a:ln>
        </p:spPr>
      </p:sp>
      <p:sp>
        <p:nvSpPr>
          <p:cNvPr id="178" name="text">
            <a:extLst xmlns:a="http://schemas.openxmlformats.org/drawingml/2006/main">
              <a:ext uri="{FF2B5EF4-FFF2-40B4-BE49-F238E27FC236}">
                <a16:creationId xmlns:a16="http://schemas.microsoft.com/office/drawing/2014/main" id="{83C833F1-2068-4CC3-89B0-32C4F698D5E8}"/>
              </a:ext>
            </a:extLst>
          </p:cNvPr>
          <p:cNvSpPr>
            <a:spLocks xmlns:a="http://schemas.openxmlformats.org/drawingml/2006/main" noGrp="1"/>
          </p:cNvSpPr>
          <p:nvPr/>
        </p:nvSpPr>
        <p:spPr>
          <a:xfrm xmlns:a="http://schemas.openxmlformats.org/drawingml/2006/main">
            <a:off x="4381500" y="219075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E76F51"/>
                </a:solidFill>
              </a:defRPr>
            </a:pPr>
            <a:r>
              <a:rPr sz="1200" b="1">
                <a:solidFill>
                  <a:srgbClr val="E76F51"/>
                </a:solidFill>
              </a:rPr>
              <a:t>slip-like</a:t>
            </a:r>
          </a:p>
        </p:txBody>
      </p:sp>
      <p:sp>
        <p:nvSpPr>
          <p:cNvPr id="179" name="text">
            <a:extLst xmlns:a="http://schemas.openxmlformats.org/drawingml/2006/main">
              <a:ext uri="{FF2B5EF4-FFF2-40B4-BE49-F238E27FC236}">
                <a16:creationId xmlns:a16="http://schemas.microsoft.com/office/drawing/2014/main" id="{D4DE5805-DCC3-4110-8501-ED9D6B903FBB}"/>
              </a:ext>
            </a:extLst>
          </p:cNvPr>
          <p:cNvSpPr>
            <a:spLocks xmlns:a="http://schemas.openxmlformats.org/drawingml/2006/main" noGrp="1"/>
          </p:cNvSpPr>
          <p:nvPr/>
        </p:nvSpPr>
        <p:spPr>
          <a:xfrm xmlns:a="http://schemas.openxmlformats.org/drawingml/2006/main">
            <a:off x="3333750" y="3381375"/>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7454A3"/>
                </a:solidFill>
              </a:defRPr>
            </a:pPr>
            <a:r>
              <a:rPr sz="1200" b="1">
                <a:solidFill>
                  <a:srgbClr val="7454A3"/>
                </a:solidFill>
              </a:rPr>
              <a:t>catch-slip schematic</a:t>
            </a:r>
          </a:p>
        </p:txBody>
      </p:sp>
      <p:sp>
        <p:nvSpPr>
          <p:cNvPr id="180" name="">
            <a:extLst xmlns:a="http://schemas.openxmlformats.org/drawingml/2006/main">
              <a:ext uri="{FF2B5EF4-FFF2-40B4-BE49-F238E27FC236}">
                <a16:creationId xmlns:a16="http://schemas.microsoft.com/office/drawing/2014/main" id="{A56DC165-5DFA-47C9-A3E8-5A4402C07ADA}"/>
              </a:ext>
            </a:extLst>
          </p:cNvPr>
          <p:cNvSpPr>
            <a:spLocks xmlns:a="http://schemas.openxmlformats.org/drawingml/2006/main" noGrp="1"/>
          </p:cNvSpPr>
          <p:nvPr/>
        </p:nvSpPr>
        <p:spPr>
          <a:xfrm xmlns:a="http://schemas.openxmlformats.org/drawingml/2006/main">
            <a:off x="7620000" y="2000250"/>
            <a:ext cx="1381125" cy="628650"/>
          </a:xfrm>
          <a:prstGeom xmlns:a="http://schemas.openxmlformats.org/drawingml/2006/main" prst="roundRect">
            <a:avLst>
              <a:gd name="adj" fmla="val 12121"/>
            </a:avLst>
          </a:prstGeom>
          <a:solidFill xmlns:a="http://schemas.openxmlformats.org/drawingml/2006/main">
            <a:srgbClr val="FCE7E1"/>
          </a:solidFill>
          <a:ln xmlns:a="http://schemas.openxmlformats.org/drawingml/2006/main" w="14288">
            <a:solidFill>
              <a:srgbClr val="E76F51"/>
            </a:solidFill>
            <a:prstDash val="solid"/>
          </a:ln>
        </p:spPr>
      </p:sp>
      <p:sp>
        <p:nvSpPr>
          <p:cNvPr id="181" name="text">
            <a:extLst xmlns:a="http://schemas.openxmlformats.org/drawingml/2006/main">
              <a:ext uri="{FF2B5EF4-FFF2-40B4-BE49-F238E27FC236}">
                <a16:creationId xmlns:a16="http://schemas.microsoft.com/office/drawing/2014/main" id="{46AB9506-A0FB-4618-B7D6-070818F4A595}"/>
              </a:ext>
            </a:extLst>
          </p:cNvPr>
          <p:cNvSpPr>
            <a:spLocks xmlns:a="http://schemas.openxmlformats.org/drawingml/2006/main" noGrp="1"/>
          </p:cNvSpPr>
          <p:nvPr/>
        </p:nvSpPr>
        <p:spPr>
          <a:xfrm xmlns:a="http://schemas.openxmlformats.org/drawingml/2006/main">
            <a:off x="7715250" y="2133600"/>
            <a:ext cx="1190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02A43"/>
                </a:solidFill>
              </a:defRPr>
            </a:pPr>
            <a:r>
              <a:rPr sz="1500" b="1">
                <a:solidFill>
                  <a:srgbClr val="102A43"/>
                </a:solidFill>
              </a:rPr>
              <a:t>actin</a:t>
            </a:r>
          </a:p>
        </p:txBody>
      </p:sp>
      <p:sp>
        <p:nvSpPr>
          <p:cNvPr id="182" name="">
            <a:extLst xmlns:a="http://schemas.openxmlformats.org/drawingml/2006/main">
              <a:ext uri="{FF2B5EF4-FFF2-40B4-BE49-F238E27FC236}">
                <a16:creationId xmlns:a16="http://schemas.microsoft.com/office/drawing/2014/main" id="{9FE35605-DABA-4D10-8529-E3882AFDD00F}"/>
              </a:ext>
            </a:extLst>
          </p:cNvPr>
          <p:cNvSpPr>
            <a:spLocks xmlns:a="http://schemas.openxmlformats.org/drawingml/2006/main" noGrp="1"/>
          </p:cNvSpPr>
          <p:nvPr/>
        </p:nvSpPr>
        <p:spPr>
          <a:xfrm xmlns:a="http://schemas.openxmlformats.org/drawingml/2006/main">
            <a:off x="7620000" y="3190875"/>
            <a:ext cx="1381125" cy="628650"/>
          </a:xfrm>
          <a:prstGeom xmlns:a="http://schemas.openxmlformats.org/drawingml/2006/main" prst="roundRect">
            <a:avLst>
              <a:gd name="adj" fmla="val 12121"/>
            </a:avLst>
          </a:prstGeom>
          <a:solidFill xmlns:a="http://schemas.openxmlformats.org/drawingml/2006/main">
            <a:srgbClr val="FFF5DF"/>
          </a:solidFill>
          <a:ln xmlns:a="http://schemas.openxmlformats.org/drawingml/2006/main" w="14288">
            <a:solidFill>
              <a:srgbClr val="E9C46A"/>
            </a:solidFill>
            <a:prstDash val="solid"/>
          </a:ln>
        </p:spPr>
      </p:sp>
      <p:sp>
        <p:nvSpPr>
          <p:cNvPr id="183" name="text">
            <a:extLst xmlns:a="http://schemas.openxmlformats.org/drawingml/2006/main">
              <a:ext uri="{FF2B5EF4-FFF2-40B4-BE49-F238E27FC236}">
                <a16:creationId xmlns:a16="http://schemas.microsoft.com/office/drawing/2014/main" id="{FC635516-5162-4D8E-92C8-F59C50F87193}"/>
              </a:ext>
            </a:extLst>
          </p:cNvPr>
          <p:cNvSpPr>
            <a:spLocks xmlns:a="http://schemas.openxmlformats.org/drawingml/2006/main" noGrp="1"/>
          </p:cNvSpPr>
          <p:nvPr/>
        </p:nvSpPr>
        <p:spPr>
          <a:xfrm xmlns:a="http://schemas.openxmlformats.org/drawingml/2006/main">
            <a:off x="7715250" y="3324225"/>
            <a:ext cx="1190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02A43"/>
                </a:solidFill>
              </a:defRPr>
            </a:pPr>
            <a:r>
              <a:rPr sz="1500" b="1">
                <a:solidFill>
                  <a:srgbClr val="102A43"/>
                </a:solidFill>
              </a:rPr>
              <a:t>clutch</a:t>
            </a:r>
          </a:p>
        </p:txBody>
      </p:sp>
      <p:sp>
        <p:nvSpPr>
          <p:cNvPr id="184" name="">
            <a:extLst xmlns:a="http://schemas.openxmlformats.org/drawingml/2006/main">
              <a:ext uri="{FF2B5EF4-FFF2-40B4-BE49-F238E27FC236}">
                <a16:creationId xmlns:a16="http://schemas.microsoft.com/office/drawing/2014/main" id="{6AC94C51-CB81-4E78-9DC0-A899F77AB57D}"/>
              </a:ext>
            </a:extLst>
          </p:cNvPr>
          <p:cNvSpPr>
            <a:spLocks xmlns:a="http://schemas.openxmlformats.org/drawingml/2006/main" noGrp="1"/>
          </p:cNvSpPr>
          <p:nvPr/>
        </p:nvSpPr>
        <p:spPr>
          <a:xfrm xmlns:a="http://schemas.openxmlformats.org/drawingml/2006/main">
            <a:off x="7620000" y="4381500"/>
            <a:ext cx="1381125" cy="628650"/>
          </a:xfrm>
          <a:prstGeom xmlns:a="http://schemas.openxmlformats.org/drawingml/2006/main" prst="roundRect">
            <a:avLst>
              <a:gd name="adj" fmla="val 12121"/>
            </a:avLst>
          </a:prstGeom>
          <a:solidFill xmlns:a="http://schemas.openxmlformats.org/drawingml/2006/main">
            <a:srgbClr val="E8F4F5"/>
          </a:solidFill>
          <a:ln xmlns:a="http://schemas.openxmlformats.org/drawingml/2006/main" w="14288">
            <a:solidFill>
              <a:srgbClr val="16A6B6"/>
            </a:solidFill>
            <a:prstDash val="solid"/>
          </a:ln>
        </p:spPr>
      </p:sp>
      <p:sp>
        <p:nvSpPr>
          <p:cNvPr id="185" name="text">
            <a:extLst xmlns:a="http://schemas.openxmlformats.org/drawingml/2006/main">
              <a:ext uri="{FF2B5EF4-FFF2-40B4-BE49-F238E27FC236}">
                <a16:creationId xmlns:a16="http://schemas.microsoft.com/office/drawing/2014/main" id="{2FB77F73-C6C8-43B5-BAEC-94609F6DD80B}"/>
              </a:ext>
            </a:extLst>
          </p:cNvPr>
          <p:cNvSpPr>
            <a:spLocks xmlns:a="http://schemas.openxmlformats.org/drawingml/2006/main" noGrp="1"/>
          </p:cNvSpPr>
          <p:nvPr/>
        </p:nvSpPr>
        <p:spPr>
          <a:xfrm xmlns:a="http://schemas.openxmlformats.org/drawingml/2006/main">
            <a:off x="7715250" y="4514850"/>
            <a:ext cx="1190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102A43"/>
                </a:solidFill>
              </a:defRPr>
            </a:pPr>
            <a:r>
              <a:rPr sz="1425" b="1">
                <a:solidFill>
                  <a:srgbClr val="102A43"/>
                </a:solidFill>
              </a:rPr>
              <a:t>collagen ECM</a:t>
            </a:r>
          </a:p>
        </p:txBody>
      </p:sp>
      <p:cxnSp>
        <p:nvCxnSpPr>
          <p:cNvPr id="375" name=""/>
          <p:cNvCxnSpPr/>
          <p:nvPr/>
        </p:nvCxnSpPr>
        <p:spPr>
          <a:xfrm xmlns:a="http://schemas.openxmlformats.org/drawingml/2006/main">
            <a:off x="8305800" y="2628900"/>
            <a:ext cx="9525" cy="561975"/>
          </a:xfrm>
          <a:prstGeom xmlns:a="http://schemas.openxmlformats.org/drawingml/2006/main" prst="straightConnector1">
            <a:avLst/>
          </a:prstGeom>
          <a:ln xmlns:a="http://schemas.openxmlformats.org/drawingml/2006/main" w="19050">
            <a:solidFill>
              <a:srgbClr val="B8C7D0"/>
            </a:solidFill>
            <a:prstDash val="solid"/>
          </a:ln>
        </p:spPr>
      </p:cxnSp>
      <p:cxnSp>
        <p:nvCxnSpPr>
          <p:cNvPr id="376" name=""/>
          <p:cNvCxnSpPr/>
          <p:nvPr/>
        </p:nvCxnSpPr>
        <p:spPr>
          <a:xfrm xmlns:a="http://schemas.openxmlformats.org/drawingml/2006/main">
            <a:off x="8305800" y="3819525"/>
            <a:ext cx="9525" cy="561975"/>
          </a:xfrm>
          <a:prstGeom xmlns:a="http://schemas.openxmlformats.org/drawingml/2006/main" prst="straightConnector1">
            <a:avLst/>
          </a:prstGeom>
          <a:ln xmlns:a="http://schemas.openxmlformats.org/drawingml/2006/main" w="19050">
            <a:solidFill>
              <a:srgbClr val="B8C7D0"/>
            </a:solidFill>
            <a:prstDash val="solid"/>
          </a:ln>
        </p:spPr>
      </p:cxnSp>
      <p:sp>
        <p:nvSpPr>
          <p:cNvPr id="188" name="">
            <a:extLst xmlns:a="http://schemas.openxmlformats.org/drawingml/2006/main">
              <a:ext uri="{FF2B5EF4-FFF2-40B4-BE49-F238E27FC236}">
                <a16:creationId xmlns:a16="http://schemas.microsoft.com/office/drawing/2014/main" id="{7E8998F8-6719-468E-81E1-73E48D969C35}"/>
              </a:ext>
            </a:extLst>
          </p:cNvPr>
          <p:cNvSpPr>
            <a:spLocks xmlns:a="http://schemas.openxmlformats.org/drawingml/2006/main" noGrp="1"/>
          </p:cNvSpPr>
          <p:nvPr/>
        </p:nvSpPr>
        <p:spPr>
          <a:xfrm xmlns:a="http://schemas.openxmlformats.org/drawingml/2006/main">
            <a:off x="809625" y="5381625"/>
            <a:ext cx="10572750" cy="714375"/>
          </a:xfrm>
          <a:prstGeom xmlns:a="http://schemas.openxmlformats.org/drawingml/2006/main" prst="roundRect">
            <a:avLst>
              <a:gd name="adj" fmla="val 10667"/>
            </a:avLst>
          </a:prstGeom>
          <a:solidFill xmlns:a="http://schemas.openxmlformats.org/drawingml/2006/main">
            <a:srgbClr val="E8F4F5"/>
          </a:solidFill>
          <a:ln xmlns:a="http://schemas.openxmlformats.org/drawingml/2006/main" w="0">
            <a:noFill/>
            <a:prstDash val="solid"/>
          </a:ln>
        </p:spPr>
      </p:sp>
      <p:sp>
        <p:nvSpPr>
          <p:cNvPr id="189" name="text">
            <a:extLst xmlns:a="http://schemas.openxmlformats.org/drawingml/2006/main">
              <a:ext uri="{FF2B5EF4-FFF2-40B4-BE49-F238E27FC236}">
                <a16:creationId xmlns:a16="http://schemas.microsoft.com/office/drawing/2014/main" id="{289A6749-B0DD-4DB3-B11C-F05C6FC8B6A9}"/>
              </a:ext>
            </a:extLst>
          </p:cNvPr>
          <p:cNvSpPr>
            <a:spLocks xmlns:a="http://schemas.openxmlformats.org/drawingml/2006/main" noGrp="1"/>
          </p:cNvSpPr>
          <p:nvPr/>
        </p:nvSpPr>
        <p:spPr>
          <a:xfrm xmlns:a="http://schemas.openxmlformats.org/drawingml/2006/main">
            <a:off x="1019175" y="5562600"/>
            <a:ext cx="10153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102A43"/>
                </a:solidFill>
              </a:defRPr>
            </a:pPr>
            <a:r>
              <a:rPr sz="1875" b="1">
                <a:solidFill>
                  <a:srgbClr val="102A43"/>
                </a:solidFill>
              </a:rPr>
              <a:t>koff(F) = koff,0 exp(F xb / kBT)  (one representative slip-bond form)</a:t>
            </a:r>
          </a:p>
        </p:txBody>
      </p:sp>
    </p:spTree>
    <p:extLst>
      <p:ext uri="{BB962C8B-B14F-4D97-AF65-F5344CB8AC3E}">
        <p14:creationId xmlns:p14="http://schemas.microsoft.com/office/powerpoint/2010/main" val="96109984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ext">
            <a:extLst xmlns:a="http://schemas.openxmlformats.org/drawingml/2006/main">
              <a:ext uri="{FF2B5EF4-FFF2-40B4-BE49-F238E27FC236}">
                <a16:creationId xmlns:a16="http://schemas.microsoft.com/office/drawing/2014/main" id="{1278DE6C-7A78-48DB-93AB-C22CAF145135}"/>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TRANSACTION</a:t>
            </a:r>
          </a:p>
        </p:txBody>
      </p:sp>
      <p:sp>
        <p:nvSpPr>
          <p:cNvPr id="2" name="text">
            <a:extLst xmlns:a="http://schemas.openxmlformats.org/drawingml/2006/main">
              <a:ext uri="{FF2B5EF4-FFF2-40B4-BE49-F238E27FC236}">
                <a16:creationId xmlns:a16="http://schemas.microsoft.com/office/drawing/2014/main" id="{3CC5CB8E-8722-42CD-9FD9-28D0F7F04A1A}"/>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0F14"/>
                </a:solidFill>
              </a:defRPr>
            </a:pPr>
            <a:r>
              <a:rPr sz="2850" b="1">
                <a:solidFill>
                  <a:srgbClr val="0B0F14"/>
                </a:solidFill>
              </a:rPr>
              <a:t>The accepted-step transaction is a physics contract, not bookkeeping</a:t>
            </a:r>
          </a:p>
        </p:txBody>
      </p:sp>
      <p:cxnSp>
        <p:nvCxnSpPr>
          <p:cNvPr id="24"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AABF55D1-CCF9-4E89-B16E-406D91C334D9}"/>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18</a:t>
            </a:r>
          </a:p>
        </p:txBody>
      </p:sp>
      <p:sp>
        <p:nvSpPr>
          <p:cNvPr id="5" name="text">
            <a:extLst xmlns:a="http://schemas.openxmlformats.org/drawingml/2006/main">
              <a:ext uri="{FF2B5EF4-FFF2-40B4-BE49-F238E27FC236}">
                <a16:creationId xmlns:a16="http://schemas.microsoft.com/office/drawing/2014/main" id="{D14C862A-ABD0-4037-B02E-299B2EEA0902}"/>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sp>
        <p:nvSpPr>
          <p:cNvPr id="6" name="">
            <a:extLst xmlns:a="http://schemas.openxmlformats.org/drawingml/2006/main">
              <a:ext uri="{FF2B5EF4-FFF2-40B4-BE49-F238E27FC236}">
                <a16:creationId xmlns:a16="http://schemas.microsoft.com/office/drawing/2014/main" id="{B1D3C3F8-1B70-49B6-ABC0-4994767802E6}"/>
              </a:ext>
            </a:extLst>
          </p:cNvPr>
          <p:cNvSpPr>
            <a:spLocks xmlns:a="http://schemas.openxmlformats.org/drawingml/2006/main" noGrp="1"/>
          </p:cNvSpPr>
          <p:nvPr/>
        </p:nvSpPr>
        <p:spPr>
          <a:xfrm xmlns:a="http://schemas.openxmlformats.org/drawingml/2006/main">
            <a:off x="619125" y="2333625"/>
            <a:ext cx="1762125" cy="1047750"/>
          </a:xfrm>
          <a:prstGeom xmlns:a="http://schemas.openxmlformats.org/drawingml/2006/main" prst="roundRect">
            <a:avLst>
              <a:gd name="adj" fmla="val 7273"/>
            </a:avLst>
          </a:prstGeom>
          <a:solidFill xmlns:a="http://schemas.openxmlformats.org/drawingml/2006/main">
            <a:srgbClr val="EEF4F7"/>
          </a:solidFill>
          <a:ln xmlns:a="http://schemas.openxmlformats.org/drawingml/2006/main" w="14288">
            <a:solidFill>
              <a:srgbClr val="16A6B6"/>
            </a:solidFill>
            <a:prstDash val="solid"/>
          </a:ln>
        </p:spPr>
      </p:sp>
      <p:sp>
        <p:nvSpPr>
          <p:cNvPr id="7" name="text">
            <a:extLst xmlns:a="http://schemas.openxmlformats.org/drawingml/2006/main">
              <a:ext uri="{FF2B5EF4-FFF2-40B4-BE49-F238E27FC236}">
                <a16:creationId xmlns:a16="http://schemas.microsoft.com/office/drawing/2014/main" id="{49C225D4-71DE-4AC7-BFFB-F9496744F58A}"/>
              </a:ext>
            </a:extLst>
          </p:cNvPr>
          <p:cNvSpPr>
            <a:spLocks xmlns:a="http://schemas.openxmlformats.org/drawingml/2006/main" noGrp="1"/>
          </p:cNvSpPr>
          <p:nvPr/>
        </p:nvSpPr>
        <p:spPr>
          <a:xfrm xmlns:a="http://schemas.openxmlformats.org/drawingml/2006/main">
            <a:off x="752475" y="2638425"/>
            <a:ext cx="14954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02A43"/>
                </a:solidFill>
              </a:defRPr>
            </a:pPr>
            <a:r>
              <a:rPr sz="1500" b="1">
                <a:solidFill>
                  <a:srgbClr val="102A43"/>
                </a:solidFill>
              </a:rPr>
              <a:t>snapshot</a:t>
            </a:r>
          </a:p>
          <a:p xmlns:a="http://schemas.openxmlformats.org/drawingml/2006/main">
            <a:pPr algn="ctr">
              <a:defRPr sz="1500" b="1">
                <a:solidFill>
                  <a:srgbClr val="102A43"/>
                </a:solidFill>
              </a:defRPr>
            </a:pPr>
            <a:r>
              <a:rPr sz="1500" b="1">
                <a:solidFill>
                  <a:srgbClr val="102A43"/>
                </a:solidFill>
              </a:rPr>
              <a:t>all participants</a:t>
            </a:r>
          </a:p>
        </p:txBody>
      </p:sp>
      <p:cxnSp>
        <p:nvCxnSpPr>
          <p:cNvPr id="29" name=""/>
          <p:cNvCxnSpPr/>
          <p:nvPr/>
        </p:nvCxnSpPr>
        <p:spPr>
          <a:xfrm xmlns:a="http://schemas.openxmlformats.org/drawingml/2006/main">
            <a:off x="2381250" y="2857500"/>
            <a:ext cx="476250" cy="9525"/>
          </a:xfrm>
          <a:prstGeom xmlns:a="http://schemas.openxmlformats.org/drawingml/2006/main" prst="straightConnector1">
            <a:avLst/>
          </a:prstGeom>
          <a:ln xmlns:a="http://schemas.openxmlformats.org/drawingml/2006/main" w="28575">
            <a:solidFill>
              <a:srgbClr val="B8C7D0"/>
            </a:solidFill>
            <a:prstDash val="solid"/>
          </a:ln>
        </p:spPr>
      </p:cxnSp>
      <p:sp>
        <p:nvSpPr>
          <p:cNvPr id="9" name="">
            <a:extLst xmlns:a="http://schemas.openxmlformats.org/drawingml/2006/main">
              <a:ext uri="{FF2B5EF4-FFF2-40B4-BE49-F238E27FC236}">
                <a16:creationId xmlns:a16="http://schemas.microsoft.com/office/drawing/2014/main" id="{22244E2C-159D-434E-99CD-02598FB08F6B}"/>
              </a:ext>
            </a:extLst>
          </p:cNvPr>
          <p:cNvSpPr>
            <a:spLocks xmlns:a="http://schemas.openxmlformats.org/drawingml/2006/main" noGrp="1"/>
          </p:cNvSpPr>
          <p:nvPr/>
        </p:nvSpPr>
        <p:spPr>
          <a:xfrm xmlns:a="http://schemas.openxmlformats.org/drawingml/2006/main">
            <a:off x="2857500" y="2333625"/>
            <a:ext cx="1762125" cy="1047750"/>
          </a:xfrm>
          <a:prstGeom xmlns:a="http://schemas.openxmlformats.org/drawingml/2006/main" prst="roundRect">
            <a:avLst>
              <a:gd name="adj" fmla="val 7273"/>
            </a:avLst>
          </a:prstGeom>
          <a:solidFill xmlns:a="http://schemas.openxmlformats.org/drawingml/2006/main">
            <a:srgbClr val="EEF4F7"/>
          </a:solidFill>
          <a:ln xmlns:a="http://schemas.openxmlformats.org/drawingml/2006/main" w="14288">
            <a:solidFill>
              <a:srgbClr val="16A6B6"/>
            </a:solidFill>
            <a:prstDash val="solid"/>
          </a:ln>
        </p:spPr>
      </p:sp>
      <p:sp>
        <p:nvSpPr>
          <p:cNvPr id="10" name="text">
            <a:extLst xmlns:a="http://schemas.openxmlformats.org/drawingml/2006/main">
              <a:ext uri="{FF2B5EF4-FFF2-40B4-BE49-F238E27FC236}">
                <a16:creationId xmlns:a16="http://schemas.microsoft.com/office/drawing/2014/main" id="{9CBB53D3-4316-41DE-8CA3-9BF81AB82C9F}"/>
              </a:ext>
            </a:extLst>
          </p:cNvPr>
          <p:cNvSpPr>
            <a:spLocks xmlns:a="http://schemas.openxmlformats.org/drawingml/2006/main" noGrp="1"/>
          </p:cNvSpPr>
          <p:nvPr/>
        </p:nvSpPr>
        <p:spPr>
          <a:xfrm xmlns:a="http://schemas.openxmlformats.org/drawingml/2006/main">
            <a:off x="2990850" y="2638425"/>
            <a:ext cx="14954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02A43"/>
                </a:solidFill>
              </a:defRPr>
            </a:pPr>
            <a:r>
              <a:rPr sz="1500" b="1">
                <a:solidFill>
                  <a:srgbClr val="102A43"/>
                </a:solidFill>
              </a:rPr>
              <a:t>candidate forces</a:t>
            </a:r>
          </a:p>
          <a:p xmlns:a="http://schemas.openxmlformats.org/drawingml/2006/main">
            <a:pPr algn="ctr">
              <a:defRPr sz="1500" b="1">
                <a:solidFill>
                  <a:srgbClr val="102A43"/>
                </a:solidFill>
              </a:defRPr>
            </a:pPr>
            <a:r>
              <a:rPr sz="1500" b="1">
                <a:solidFill>
                  <a:srgbClr val="102A43"/>
                </a:solidFill>
              </a:rPr>
              <a:t>+ field update</a:t>
            </a:r>
          </a:p>
        </p:txBody>
      </p:sp>
      <p:cxnSp>
        <p:nvCxnSpPr>
          <p:cNvPr id="32" name=""/>
          <p:cNvCxnSpPr/>
          <p:nvPr/>
        </p:nvCxnSpPr>
        <p:spPr>
          <a:xfrm xmlns:a="http://schemas.openxmlformats.org/drawingml/2006/main">
            <a:off x="4619625" y="2857500"/>
            <a:ext cx="476250" cy="9525"/>
          </a:xfrm>
          <a:prstGeom xmlns:a="http://schemas.openxmlformats.org/drawingml/2006/main" prst="straightConnector1">
            <a:avLst/>
          </a:prstGeom>
          <a:ln xmlns:a="http://schemas.openxmlformats.org/drawingml/2006/main" w="28575">
            <a:solidFill>
              <a:srgbClr val="B8C7D0"/>
            </a:solidFill>
            <a:prstDash val="solid"/>
          </a:ln>
        </p:spPr>
      </p:cxnSp>
      <p:sp>
        <p:nvSpPr>
          <p:cNvPr id="12" name="">
            <a:extLst xmlns:a="http://schemas.openxmlformats.org/drawingml/2006/main">
              <a:ext uri="{FF2B5EF4-FFF2-40B4-BE49-F238E27FC236}">
                <a16:creationId xmlns:a16="http://schemas.microsoft.com/office/drawing/2014/main" id="{FAD78892-30C7-4994-9439-022650A072A8}"/>
              </a:ext>
            </a:extLst>
          </p:cNvPr>
          <p:cNvSpPr>
            <a:spLocks xmlns:a="http://schemas.openxmlformats.org/drawingml/2006/main" noGrp="1"/>
          </p:cNvSpPr>
          <p:nvPr/>
        </p:nvSpPr>
        <p:spPr>
          <a:xfrm xmlns:a="http://schemas.openxmlformats.org/drawingml/2006/main">
            <a:off x="5095875" y="2333625"/>
            <a:ext cx="1762125" cy="1047750"/>
          </a:xfrm>
          <a:prstGeom xmlns:a="http://schemas.openxmlformats.org/drawingml/2006/main" prst="roundRect">
            <a:avLst>
              <a:gd name="adj" fmla="val 7273"/>
            </a:avLst>
          </a:prstGeom>
          <a:solidFill xmlns:a="http://schemas.openxmlformats.org/drawingml/2006/main">
            <a:srgbClr val="EEF4F7"/>
          </a:solidFill>
          <a:ln xmlns:a="http://schemas.openxmlformats.org/drawingml/2006/main" w="14288">
            <a:solidFill>
              <a:srgbClr val="16A6B6"/>
            </a:solidFill>
            <a:prstDash val="solid"/>
          </a:ln>
        </p:spPr>
      </p:sp>
      <p:sp>
        <p:nvSpPr>
          <p:cNvPr id="13" name="text">
            <a:extLst xmlns:a="http://schemas.openxmlformats.org/drawingml/2006/main">
              <a:ext uri="{FF2B5EF4-FFF2-40B4-BE49-F238E27FC236}">
                <a16:creationId xmlns:a16="http://schemas.microsoft.com/office/drawing/2014/main" id="{C9FE1ED8-F828-453C-9B95-AAB8119F3B21}"/>
              </a:ext>
            </a:extLst>
          </p:cNvPr>
          <p:cNvSpPr>
            <a:spLocks xmlns:a="http://schemas.openxmlformats.org/drawingml/2006/main" noGrp="1"/>
          </p:cNvSpPr>
          <p:nvPr/>
        </p:nvSpPr>
        <p:spPr>
          <a:xfrm xmlns:a="http://schemas.openxmlformats.org/drawingml/2006/main">
            <a:off x="5229225" y="2638425"/>
            <a:ext cx="14954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02A43"/>
                </a:solidFill>
              </a:defRPr>
            </a:pPr>
            <a:r>
              <a:rPr sz="1500" b="1">
                <a:solidFill>
                  <a:srgbClr val="102A43"/>
                </a:solidFill>
              </a:rPr>
              <a:t>candidate KMC</a:t>
            </a:r>
          </a:p>
          <a:p xmlns:a="http://schemas.openxmlformats.org/drawingml/2006/main">
            <a:pPr algn="ctr">
              <a:defRPr sz="1500" b="1">
                <a:solidFill>
                  <a:srgbClr val="102A43"/>
                </a:solidFill>
              </a:defRPr>
            </a:pPr>
            <a:r>
              <a:rPr sz="1500" b="1">
                <a:solidFill>
                  <a:srgbClr val="102A43"/>
                </a:solidFill>
              </a:rPr>
              <a:t>+ topology</a:t>
            </a:r>
          </a:p>
        </p:txBody>
      </p:sp>
      <p:cxnSp>
        <p:nvCxnSpPr>
          <p:cNvPr id="35" name=""/>
          <p:cNvCxnSpPr/>
          <p:nvPr/>
        </p:nvCxnSpPr>
        <p:spPr>
          <a:xfrm xmlns:a="http://schemas.openxmlformats.org/drawingml/2006/main">
            <a:off x="6858000" y="2857500"/>
            <a:ext cx="476250" cy="9525"/>
          </a:xfrm>
          <a:prstGeom xmlns:a="http://schemas.openxmlformats.org/drawingml/2006/main" prst="straightConnector1">
            <a:avLst/>
          </a:prstGeom>
          <a:ln xmlns:a="http://schemas.openxmlformats.org/drawingml/2006/main" w="28575">
            <a:solidFill>
              <a:srgbClr val="B8C7D0"/>
            </a:solidFill>
            <a:prstDash val="solid"/>
          </a:ln>
        </p:spPr>
      </p:cxnSp>
      <p:sp>
        <p:nvSpPr>
          <p:cNvPr id="15" name="">
            <a:extLst xmlns:a="http://schemas.openxmlformats.org/drawingml/2006/main">
              <a:ext uri="{FF2B5EF4-FFF2-40B4-BE49-F238E27FC236}">
                <a16:creationId xmlns:a16="http://schemas.microsoft.com/office/drawing/2014/main" id="{00D25932-710E-4EA7-BBD7-C9315CC6B559}"/>
              </a:ext>
            </a:extLst>
          </p:cNvPr>
          <p:cNvSpPr>
            <a:spLocks xmlns:a="http://schemas.openxmlformats.org/drawingml/2006/main" noGrp="1"/>
          </p:cNvSpPr>
          <p:nvPr/>
        </p:nvSpPr>
        <p:spPr>
          <a:xfrm xmlns:a="http://schemas.openxmlformats.org/drawingml/2006/main">
            <a:off x="7334250" y="2333625"/>
            <a:ext cx="1762125" cy="1047750"/>
          </a:xfrm>
          <a:prstGeom xmlns:a="http://schemas.openxmlformats.org/drawingml/2006/main" prst="roundRect">
            <a:avLst>
              <a:gd name="adj" fmla="val 7273"/>
            </a:avLst>
          </a:prstGeom>
          <a:solidFill xmlns:a="http://schemas.openxmlformats.org/drawingml/2006/main">
            <a:srgbClr val="FFF5DF"/>
          </a:solidFill>
          <a:ln xmlns:a="http://schemas.openxmlformats.org/drawingml/2006/main" w="14288">
            <a:solidFill>
              <a:srgbClr val="E9C46A"/>
            </a:solidFill>
            <a:prstDash val="solid"/>
          </a:ln>
        </p:spPr>
      </p:sp>
      <p:sp>
        <p:nvSpPr>
          <p:cNvPr id="16" name="text">
            <a:extLst xmlns:a="http://schemas.openxmlformats.org/drawingml/2006/main">
              <a:ext uri="{FF2B5EF4-FFF2-40B4-BE49-F238E27FC236}">
                <a16:creationId xmlns:a16="http://schemas.microsoft.com/office/drawing/2014/main" id="{6401D971-82DA-47EA-869B-3C43282B0CE4}"/>
              </a:ext>
            </a:extLst>
          </p:cNvPr>
          <p:cNvSpPr>
            <a:spLocks xmlns:a="http://schemas.openxmlformats.org/drawingml/2006/main" noGrp="1"/>
          </p:cNvSpPr>
          <p:nvPr/>
        </p:nvSpPr>
        <p:spPr>
          <a:xfrm xmlns:a="http://schemas.openxmlformats.org/drawingml/2006/main">
            <a:off x="7467600" y="2638425"/>
            <a:ext cx="14954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02A43"/>
                </a:solidFill>
              </a:defRPr>
            </a:pPr>
            <a:r>
              <a:rPr sz="1500" b="1">
                <a:solidFill>
                  <a:srgbClr val="102A43"/>
                </a:solidFill>
              </a:rPr>
              <a:t>predicate</a:t>
            </a:r>
          </a:p>
        </p:txBody>
      </p:sp>
      <p:cxnSp>
        <p:nvCxnSpPr>
          <p:cNvPr id="38" name=""/>
          <p:cNvCxnSpPr/>
          <p:nvPr/>
        </p:nvCxnSpPr>
        <p:spPr>
          <a:xfrm xmlns:a="http://schemas.openxmlformats.org/drawingml/2006/main">
            <a:off x="9096375" y="2857500"/>
            <a:ext cx="476250" cy="9525"/>
          </a:xfrm>
          <a:prstGeom xmlns:a="http://schemas.openxmlformats.org/drawingml/2006/main" prst="straightConnector1">
            <a:avLst/>
          </a:prstGeom>
          <a:ln xmlns:a="http://schemas.openxmlformats.org/drawingml/2006/main" w="28575">
            <a:solidFill>
              <a:srgbClr val="B8C7D0"/>
            </a:solidFill>
            <a:prstDash val="solid"/>
          </a:ln>
        </p:spPr>
      </p:cxnSp>
      <p:sp>
        <p:nvSpPr>
          <p:cNvPr id="18" name="">
            <a:extLst xmlns:a="http://schemas.openxmlformats.org/drawingml/2006/main">
              <a:ext uri="{FF2B5EF4-FFF2-40B4-BE49-F238E27FC236}">
                <a16:creationId xmlns:a16="http://schemas.microsoft.com/office/drawing/2014/main" id="{730DA630-6191-4A73-8E59-76962225EFD1}"/>
              </a:ext>
            </a:extLst>
          </p:cNvPr>
          <p:cNvSpPr>
            <a:spLocks xmlns:a="http://schemas.openxmlformats.org/drawingml/2006/main" noGrp="1"/>
          </p:cNvSpPr>
          <p:nvPr/>
        </p:nvSpPr>
        <p:spPr>
          <a:xfrm xmlns:a="http://schemas.openxmlformats.org/drawingml/2006/main">
            <a:off x="9572625" y="2333625"/>
            <a:ext cx="1762125" cy="1047750"/>
          </a:xfrm>
          <a:prstGeom xmlns:a="http://schemas.openxmlformats.org/drawingml/2006/main" prst="roundRect">
            <a:avLst>
              <a:gd name="adj" fmla="val 7273"/>
            </a:avLst>
          </a:prstGeom>
          <a:solidFill xmlns:a="http://schemas.openxmlformats.org/drawingml/2006/main">
            <a:srgbClr val="EEF4F7"/>
          </a:solidFill>
          <a:ln xmlns:a="http://schemas.openxmlformats.org/drawingml/2006/main" w="14288">
            <a:solidFill>
              <a:srgbClr val="16A6B6"/>
            </a:solidFill>
            <a:prstDash val="solid"/>
          </a:ln>
        </p:spPr>
      </p:sp>
      <p:sp>
        <p:nvSpPr>
          <p:cNvPr id="19" name="text">
            <a:extLst xmlns:a="http://schemas.openxmlformats.org/drawingml/2006/main">
              <a:ext uri="{FF2B5EF4-FFF2-40B4-BE49-F238E27FC236}">
                <a16:creationId xmlns:a16="http://schemas.microsoft.com/office/drawing/2014/main" id="{79547413-FB51-4EBF-81EE-283D5F636F98}"/>
              </a:ext>
            </a:extLst>
          </p:cNvPr>
          <p:cNvSpPr>
            <a:spLocks xmlns:a="http://schemas.openxmlformats.org/drawingml/2006/main" noGrp="1"/>
          </p:cNvSpPr>
          <p:nvPr/>
        </p:nvSpPr>
        <p:spPr>
          <a:xfrm xmlns:a="http://schemas.openxmlformats.org/drawingml/2006/main">
            <a:off x="9705975" y="2638425"/>
            <a:ext cx="14954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02A43"/>
                </a:solidFill>
              </a:defRPr>
            </a:pPr>
            <a:r>
              <a:rPr sz="1500" b="1">
                <a:solidFill>
                  <a:srgbClr val="102A43"/>
                </a:solidFill>
              </a:rPr>
              <a:t>commit</a:t>
            </a:r>
          </a:p>
          <a:p xmlns:a="http://schemas.openxmlformats.org/drawingml/2006/main">
            <a:pPr algn="ctr">
              <a:defRPr sz="1500" b="1">
                <a:solidFill>
                  <a:srgbClr val="102A43"/>
                </a:solidFill>
              </a:defRPr>
            </a:pPr>
            <a:r>
              <a:rPr sz="1500" b="1">
                <a:solidFill>
                  <a:srgbClr val="102A43"/>
                </a:solidFill>
              </a:rPr>
              <a:t>OR bit-restore</a:t>
            </a:r>
          </a:p>
        </p:txBody>
      </p:sp>
      <p:sp>
        <p:nvSpPr>
          <p:cNvPr id="20" name="text">
            <a:extLst xmlns:a="http://schemas.openxmlformats.org/drawingml/2006/main">
              <a:ext uri="{FF2B5EF4-FFF2-40B4-BE49-F238E27FC236}">
                <a16:creationId xmlns:a16="http://schemas.microsoft.com/office/drawing/2014/main" id="{41617A36-6BF3-4F0C-AF5C-5DA6F2E6588E}"/>
              </a:ext>
            </a:extLst>
          </p:cNvPr>
          <p:cNvSpPr>
            <a:spLocks xmlns:a="http://schemas.openxmlformats.org/drawingml/2006/main" noGrp="1"/>
          </p:cNvSpPr>
          <p:nvPr/>
        </p:nvSpPr>
        <p:spPr>
          <a:xfrm xmlns:a="http://schemas.openxmlformats.org/drawingml/2006/main">
            <a:off x="876300" y="4238625"/>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025" b="1">
                <a:solidFill>
                  <a:srgbClr val="9B1C1C"/>
                </a:solidFill>
              </a:defRPr>
            </a:pPr>
            <a:r>
              <a:rPr sz="2025" b="1">
                <a:solidFill>
                  <a:srgbClr val="9B1C1C"/>
                </a:solidFill>
              </a:rPr>
              <a:t>Reject ⇒ restore geometry, fields, connector state, actuator epochs, event state, ledgers, and time.</a:t>
            </a:r>
          </a:p>
        </p:txBody>
      </p:sp>
      <p:sp>
        <p:nvSpPr>
          <p:cNvPr id="21" name="text">
            <a:extLst xmlns:a="http://schemas.openxmlformats.org/drawingml/2006/main">
              <a:ext uri="{FF2B5EF4-FFF2-40B4-BE49-F238E27FC236}">
                <a16:creationId xmlns:a16="http://schemas.microsoft.com/office/drawing/2014/main" id="{A0E02ACF-D523-429A-BF46-B1E0DE56FB8F}"/>
              </a:ext>
            </a:extLst>
          </p:cNvPr>
          <p:cNvSpPr>
            <a:spLocks xmlns:a="http://schemas.openxmlformats.org/drawingml/2006/main" noGrp="1"/>
          </p:cNvSpPr>
          <p:nvPr/>
        </p:nvSpPr>
        <p:spPr>
          <a:xfrm xmlns:a="http://schemas.openxmlformats.org/drawingml/2006/main">
            <a:off x="971550" y="49530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0">
                <a:solidFill>
                  <a:srgbClr val="52616B"/>
                </a:solidFill>
              </a:defRPr>
            </a:pPr>
            <a:r>
              <a:rPr sz="1650" b="0">
                <a:solidFill>
                  <a:srgbClr val="52616B"/>
                </a:solidFill>
              </a:rPr>
              <a:t>The cell has one accepted physical history—not a patchwork assembled from failed candidates.</a:t>
            </a:r>
          </a:p>
        </p:txBody>
      </p:sp>
    </p:spTree>
    <p:extLst>
      <p:ext uri="{BB962C8B-B14F-4D97-AF65-F5344CB8AC3E}">
        <p14:creationId xmlns:p14="http://schemas.microsoft.com/office/powerpoint/2010/main" val="58616016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text">
            <a:extLst xmlns:a="http://schemas.openxmlformats.org/drawingml/2006/main">
              <a:ext uri="{FF2B5EF4-FFF2-40B4-BE49-F238E27FC236}">
                <a16:creationId xmlns:a16="http://schemas.microsoft.com/office/drawing/2014/main" id="{4F0A34D4-0AAD-4986-A734-9D49C371F0E9}"/>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CANONICAL ENGINE</a:t>
            </a:r>
          </a:p>
        </p:txBody>
      </p:sp>
      <p:sp>
        <p:nvSpPr>
          <p:cNvPr id="2" name="text">
            <a:extLst xmlns:a="http://schemas.openxmlformats.org/drawingml/2006/main">
              <a:ext uri="{FF2B5EF4-FFF2-40B4-BE49-F238E27FC236}">
                <a16:creationId xmlns:a16="http://schemas.microsoft.com/office/drawing/2014/main" id="{9D4D73DE-34EE-4DBC-ABAA-F7D5211AC1FF}"/>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a:solidFill>
                  <a:srgbClr val="0B0F14"/>
                </a:solidFill>
              </a:defRPr>
            </a:pPr>
            <a:r>
              <a:rPr sz="2400" b="1">
                <a:solidFill>
                  <a:srgbClr val="0B0F14"/>
                </a:solidFill>
              </a:rPr>
              <a:t>The engine composes laws into owned components and connectors</a:t>
            </a:r>
          </a:p>
        </p:txBody>
      </p:sp>
      <p:cxnSp>
        <p:nvCxnSpPr>
          <p:cNvPr id="31"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CB820C5A-EB38-4E24-A55E-3CD2A178E5E3}"/>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19</a:t>
            </a:r>
          </a:p>
        </p:txBody>
      </p:sp>
      <p:sp>
        <p:nvSpPr>
          <p:cNvPr id="5" name="text">
            <a:extLst xmlns:a="http://schemas.openxmlformats.org/drawingml/2006/main">
              <a:ext uri="{FF2B5EF4-FFF2-40B4-BE49-F238E27FC236}">
                <a16:creationId xmlns:a16="http://schemas.microsoft.com/office/drawing/2014/main" id="{785A5DD2-119A-4E4A-B28E-77B5B06FDDAD}"/>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cxnSp>
        <p:nvCxnSpPr>
          <p:cNvPr id="34" name=""/>
          <p:cNvCxnSpPr/>
          <p:nvPr/>
        </p:nvCxnSpPr>
        <p:spPr>
          <a:xfrm xmlns:a="http://schemas.openxmlformats.org/drawingml/2006/main">
            <a:off x="2190750" y="2066925"/>
            <a:ext cx="2571750" cy="619125"/>
          </a:xfrm>
          <a:prstGeom xmlns:a="http://schemas.openxmlformats.org/drawingml/2006/main" prst="straightConnector1">
            <a:avLst/>
          </a:prstGeom>
          <a:ln xmlns:a="http://schemas.openxmlformats.org/drawingml/2006/main" w="28575">
            <a:solidFill>
              <a:srgbClr val="B8C7D0"/>
            </a:solidFill>
            <a:prstDash val="solid"/>
          </a:ln>
        </p:spPr>
      </p:cxnSp>
      <p:cxnSp>
        <p:nvCxnSpPr>
          <p:cNvPr id="35" name=""/>
          <p:cNvCxnSpPr/>
          <p:nvPr/>
        </p:nvCxnSpPr>
        <p:spPr>
          <a:xfrm xmlns:a="http://schemas.openxmlformats.org/drawingml/2006/main">
            <a:off x="4762500" y="2066925"/>
            <a:ext cx="2857500" cy="9525"/>
          </a:xfrm>
          <a:prstGeom xmlns:a="http://schemas.openxmlformats.org/drawingml/2006/main" prst="straightConnector1">
            <a:avLst/>
          </a:prstGeom>
          <a:ln xmlns:a="http://schemas.openxmlformats.org/drawingml/2006/main" w="28575">
            <a:solidFill>
              <a:srgbClr val="B8C7D0"/>
            </a:solidFill>
            <a:prstDash val="solid"/>
          </a:ln>
        </p:spPr>
      </p:cxnSp>
      <p:cxnSp>
        <p:nvCxnSpPr>
          <p:cNvPr id="36" name=""/>
          <p:cNvCxnSpPr/>
          <p:nvPr/>
        </p:nvCxnSpPr>
        <p:spPr>
          <a:xfrm xmlns:a="http://schemas.openxmlformats.org/drawingml/2006/main">
            <a:off x="7620000" y="2066925"/>
            <a:ext cx="2857500" cy="619125"/>
          </a:xfrm>
          <a:prstGeom xmlns:a="http://schemas.openxmlformats.org/drawingml/2006/main" prst="straightConnector1">
            <a:avLst/>
          </a:prstGeom>
          <a:ln xmlns:a="http://schemas.openxmlformats.org/drawingml/2006/main" w="28575">
            <a:solidFill>
              <a:srgbClr val="B8C7D0"/>
            </a:solidFill>
            <a:prstDash val="solid"/>
          </a:ln>
        </p:spPr>
      </p:cxnSp>
      <p:cxnSp>
        <p:nvCxnSpPr>
          <p:cNvPr id="37" name=""/>
          <p:cNvCxnSpPr/>
          <p:nvPr/>
        </p:nvCxnSpPr>
        <p:spPr>
          <a:xfrm xmlns:a="http://schemas.openxmlformats.org/drawingml/2006/main">
            <a:off x="2190750" y="2686050"/>
            <a:ext cx="1143000" cy="2000250"/>
          </a:xfrm>
          <a:prstGeom xmlns:a="http://schemas.openxmlformats.org/drawingml/2006/main" prst="straightConnector1">
            <a:avLst/>
          </a:prstGeom>
          <a:ln xmlns:a="http://schemas.openxmlformats.org/drawingml/2006/main" w="28575">
            <a:solidFill>
              <a:srgbClr val="B8C7D0"/>
            </a:solidFill>
            <a:prstDash val="solid"/>
          </a:ln>
        </p:spPr>
      </p:cxnSp>
      <p:cxnSp>
        <p:nvCxnSpPr>
          <p:cNvPr id="38" name=""/>
          <p:cNvCxnSpPr/>
          <p:nvPr/>
        </p:nvCxnSpPr>
        <p:spPr>
          <a:xfrm xmlns:a="http://schemas.openxmlformats.org/drawingml/2006/main">
            <a:off x="3333750" y="4686300"/>
            <a:ext cx="3238500" cy="190500"/>
          </a:xfrm>
          <a:prstGeom xmlns:a="http://schemas.openxmlformats.org/drawingml/2006/main" prst="straightConnector1">
            <a:avLst/>
          </a:prstGeom>
          <a:ln xmlns:a="http://schemas.openxmlformats.org/drawingml/2006/main" w="28575">
            <a:solidFill>
              <a:srgbClr val="B8C7D0"/>
            </a:solidFill>
            <a:prstDash val="solid"/>
          </a:ln>
        </p:spPr>
      </p:cxnSp>
      <p:cxnSp>
        <p:nvCxnSpPr>
          <p:cNvPr id="39" name=""/>
          <p:cNvCxnSpPr/>
          <p:nvPr/>
        </p:nvCxnSpPr>
        <p:spPr>
          <a:xfrm xmlns:a="http://schemas.openxmlformats.org/drawingml/2006/main">
            <a:off x="6572250" y="4733925"/>
            <a:ext cx="2714625" cy="142875"/>
          </a:xfrm>
          <a:prstGeom xmlns:a="http://schemas.openxmlformats.org/drawingml/2006/main" prst="straightConnector1">
            <a:avLst/>
          </a:prstGeom>
          <a:ln xmlns:a="http://schemas.openxmlformats.org/drawingml/2006/main" w="28575">
            <a:solidFill>
              <a:srgbClr val="B8C7D0"/>
            </a:solidFill>
            <a:prstDash val="solid"/>
          </a:ln>
        </p:spPr>
      </p:cxnSp>
      <p:cxnSp>
        <p:nvCxnSpPr>
          <p:cNvPr id="40" name=""/>
          <p:cNvCxnSpPr/>
          <p:nvPr/>
        </p:nvCxnSpPr>
        <p:spPr>
          <a:xfrm xmlns:a="http://schemas.openxmlformats.org/drawingml/2006/main">
            <a:off x="7620000" y="2066925"/>
            <a:ext cx="1666875" cy="2667000"/>
          </a:xfrm>
          <a:prstGeom xmlns:a="http://schemas.openxmlformats.org/drawingml/2006/main" prst="straightConnector1">
            <a:avLst/>
          </a:prstGeom>
          <a:ln xmlns:a="http://schemas.openxmlformats.org/drawingml/2006/main" w="28575">
            <a:solidFill>
              <a:srgbClr val="B8C7D0"/>
            </a:solidFill>
            <a:prstDash val="solid"/>
          </a:ln>
        </p:spPr>
      </p:cxnSp>
      <p:cxnSp>
        <p:nvCxnSpPr>
          <p:cNvPr id="41" name=""/>
          <p:cNvCxnSpPr/>
          <p:nvPr/>
        </p:nvCxnSpPr>
        <p:spPr>
          <a:xfrm xmlns:a="http://schemas.openxmlformats.org/drawingml/2006/main">
            <a:off x="4762500" y="2066925"/>
            <a:ext cx="1809750" cy="2809875"/>
          </a:xfrm>
          <a:prstGeom xmlns:a="http://schemas.openxmlformats.org/drawingml/2006/main" prst="straightConnector1">
            <a:avLst/>
          </a:prstGeom>
          <a:ln xmlns:a="http://schemas.openxmlformats.org/drawingml/2006/main" w="28575">
            <a:solidFill>
              <a:srgbClr val="B8C7D0"/>
            </a:solidFill>
            <a:prstDash val="solid"/>
          </a:ln>
        </p:spPr>
      </p:cxnSp>
      <p:sp>
        <p:nvSpPr>
          <p:cNvPr id="14" name="">
            <a:extLst xmlns:a="http://schemas.openxmlformats.org/drawingml/2006/main">
              <a:ext uri="{FF2B5EF4-FFF2-40B4-BE49-F238E27FC236}">
                <a16:creationId xmlns:a16="http://schemas.microsoft.com/office/drawing/2014/main" id="{CAA78F73-0EC7-4B65-B0DD-9D319775B4A7}"/>
              </a:ext>
            </a:extLst>
          </p:cNvPr>
          <p:cNvSpPr>
            <a:spLocks xmlns:a="http://schemas.openxmlformats.org/drawingml/2006/main" noGrp="1"/>
          </p:cNvSpPr>
          <p:nvPr/>
        </p:nvSpPr>
        <p:spPr>
          <a:xfrm xmlns:a="http://schemas.openxmlformats.org/drawingml/2006/main">
            <a:off x="1428750" y="2381250"/>
            <a:ext cx="1524000" cy="609600"/>
          </a:xfrm>
          <a:prstGeom xmlns:a="http://schemas.openxmlformats.org/drawingml/2006/main" prst="roundRect">
            <a:avLst>
              <a:gd name="adj" fmla="val 12500"/>
            </a:avLst>
          </a:prstGeom>
          <a:solidFill xmlns:a="http://schemas.openxmlformats.org/drawingml/2006/main">
            <a:srgbClr val="EEF4F7"/>
          </a:solidFill>
          <a:ln xmlns:a="http://schemas.openxmlformats.org/drawingml/2006/main" w="14288">
            <a:solidFill>
              <a:srgbClr val="16A6B6"/>
            </a:solidFill>
            <a:prstDash val="solid"/>
          </a:ln>
        </p:spPr>
      </p:sp>
      <p:sp>
        <p:nvSpPr>
          <p:cNvPr id="15" name="text">
            <a:extLst xmlns:a="http://schemas.openxmlformats.org/drawingml/2006/main">
              <a:ext uri="{FF2B5EF4-FFF2-40B4-BE49-F238E27FC236}">
                <a16:creationId xmlns:a16="http://schemas.microsoft.com/office/drawing/2014/main" id="{5D8EB5F9-2336-4232-8959-D9D2EB9DD8BD}"/>
              </a:ext>
            </a:extLst>
          </p:cNvPr>
          <p:cNvSpPr>
            <a:spLocks xmlns:a="http://schemas.openxmlformats.org/drawingml/2006/main" noGrp="1"/>
          </p:cNvSpPr>
          <p:nvPr/>
        </p:nvSpPr>
        <p:spPr>
          <a:xfrm xmlns:a="http://schemas.openxmlformats.org/drawingml/2006/main">
            <a:off x="1524000" y="2514600"/>
            <a:ext cx="133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102A43"/>
                </a:solidFill>
              </a:defRPr>
            </a:pPr>
            <a:r>
              <a:rPr sz="1425" b="1">
                <a:solidFill>
                  <a:srgbClr val="102A43"/>
                </a:solidFill>
              </a:rPr>
              <a:t>Surface</a:t>
            </a:r>
          </a:p>
        </p:txBody>
      </p:sp>
      <p:sp>
        <p:nvSpPr>
          <p:cNvPr id="16" name="">
            <a:extLst xmlns:a="http://schemas.openxmlformats.org/drawingml/2006/main">
              <a:ext uri="{FF2B5EF4-FFF2-40B4-BE49-F238E27FC236}">
                <a16:creationId xmlns:a16="http://schemas.microsoft.com/office/drawing/2014/main" id="{4DD20B7C-6D7F-42E8-922C-F21B268504D0}"/>
              </a:ext>
            </a:extLst>
          </p:cNvPr>
          <p:cNvSpPr>
            <a:spLocks xmlns:a="http://schemas.openxmlformats.org/drawingml/2006/main" noGrp="1"/>
          </p:cNvSpPr>
          <p:nvPr/>
        </p:nvSpPr>
        <p:spPr>
          <a:xfrm xmlns:a="http://schemas.openxmlformats.org/drawingml/2006/main">
            <a:off x="4000500" y="1762125"/>
            <a:ext cx="1524000" cy="609600"/>
          </a:xfrm>
          <a:prstGeom xmlns:a="http://schemas.openxmlformats.org/drawingml/2006/main" prst="roundRect">
            <a:avLst>
              <a:gd name="adj" fmla="val 12500"/>
            </a:avLst>
          </a:prstGeom>
          <a:solidFill xmlns:a="http://schemas.openxmlformats.org/drawingml/2006/main">
            <a:srgbClr val="EEF4F7"/>
          </a:solidFill>
          <a:ln xmlns:a="http://schemas.openxmlformats.org/drawingml/2006/main" w="14288">
            <a:solidFill>
              <a:srgbClr val="16A6B6"/>
            </a:solidFill>
            <a:prstDash val="solid"/>
          </a:ln>
        </p:spPr>
      </p:sp>
      <p:sp>
        <p:nvSpPr>
          <p:cNvPr id="17" name="text">
            <a:extLst xmlns:a="http://schemas.openxmlformats.org/drawingml/2006/main">
              <a:ext uri="{FF2B5EF4-FFF2-40B4-BE49-F238E27FC236}">
                <a16:creationId xmlns:a16="http://schemas.microsoft.com/office/drawing/2014/main" id="{64FE1463-BA9B-46EE-BD58-4EA1E80634CA}"/>
              </a:ext>
            </a:extLst>
          </p:cNvPr>
          <p:cNvSpPr>
            <a:spLocks xmlns:a="http://schemas.openxmlformats.org/drawingml/2006/main" noGrp="1"/>
          </p:cNvSpPr>
          <p:nvPr/>
        </p:nvSpPr>
        <p:spPr>
          <a:xfrm xmlns:a="http://schemas.openxmlformats.org/drawingml/2006/main">
            <a:off x="4095750" y="1895475"/>
            <a:ext cx="133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102A43"/>
                </a:solidFill>
              </a:defRPr>
            </a:pPr>
            <a:r>
              <a:rPr sz="1425" b="1">
                <a:solidFill>
                  <a:srgbClr val="102A43"/>
                </a:solidFill>
              </a:rPr>
              <a:t>Cortex</a:t>
            </a:r>
          </a:p>
        </p:txBody>
      </p:sp>
      <p:sp>
        <p:nvSpPr>
          <p:cNvPr id="18" name="">
            <a:extLst xmlns:a="http://schemas.openxmlformats.org/drawingml/2006/main">
              <a:ext uri="{FF2B5EF4-FFF2-40B4-BE49-F238E27FC236}">
                <a16:creationId xmlns:a16="http://schemas.microsoft.com/office/drawing/2014/main" id="{E33F47D3-CE05-4177-8673-1C20D87243CB}"/>
              </a:ext>
            </a:extLst>
          </p:cNvPr>
          <p:cNvSpPr>
            <a:spLocks xmlns:a="http://schemas.openxmlformats.org/drawingml/2006/main" noGrp="1"/>
          </p:cNvSpPr>
          <p:nvPr/>
        </p:nvSpPr>
        <p:spPr>
          <a:xfrm xmlns:a="http://schemas.openxmlformats.org/drawingml/2006/main">
            <a:off x="6858000" y="1762125"/>
            <a:ext cx="1524000" cy="609600"/>
          </a:xfrm>
          <a:prstGeom xmlns:a="http://schemas.openxmlformats.org/drawingml/2006/main" prst="roundRect">
            <a:avLst>
              <a:gd name="adj" fmla="val 12500"/>
            </a:avLst>
          </a:prstGeom>
          <a:solidFill xmlns:a="http://schemas.openxmlformats.org/drawingml/2006/main">
            <a:srgbClr val="EEF4F7"/>
          </a:solidFill>
          <a:ln xmlns:a="http://schemas.openxmlformats.org/drawingml/2006/main" w="14288">
            <a:solidFill>
              <a:srgbClr val="16A6B6"/>
            </a:solidFill>
            <a:prstDash val="solid"/>
          </a:ln>
        </p:spPr>
      </p:sp>
      <p:sp>
        <p:nvSpPr>
          <p:cNvPr id="19" name="text">
            <a:extLst xmlns:a="http://schemas.openxmlformats.org/drawingml/2006/main">
              <a:ext uri="{FF2B5EF4-FFF2-40B4-BE49-F238E27FC236}">
                <a16:creationId xmlns:a16="http://schemas.microsoft.com/office/drawing/2014/main" id="{A9C7D9DE-5607-4114-94F5-469304253E58}"/>
              </a:ext>
            </a:extLst>
          </p:cNvPr>
          <p:cNvSpPr>
            <a:spLocks xmlns:a="http://schemas.openxmlformats.org/drawingml/2006/main" noGrp="1"/>
          </p:cNvSpPr>
          <p:nvPr/>
        </p:nvSpPr>
        <p:spPr>
          <a:xfrm xmlns:a="http://schemas.openxmlformats.org/drawingml/2006/main">
            <a:off x="6953250" y="1895475"/>
            <a:ext cx="133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102A43"/>
                </a:solidFill>
              </a:defRPr>
            </a:pPr>
            <a:r>
              <a:rPr sz="1425" b="1">
                <a:solidFill>
                  <a:srgbClr val="102A43"/>
                </a:solidFill>
              </a:rPr>
              <a:t>SF / FA</a:t>
            </a:r>
          </a:p>
        </p:txBody>
      </p:sp>
      <p:sp>
        <p:nvSpPr>
          <p:cNvPr id="20" name="">
            <a:extLst xmlns:a="http://schemas.openxmlformats.org/drawingml/2006/main">
              <a:ext uri="{FF2B5EF4-FFF2-40B4-BE49-F238E27FC236}">
                <a16:creationId xmlns:a16="http://schemas.microsoft.com/office/drawing/2014/main" id="{7F3A6704-30F1-4BBA-8247-58B254C444BF}"/>
              </a:ext>
            </a:extLst>
          </p:cNvPr>
          <p:cNvSpPr>
            <a:spLocks xmlns:a="http://schemas.openxmlformats.org/drawingml/2006/main" noGrp="1"/>
          </p:cNvSpPr>
          <p:nvPr/>
        </p:nvSpPr>
        <p:spPr>
          <a:xfrm xmlns:a="http://schemas.openxmlformats.org/drawingml/2006/main">
            <a:off x="9715500" y="2381250"/>
            <a:ext cx="1524000" cy="609600"/>
          </a:xfrm>
          <a:prstGeom xmlns:a="http://schemas.openxmlformats.org/drawingml/2006/main" prst="roundRect">
            <a:avLst>
              <a:gd name="adj" fmla="val 12500"/>
            </a:avLst>
          </a:prstGeom>
          <a:solidFill xmlns:a="http://schemas.openxmlformats.org/drawingml/2006/main">
            <a:srgbClr val="EEF4F7"/>
          </a:solidFill>
          <a:ln xmlns:a="http://schemas.openxmlformats.org/drawingml/2006/main" w="14288">
            <a:solidFill>
              <a:srgbClr val="16A6B6"/>
            </a:solidFill>
            <a:prstDash val="solid"/>
          </a:ln>
        </p:spPr>
      </p:sp>
      <p:sp>
        <p:nvSpPr>
          <p:cNvPr id="21" name="text">
            <a:extLst xmlns:a="http://schemas.openxmlformats.org/drawingml/2006/main">
              <a:ext uri="{FF2B5EF4-FFF2-40B4-BE49-F238E27FC236}">
                <a16:creationId xmlns:a16="http://schemas.microsoft.com/office/drawing/2014/main" id="{FC24BACB-1B2D-401F-B433-3C7702BB048A}"/>
              </a:ext>
            </a:extLst>
          </p:cNvPr>
          <p:cNvSpPr>
            <a:spLocks xmlns:a="http://schemas.openxmlformats.org/drawingml/2006/main" noGrp="1"/>
          </p:cNvSpPr>
          <p:nvPr/>
        </p:nvSpPr>
        <p:spPr>
          <a:xfrm xmlns:a="http://schemas.openxmlformats.org/drawingml/2006/main">
            <a:off x="9810750" y="2514600"/>
            <a:ext cx="133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102A43"/>
                </a:solidFill>
              </a:defRPr>
            </a:pPr>
            <a:r>
              <a:rPr sz="1425" b="1">
                <a:solidFill>
                  <a:srgbClr val="102A43"/>
                </a:solidFill>
              </a:rPr>
              <a:t>ECM</a:t>
            </a:r>
          </a:p>
        </p:txBody>
      </p:sp>
      <p:sp>
        <p:nvSpPr>
          <p:cNvPr id="22" name="">
            <a:extLst xmlns:a="http://schemas.openxmlformats.org/drawingml/2006/main">
              <a:ext uri="{FF2B5EF4-FFF2-40B4-BE49-F238E27FC236}">
                <a16:creationId xmlns:a16="http://schemas.microsoft.com/office/drawing/2014/main" id="{A6AF88D3-6F09-478C-A574-7298E0C100D4}"/>
              </a:ext>
            </a:extLst>
          </p:cNvPr>
          <p:cNvSpPr>
            <a:spLocks xmlns:a="http://schemas.openxmlformats.org/drawingml/2006/main" noGrp="1"/>
          </p:cNvSpPr>
          <p:nvPr/>
        </p:nvSpPr>
        <p:spPr>
          <a:xfrm xmlns:a="http://schemas.openxmlformats.org/drawingml/2006/main">
            <a:off x="2571750" y="4381500"/>
            <a:ext cx="1524000" cy="609600"/>
          </a:xfrm>
          <a:prstGeom xmlns:a="http://schemas.openxmlformats.org/drawingml/2006/main" prst="roundRect">
            <a:avLst>
              <a:gd name="adj" fmla="val 12500"/>
            </a:avLst>
          </a:prstGeom>
          <a:solidFill xmlns:a="http://schemas.openxmlformats.org/drawingml/2006/main">
            <a:srgbClr val="EEF4F7"/>
          </a:solidFill>
          <a:ln xmlns:a="http://schemas.openxmlformats.org/drawingml/2006/main" w="14288">
            <a:solidFill>
              <a:srgbClr val="16A6B6"/>
            </a:solidFill>
            <a:prstDash val="solid"/>
          </a:ln>
        </p:spPr>
      </p:sp>
      <p:sp>
        <p:nvSpPr>
          <p:cNvPr id="23" name="text">
            <a:extLst xmlns:a="http://schemas.openxmlformats.org/drawingml/2006/main">
              <a:ext uri="{FF2B5EF4-FFF2-40B4-BE49-F238E27FC236}">
                <a16:creationId xmlns:a16="http://schemas.microsoft.com/office/drawing/2014/main" id="{A6251AD3-F426-42D2-9B78-C5CDCFE715B3}"/>
              </a:ext>
            </a:extLst>
          </p:cNvPr>
          <p:cNvSpPr>
            <a:spLocks xmlns:a="http://schemas.openxmlformats.org/drawingml/2006/main" noGrp="1"/>
          </p:cNvSpPr>
          <p:nvPr/>
        </p:nvSpPr>
        <p:spPr>
          <a:xfrm xmlns:a="http://schemas.openxmlformats.org/drawingml/2006/main">
            <a:off x="2667000" y="4514850"/>
            <a:ext cx="133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102A43"/>
                </a:solidFill>
              </a:defRPr>
            </a:pPr>
            <a:r>
              <a:rPr sz="1425" b="1">
                <a:solidFill>
                  <a:srgbClr val="102A43"/>
                </a:solidFill>
              </a:rPr>
              <a:t>Fluid</a:t>
            </a:r>
          </a:p>
        </p:txBody>
      </p:sp>
      <p:sp>
        <p:nvSpPr>
          <p:cNvPr id="24" name="">
            <a:extLst xmlns:a="http://schemas.openxmlformats.org/drawingml/2006/main">
              <a:ext uri="{FF2B5EF4-FFF2-40B4-BE49-F238E27FC236}">
                <a16:creationId xmlns:a16="http://schemas.microsoft.com/office/drawing/2014/main" id="{5749C1FB-6C98-4140-A052-FA264F08BE0E}"/>
              </a:ext>
            </a:extLst>
          </p:cNvPr>
          <p:cNvSpPr>
            <a:spLocks xmlns:a="http://schemas.openxmlformats.org/drawingml/2006/main" noGrp="1"/>
          </p:cNvSpPr>
          <p:nvPr/>
        </p:nvSpPr>
        <p:spPr>
          <a:xfrm xmlns:a="http://schemas.openxmlformats.org/drawingml/2006/main">
            <a:off x="5810250" y="4572000"/>
            <a:ext cx="1524000" cy="609600"/>
          </a:xfrm>
          <a:prstGeom xmlns:a="http://schemas.openxmlformats.org/drawingml/2006/main" prst="roundRect">
            <a:avLst>
              <a:gd name="adj" fmla="val 12500"/>
            </a:avLst>
          </a:prstGeom>
          <a:solidFill xmlns:a="http://schemas.openxmlformats.org/drawingml/2006/main">
            <a:srgbClr val="EEF4F7"/>
          </a:solidFill>
          <a:ln xmlns:a="http://schemas.openxmlformats.org/drawingml/2006/main" w="14288">
            <a:solidFill>
              <a:srgbClr val="16A6B6"/>
            </a:solidFill>
            <a:prstDash val="solid"/>
          </a:ln>
        </p:spPr>
      </p:sp>
      <p:sp>
        <p:nvSpPr>
          <p:cNvPr id="25" name="text">
            <a:extLst xmlns:a="http://schemas.openxmlformats.org/drawingml/2006/main">
              <a:ext uri="{FF2B5EF4-FFF2-40B4-BE49-F238E27FC236}">
                <a16:creationId xmlns:a16="http://schemas.microsoft.com/office/drawing/2014/main" id="{A7D2E66C-0409-4282-ACFC-F7E877F0EE7F}"/>
              </a:ext>
            </a:extLst>
          </p:cNvPr>
          <p:cNvSpPr>
            <a:spLocks xmlns:a="http://schemas.openxmlformats.org/drawingml/2006/main" noGrp="1"/>
          </p:cNvSpPr>
          <p:nvPr/>
        </p:nvSpPr>
        <p:spPr>
          <a:xfrm xmlns:a="http://schemas.openxmlformats.org/drawingml/2006/main">
            <a:off x="5905500" y="4705350"/>
            <a:ext cx="133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102A43"/>
                </a:solidFill>
              </a:defRPr>
            </a:pPr>
            <a:r>
              <a:rPr sz="1425" b="1">
                <a:solidFill>
                  <a:srgbClr val="102A43"/>
                </a:solidFill>
              </a:rPr>
              <a:t>Nucleus</a:t>
            </a:r>
          </a:p>
        </p:txBody>
      </p:sp>
      <p:sp>
        <p:nvSpPr>
          <p:cNvPr id="26" name="">
            <a:extLst xmlns:a="http://schemas.openxmlformats.org/drawingml/2006/main">
              <a:ext uri="{FF2B5EF4-FFF2-40B4-BE49-F238E27FC236}">
                <a16:creationId xmlns:a16="http://schemas.microsoft.com/office/drawing/2014/main" id="{EB8095B7-C3DD-4212-B0CF-36DA113BB692}"/>
              </a:ext>
            </a:extLst>
          </p:cNvPr>
          <p:cNvSpPr>
            <a:spLocks xmlns:a="http://schemas.openxmlformats.org/drawingml/2006/main" noGrp="1"/>
          </p:cNvSpPr>
          <p:nvPr/>
        </p:nvSpPr>
        <p:spPr>
          <a:xfrm xmlns:a="http://schemas.openxmlformats.org/drawingml/2006/main">
            <a:off x="8524875" y="4429125"/>
            <a:ext cx="1524000" cy="609600"/>
          </a:xfrm>
          <a:prstGeom xmlns:a="http://schemas.openxmlformats.org/drawingml/2006/main" prst="roundRect">
            <a:avLst>
              <a:gd name="adj" fmla="val 12500"/>
            </a:avLst>
          </a:prstGeom>
          <a:solidFill xmlns:a="http://schemas.openxmlformats.org/drawingml/2006/main">
            <a:srgbClr val="EEF4F7"/>
          </a:solidFill>
          <a:ln xmlns:a="http://schemas.openxmlformats.org/drawingml/2006/main" w="14288">
            <a:solidFill>
              <a:srgbClr val="16A6B6"/>
            </a:solidFill>
            <a:prstDash val="solid"/>
          </a:ln>
        </p:spPr>
      </p:sp>
      <p:sp>
        <p:nvSpPr>
          <p:cNvPr id="27" name="text">
            <a:extLst xmlns:a="http://schemas.openxmlformats.org/drawingml/2006/main">
              <a:ext uri="{FF2B5EF4-FFF2-40B4-BE49-F238E27FC236}">
                <a16:creationId xmlns:a16="http://schemas.microsoft.com/office/drawing/2014/main" id="{F696EE26-428D-4CA3-91D9-F2DD3D0FEFB3}"/>
              </a:ext>
            </a:extLst>
          </p:cNvPr>
          <p:cNvSpPr>
            <a:spLocks xmlns:a="http://schemas.openxmlformats.org/drawingml/2006/main" noGrp="1"/>
          </p:cNvSpPr>
          <p:nvPr/>
        </p:nvSpPr>
        <p:spPr>
          <a:xfrm xmlns:a="http://schemas.openxmlformats.org/drawingml/2006/main">
            <a:off x="8620125" y="4562475"/>
            <a:ext cx="133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102A43"/>
                </a:solidFill>
              </a:defRPr>
            </a:pPr>
            <a:r>
              <a:rPr sz="1425" b="1">
                <a:solidFill>
                  <a:srgbClr val="102A43"/>
                </a:solidFill>
              </a:rPr>
              <a:t>MT / IF</a:t>
            </a:r>
          </a:p>
        </p:txBody>
      </p:sp>
      <p:sp>
        <p:nvSpPr>
          <p:cNvPr id="28" name="text">
            <a:extLst xmlns:a="http://schemas.openxmlformats.org/drawingml/2006/main">
              <a:ext uri="{FF2B5EF4-FFF2-40B4-BE49-F238E27FC236}">
                <a16:creationId xmlns:a16="http://schemas.microsoft.com/office/drawing/2014/main" id="{BF799423-9CD9-446F-838C-E5A1B40CB8F9}"/>
              </a:ext>
            </a:extLst>
          </p:cNvPr>
          <p:cNvSpPr>
            <a:spLocks xmlns:a="http://schemas.openxmlformats.org/drawingml/2006/main" noGrp="1"/>
          </p:cNvSpPr>
          <p:nvPr/>
        </p:nvSpPr>
        <p:spPr>
          <a:xfrm xmlns:a="http://schemas.openxmlformats.org/drawingml/2006/main">
            <a:off x="1666875" y="5572125"/>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102A43"/>
                </a:solidFill>
              </a:defRPr>
            </a:pPr>
            <a:r>
              <a:rPr sz="1800" b="1">
                <a:solidFill>
                  <a:srgbClr val="102A43"/>
                </a:solidFill>
              </a:rPr>
              <a:t>Connector = endpoint pair + force / field dispatch + accepted-step state + ledger</a:t>
            </a:r>
          </a:p>
        </p:txBody>
      </p:sp>
    </p:spTree>
    <p:extLst>
      <p:ext uri="{BB962C8B-B14F-4D97-AF65-F5344CB8AC3E}">
        <p14:creationId xmlns:p14="http://schemas.microsoft.com/office/powerpoint/2010/main" val="195221551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text">
            <a:extLst xmlns:a="http://schemas.openxmlformats.org/drawingml/2006/main">
              <a:ext uri="{FF2B5EF4-FFF2-40B4-BE49-F238E27FC236}">
                <a16:creationId xmlns:a16="http://schemas.microsoft.com/office/drawing/2014/main" id="{27A9A36B-BD06-4923-ACA3-71ABE1B42D11}"/>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COMPONENTS</a:t>
            </a:r>
          </a:p>
        </p:txBody>
      </p:sp>
      <p:sp>
        <p:nvSpPr>
          <p:cNvPr id="2" name="text">
            <a:extLst xmlns:a="http://schemas.openxmlformats.org/drawingml/2006/main">
              <a:ext uri="{FF2B5EF4-FFF2-40B4-BE49-F238E27FC236}">
                <a16:creationId xmlns:a16="http://schemas.microsoft.com/office/drawing/2014/main" id="{D30E73AE-AA93-4989-BC7C-0046A3F6BDC4}"/>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0F14"/>
                </a:solidFill>
              </a:defRPr>
            </a:pPr>
            <a:r>
              <a:rPr sz="2850" b="1">
                <a:solidFill>
                  <a:srgbClr val="0B0F14"/>
                </a:solidFill>
              </a:rPr>
              <a:t>A component is a state owner, not a name in a monolithic array</a:t>
            </a:r>
          </a:p>
        </p:txBody>
      </p:sp>
      <p:cxnSp>
        <p:nvCxnSpPr>
          <p:cNvPr id="27"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2AB7CE31-FC09-47D7-9942-22DBE2568F6F}"/>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20</a:t>
            </a:r>
          </a:p>
        </p:txBody>
      </p:sp>
      <p:sp>
        <p:nvSpPr>
          <p:cNvPr id="5" name="text">
            <a:extLst xmlns:a="http://schemas.openxmlformats.org/drawingml/2006/main">
              <a:ext uri="{FF2B5EF4-FFF2-40B4-BE49-F238E27FC236}">
                <a16:creationId xmlns:a16="http://schemas.microsoft.com/office/drawing/2014/main" id="{C7BD1D4C-1E6A-4B23-AAFF-B1570ECD9762}"/>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sp>
        <p:nvSpPr>
          <p:cNvPr id="6" name="">
            <a:extLst xmlns:a="http://schemas.openxmlformats.org/drawingml/2006/main">
              <a:ext uri="{FF2B5EF4-FFF2-40B4-BE49-F238E27FC236}">
                <a16:creationId xmlns:a16="http://schemas.microsoft.com/office/drawing/2014/main" id="{507A9A49-B7E3-47BE-8A81-36B7CFA05208}"/>
              </a:ext>
            </a:extLst>
          </p:cNvPr>
          <p:cNvSpPr>
            <a:spLocks xmlns:a="http://schemas.openxmlformats.org/drawingml/2006/main" noGrp="1"/>
          </p:cNvSpPr>
          <p:nvPr/>
        </p:nvSpPr>
        <p:spPr>
          <a:xfrm xmlns:a="http://schemas.openxmlformats.org/drawingml/2006/main">
            <a:off x="762000" y="1809750"/>
            <a:ext cx="3048000" cy="1381125"/>
          </a:xfrm>
          <a:prstGeom xmlns:a="http://schemas.openxmlformats.org/drawingml/2006/main" prst="roundRect">
            <a:avLst>
              <a:gd name="adj" fmla="val 5517"/>
            </a:avLst>
          </a:prstGeom>
          <a:solidFill xmlns:a="http://schemas.openxmlformats.org/drawingml/2006/main">
            <a:srgbClr val="F5F7F8"/>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54BD2076-6551-445C-8DAD-CF9EE3D7A532}"/>
              </a:ext>
            </a:extLst>
          </p:cNvPr>
          <p:cNvSpPr>
            <a:spLocks xmlns:a="http://schemas.openxmlformats.org/drawingml/2006/main" noGrp="1"/>
          </p:cNvSpPr>
          <p:nvPr/>
        </p:nvSpPr>
        <p:spPr>
          <a:xfrm xmlns:a="http://schemas.openxmlformats.org/drawingml/2006/main">
            <a:off x="990600" y="2066925"/>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02A43"/>
                </a:solidFill>
              </a:defRPr>
            </a:pPr>
            <a:r>
              <a:rPr sz="1800" b="1">
                <a:solidFill>
                  <a:srgbClr val="102A43"/>
                </a:solidFill>
              </a:rPr>
              <a:t>Surface body</a:t>
            </a:r>
          </a:p>
        </p:txBody>
      </p:sp>
      <p:sp>
        <p:nvSpPr>
          <p:cNvPr id="8" name="text">
            <a:extLst xmlns:a="http://schemas.openxmlformats.org/drawingml/2006/main">
              <a:ext uri="{FF2B5EF4-FFF2-40B4-BE49-F238E27FC236}">
                <a16:creationId xmlns:a16="http://schemas.microsoft.com/office/drawing/2014/main" id="{1C3B0BA1-046B-4549-9B77-9898ADB587AC}"/>
              </a:ext>
            </a:extLst>
          </p:cNvPr>
          <p:cNvSpPr>
            <a:spLocks xmlns:a="http://schemas.openxmlformats.org/drawingml/2006/main" noGrp="1"/>
          </p:cNvSpPr>
          <p:nvPr/>
        </p:nvSpPr>
        <p:spPr>
          <a:xfrm xmlns:a="http://schemas.openxmlformats.org/drawingml/2006/main">
            <a:off x="990600" y="251460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16B"/>
                </a:solidFill>
              </a:defRPr>
            </a:pPr>
            <a:r>
              <a:rPr sz="1350" b="0">
                <a:solidFill>
                  <a:srgbClr val="52616B"/>
                </a:solidFill>
              </a:rPr>
              <a:t>membrane, cortex attachments</a:t>
            </a:r>
          </a:p>
        </p:txBody>
      </p:sp>
      <p:sp>
        <p:nvSpPr>
          <p:cNvPr id="9" name="">
            <a:extLst xmlns:a="http://schemas.openxmlformats.org/drawingml/2006/main">
              <a:ext uri="{FF2B5EF4-FFF2-40B4-BE49-F238E27FC236}">
                <a16:creationId xmlns:a16="http://schemas.microsoft.com/office/drawing/2014/main" id="{82C7D71F-9978-4D88-A11E-A63190B0551C}"/>
              </a:ext>
            </a:extLst>
          </p:cNvPr>
          <p:cNvSpPr>
            <a:spLocks xmlns:a="http://schemas.openxmlformats.org/drawingml/2006/main" noGrp="1"/>
          </p:cNvSpPr>
          <p:nvPr/>
        </p:nvSpPr>
        <p:spPr>
          <a:xfrm xmlns:a="http://schemas.openxmlformats.org/drawingml/2006/main">
            <a:off x="4381500" y="1809750"/>
            <a:ext cx="3048000" cy="1381125"/>
          </a:xfrm>
          <a:prstGeom xmlns:a="http://schemas.openxmlformats.org/drawingml/2006/main" prst="roundRect">
            <a:avLst>
              <a:gd name="adj" fmla="val 5517"/>
            </a:avLst>
          </a:prstGeom>
          <a:solidFill xmlns:a="http://schemas.openxmlformats.org/drawingml/2006/main">
            <a:srgbClr val="E8F4F5"/>
          </a:solidFill>
          <a:ln xmlns:a="http://schemas.openxmlformats.org/drawingml/2006/main" w="0">
            <a:noFill/>
            <a:prstDash val="solid"/>
          </a:ln>
        </p:spPr>
      </p:sp>
      <p:sp>
        <p:nvSpPr>
          <p:cNvPr id="10" name="text">
            <a:extLst xmlns:a="http://schemas.openxmlformats.org/drawingml/2006/main">
              <a:ext uri="{FF2B5EF4-FFF2-40B4-BE49-F238E27FC236}">
                <a16:creationId xmlns:a16="http://schemas.microsoft.com/office/drawing/2014/main" id="{3DD7BBE5-FE88-4A8A-8231-74F6E7440579}"/>
              </a:ext>
            </a:extLst>
          </p:cNvPr>
          <p:cNvSpPr>
            <a:spLocks xmlns:a="http://schemas.openxmlformats.org/drawingml/2006/main" noGrp="1"/>
          </p:cNvSpPr>
          <p:nvPr/>
        </p:nvSpPr>
        <p:spPr>
          <a:xfrm xmlns:a="http://schemas.openxmlformats.org/drawingml/2006/main">
            <a:off x="4610100" y="2066925"/>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02A43"/>
                </a:solidFill>
              </a:defRPr>
            </a:pPr>
            <a:r>
              <a:rPr sz="1800" b="1">
                <a:solidFill>
                  <a:srgbClr val="102A43"/>
                </a:solidFill>
              </a:rPr>
              <a:t>Cortex</a:t>
            </a:r>
          </a:p>
        </p:txBody>
      </p:sp>
      <p:sp>
        <p:nvSpPr>
          <p:cNvPr id="11" name="text">
            <a:extLst xmlns:a="http://schemas.openxmlformats.org/drawingml/2006/main">
              <a:ext uri="{FF2B5EF4-FFF2-40B4-BE49-F238E27FC236}">
                <a16:creationId xmlns:a16="http://schemas.microsoft.com/office/drawing/2014/main" id="{9813B291-7EA0-4107-8BFE-AFAE74E78D7F}"/>
              </a:ext>
            </a:extLst>
          </p:cNvPr>
          <p:cNvSpPr>
            <a:spLocks xmlns:a="http://schemas.openxmlformats.org/drawingml/2006/main" noGrp="1"/>
          </p:cNvSpPr>
          <p:nvPr/>
        </p:nvSpPr>
        <p:spPr>
          <a:xfrm xmlns:a="http://schemas.openxmlformats.org/drawingml/2006/main">
            <a:off x="4610100" y="251460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16B"/>
                </a:solidFill>
              </a:defRPr>
            </a:pPr>
            <a:r>
              <a:rPr sz="1350" b="0">
                <a:solidFill>
                  <a:srgbClr val="52616B"/>
                </a:solidFill>
              </a:rPr>
              <a:t>disjoint actin population</a:t>
            </a:r>
          </a:p>
        </p:txBody>
      </p:sp>
      <p:sp>
        <p:nvSpPr>
          <p:cNvPr id="12" name="">
            <a:extLst xmlns:a="http://schemas.openxmlformats.org/drawingml/2006/main">
              <a:ext uri="{FF2B5EF4-FFF2-40B4-BE49-F238E27FC236}">
                <a16:creationId xmlns:a16="http://schemas.microsoft.com/office/drawing/2014/main" id="{210B11A9-867B-4A7E-A74C-9B69D7EF461C}"/>
              </a:ext>
            </a:extLst>
          </p:cNvPr>
          <p:cNvSpPr>
            <a:spLocks xmlns:a="http://schemas.openxmlformats.org/drawingml/2006/main" noGrp="1"/>
          </p:cNvSpPr>
          <p:nvPr/>
        </p:nvSpPr>
        <p:spPr>
          <a:xfrm xmlns:a="http://schemas.openxmlformats.org/drawingml/2006/main">
            <a:off x="8001000" y="1809750"/>
            <a:ext cx="3048000" cy="1381125"/>
          </a:xfrm>
          <a:prstGeom xmlns:a="http://schemas.openxmlformats.org/drawingml/2006/main" prst="roundRect">
            <a:avLst>
              <a:gd name="adj" fmla="val 5517"/>
            </a:avLst>
          </a:prstGeom>
          <a:solidFill xmlns:a="http://schemas.openxmlformats.org/drawingml/2006/main">
            <a:srgbClr val="F5F7F8"/>
          </a:solidFill>
          <a:ln xmlns:a="http://schemas.openxmlformats.org/drawingml/2006/main" w="0">
            <a:noFill/>
            <a:prstDash val="solid"/>
          </a:ln>
        </p:spPr>
      </p:sp>
      <p:sp>
        <p:nvSpPr>
          <p:cNvPr id="13" name="text">
            <a:extLst xmlns:a="http://schemas.openxmlformats.org/drawingml/2006/main">
              <a:ext uri="{FF2B5EF4-FFF2-40B4-BE49-F238E27FC236}">
                <a16:creationId xmlns:a16="http://schemas.microsoft.com/office/drawing/2014/main" id="{7062ADA6-1C3B-4F60-8536-02C681272DD8}"/>
              </a:ext>
            </a:extLst>
          </p:cNvPr>
          <p:cNvSpPr>
            <a:spLocks xmlns:a="http://schemas.openxmlformats.org/drawingml/2006/main" noGrp="1"/>
          </p:cNvSpPr>
          <p:nvPr/>
        </p:nvSpPr>
        <p:spPr>
          <a:xfrm xmlns:a="http://schemas.openxmlformats.org/drawingml/2006/main">
            <a:off x="8229600" y="2066925"/>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02A43"/>
                </a:solidFill>
              </a:defRPr>
            </a:pPr>
            <a:r>
              <a:rPr sz="1800" b="1">
                <a:solidFill>
                  <a:srgbClr val="102A43"/>
                </a:solidFill>
              </a:rPr>
              <a:t>Fluid / core</a:t>
            </a:r>
          </a:p>
        </p:txBody>
      </p:sp>
      <p:sp>
        <p:nvSpPr>
          <p:cNvPr id="14" name="text">
            <a:extLst xmlns:a="http://schemas.openxmlformats.org/drawingml/2006/main">
              <a:ext uri="{FF2B5EF4-FFF2-40B4-BE49-F238E27FC236}">
                <a16:creationId xmlns:a16="http://schemas.microsoft.com/office/drawing/2014/main" id="{2585E56D-A6E6-45B2-B669-05E9EAD8E7CE}"/>
              </a:ext>
            </a:extLst>
          </p:cNvPr>
          <p:cNvSpPr>
            <a:spLocks xmlns:a="http://schemas.openxmlformats.org/drawingml/2006/main" noGrp="1"/>
          </p:cNvSpPr>
          <p:nvPr/>
        </p:nvSpPr>
        <p:spPr>
          <a:xfrm xmlns:a="http://schemas.openxmlformats.org/drawingml/2006/main">
            <a:off x="8229600" y="251460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16B"/>
                </a:solidFill>
              </a:defRPr>
            </a:pPr>
            <a:r>
              <a:rPr sz="1350" b="0">
                <a:solidFill>
                  <a:srgbClr val="52616B"/>
                </a:solidFill>
              </a:rPr>
              <a:t>Biot / Darcy field coupling</a:t>
            </a:r>
          </a:p>
        </p:txBody>
      </p:sp>
      <p:sp>
        <p:nvSpPr>
          <p:cNvPr id="15" name="">
            <a:extLst xmlns:a="http://schemas.openxmlformats.org/drawingml/2006/main">
              <a:ext uri="{FF2B5EF4-FFF2-40B4-BE49-F238E27FC236}">
                <a16:creationId xmlns:a16="http://schemas.microsoft.com/office/drawing/2014/main" id="{7CA870BE-D58A-4B08-9942-D5FB74DAEC89}"/>
              </a:ext>
            </a:extLst>
          </p:cNvPr>
          <p:cNvSpPr>
            <a:spLocks xmlns:a="http://schemas.openxmlformats.org/drawingml/2006/main" noGrp="1"/>
          </p:cNvSpPr>
          <p:nvPr/>
        </p:nvSpPr>
        <p:spPr>
          <a:xfrm xmlns:a="http://schemas.openxmlformats.org/drawingml/2006/main">
            <a:off x="762000" y="3810000"/>
            <a:ext cx="3048000" cy="1381125"/>
          </a:xfrm>
          <a:prstGeom xmlns:a="http://schemas.openxmlformats.org/drawingml/2006/main" prst="roundRect">
            <a:avLst>
              <a:gd name="adj" fmla="val 5517"/>
            </a:avLst>
          </a:prstGeom>
          <a:solidFill xmlns:a="http://schemas.openxmlformats.org/drawingml/2006/main">
            <a:srgbClr val="F5F7F8"/>
          </a:solidFill>
          <a:ln xmlns:a="http://schemas.openxmlformats.org/drawingml/2006/main" w="0">
            <a:noFill/>
            <a:prstDash val="solid"/>
          </a:ln>
        </p:spPr>
      </p:sp>
      <p:sp>
        <p:nvSpPr>
          <p:cNvPr id="16" name="text">
            <a:extLst xmlns:a="http://schemas.openxmlformats.org/drawingml/2006/main">
              <a:ext uri="{FF2B5EF4-FFF2-40B4-BE49-F238E27FC236}">
                <a16:creationId xmlns:a16="http://schemas.microsoft.com/office/drawing/2014/main" id="{2C6D66BA-56F4-49F1-94F2-339CC169254C}"/>
              </a:ext>
            </a:extLst>
          </p:cNvPr>
          <p:cNvSpPr>
            <a:spLocks xmlns:a="http://schemas.openxmlformats.org/drawingml/2006/main" noGrp="1"/>
          </p:cNvSpPr>
          <p:nvPr/>
        </p:nvSpPr>
        <p:spPr>
          <a:xfrm xmlns:a="http://schemas.openxmlformats.org/drawingml/2006/main">
            <a:off x="990600" y="4067175"/>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02A43"/>
                </a:solidFill>
              </a:defRPr>
            </a:pPr>
            <a:r>
              <a:rPr sz="1800" b="1">
                <a:solidFill>
                  <a:srgbClr val="102A43"/>
                </a:solidFill>
              </a:rPr>
              <a:t>Nucleus</a:t>
            </a:r>
          </a:p>
        </p:txBody>
      </p:sp>
      <p:sp>
        <p:nvSpPr>
          <p:cNvPr id="17" name="text">
            <a:extLst xmlns:a="http://schemas.openxmlformats.org/drawingml/2006/main">
              <a:ext uri="{FF2B5EF4-FFF2-40B4-BE49-F238E27FC236}">
                <a16:creationId xmlns:a16="http://schemas.microsoft.com/office/drawing/2014/main" id="{1582D388-FD01-4E97-9CB1-E9DEEDDB8D05}"/>
              </a:ext>
            </a:extLst>
          </p:cNvPr>
          <p:cNvSpPr>
            <a:spLocks xmlns:a="http://schemas.openxmlformats.org/drawingml/2006/main" noGrp="1"/>
          </p:cNvSpPr>
          <p:nvPr/>
        </p:nvSpPr>
        <p:spPr>
          <a:xfrm xmlns:a="http://schemas.openxmlformats.org/drawingml/2006/main">
            <a:off x="990600" y="4514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16B"/>
                </a:solidFill>
              </a:defRPr>
            </a:pPr>
            <a:r>
              <a:rPr sz="1350" b="0">
                <a:solidFill>
                  <a:srgbClr val="52616B"/>
                </a:solidFill>
              </a:rPr>
              <a:t>lamina, chromatin, LINC sockets</a:t>
            </a:r>
          </a:p>
        </p:txBody>
      </p:sp>
      <p:sp>
        <p:nvSpPr>
          <p:cNvPr id="18" name="">
            <a:extLst xmlns:a="http://schemas.openxmlformats.org/drawingml/2006/main">
              <a:ext uri="{FF2B5EF4-FFF2-40B4-BE49-F238E27FC236}">
                <a16:creationId xmlns:a16="http://schemas.microsoft.com/office/drawing/2014/main" id="{CB7702BC-FF63-4567-9CFE-8CB12A8F9A7D}"/>
              </a:ext>
            </a:extLst>
          </p:cNvPr>
          <p:cNvSpPr>
            <a:spLocks xmlns:a="http://schemas.openxmlformats.org/drawingml/2006/main" noGrp="1"/>
          </p:cNvSpPr>
          <p:nvPr/>
        </p:nvSpPr>
        <p:spPr>
          <a:xfrm xmlns:a="http://schemas.openxmlformats.org/drawingml/2006/main">
            <a:off x="4381500" y="3810000"/>
            <a:ext cx="3048000" cy="1381125"/>
          </a:xfrm>
          <a:prstGeom xmlns:a="http://schemas.openxmlformats.org/drawingml/2006/main" prst="roundRect">
            <a:avLst>
              <a:gd name="adj" fmla="val 5517"/>
            </a:avLst>
          </a:prstGeom>
          <a:solidFill xmlns:a="http://schemas.openxmlformats.org/drawingml/2006/main">
            <a:srgbClr val="E8F4F5"/>
          </a:solidFill>
          <a:ln xmlns:a="http://schemas.openxmlformats.org/drawingml/2006/main" w="0">
            <a:noFill/>
            <a:prstDash val="solid"/>
          </a:ln>
        </p:spPr>
      </p:sp>
      <p:sp>
        <p:nvSpPr>
          <p:cNvPr id="19" name="text">
            <a:extLst xmlns:a="http://schemas.openxmlformats.org/drawingml/2006/main">
              <a:ext uri="{FF2B5EF4-FFF2-40B4-BE49-F238E27FC236}">
                <a16:creationId xmlns:a16="http://schemas.microsoft.com/office/drawing/2014/main" id="{211C0F4B-0281-4500-B813-132EEEE1F247}"/>
              </a:ext>
            </a:extLst>
          </p:cNvPr>
          <p:cNvSpPr>
            <a:spLocks xmlns:a="http://schemas.openxmlformats.org/drawingml/2006/main" noGrp="1"/>
          </p:cNvSpPr>
          <p:nvPr/>
        </p:nvSpPr>
        <p:spPr>
          <a:xfrm xmlns:a="http://schemas.openxmlformats.org/drawingml/2006/main">
            <a:off x="4610100" y="4067175"/>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02A43"/>
                </a:solidFill>
              </a:defRPr>
            </a:pPr>
            <a:r>
              <a:rPr sz="1800" b="1">
                <a:solidFill>
                  <a:srgbClr val="102A43"/>
                </a:solidFill>
              </a:rPr>
              <a:t>SF / arc</a:t>
            </a:r>
          </a:p>
        </p:txBody>
      </p:sp>
      <p:sp>
        <p:nvSpPr>
          <p:cNvPr id="20" name="text">
            <a:extLst xmlns:a="http://schemas.openxmlformats.org/drawingml/2006/main">
              <a:ext uri="{FF2B5EF4-FFF2-40B4-BE49-F238E27FC236}">
                <a16:creationId xmlns:a16="http://schemas.microsoft.com/office/drawing/2014/main" id="{5BF6F912-E650-435F-948F-BB601101AF47}"/>
              </a:ext>
            </a:extLst>
          </p:cNvPr>
          <p:cNvSpPr>
            <a:spLocks xmlns:a="http://schemas.openxmlformats.org/drawingml/2006/main" noGrp="1"/>
          </p:cNvSpPr>
          <p:nvPr/>
        </p:nvSpPr>
        <p:spPr>
          <a:xfrm xmlns:a="http://schemas.openxmlformats.org/drawingml/2006/main">
            <a:off x="4610100" y="4514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16B"/>
                </a:solidFill>
              </a:defRPr>
            </a:pPr>
            <a:r>
              <a:rPr sz="1350" b="0">
                <a:solidFill>
                  <a:srgbClr val="52616B"/>
                </a:solidFill>
              </a:rPr>
              <a:t>disjoint contractile bundles</a:t>
            </a:r>
          </a:p>
        </p:txBody>
      </p:sp>
      <p:sp>
        <p:nvSpPr>
          <p:cNvPr id="21" name="">
            <a:extLst xmlns:a="http://schemas.openxmlformats.org/drawingml/2006/main">
              <a:ext uri="{FF2B5EF4-FFF2-40B4-BE49-F238E27FC236}">
                <a16:creationId xmlns:a16="http://schemas.microsoft.com/office/drawing/2014/main" id="{835CCCEB-F9DC-45DE-9E2A-53FD6FF85887}"/>
              </a:ext>
            </a:extLst>
          </p:cNvPr>
          <p:cNvSpPr>
            <a:spLocks xmlns:a="http://schemas.openxmlformats.org/drawingml/2006/main" noGrp="1"/>
          </p:cNvSpPr>
          <p:nvPr/>
        </p:nvSpPr>
        <p:spPr>
          <a:xfrm xmlns:a="http://schemas.openxmlformats.org/drawingml/2006/main">
            <a:off x="8001000" y="3810000"/>
            <a:ext cx="3048000" cy="1381125"/>
          </a:xfrm>
          <a:prstGeom xmlns:a="http://schemas.openxmlformats.org/drawingml/2006/main" prst="roundRect">
            <a:avLst>
              <a:gd name="adj" fmla="val 5517"/>
            </a:avLst>
          </a:prstGeom>
          <a:solidFill xmlns:a="http://schemas.openxmlformats.org/drawingml/2006/main">
            <a:srgbClr val="F5F7F8"/>
          </a:solidFill>
          <a:ln xmlns:a="http://schemas.openxmlformats.org/drawingml/2006/main" w="0">
            <a:noFill/>
            <a:prstDash val="solid"/>
          </a:ln>
        </p:spPr>
      </p:sp>
      <p:sp>
        <p:nvSpPr>
          <p:cNvPr id="22" name="text">
            <a:extLst xmlns:a="http://schemas.openxmlformats.org/drawingml/2006/main">
              <a:ext uri="{FF2B5EF4-FFF2-40B4-BE49-F238E27FC236}">
                <a16:creationId xmlns:a16="http://schemas.microsoft.com/office/drawing/2014/main" id="{D292FE2C-B9CF-4747-B969-9BFFBFA8E2EA}"/>
              </a:ext>
            </a:extLst>
          </p:cNvPr>
          <p:cNvSpPr>
            <a:spLocks xmlns:a="http://schemas.openxmlformats.org/drawingml/2006/main" noGrp="1"/>
          </p:cNvSpPr>
          <p:nvPr/>
        </p:nvSpPr>
        <p:spPr>
          <a:xfrm xmlns:a="http://schemas.openxmlformats.org/drawingml/2006/main">
            <a:off x="8229600" y="4067175"/>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02A43"/>
                </a:solidFill>
              </a:defRPr>
            </a:pPr>
            <a:r>
              <a:rPr sz="1800" b="1">
                <a:solidFill>
                  <a:srgbClr val="102A43"/>
                </a:solidFill>
              </a:rPr>
              <a:t>ECM world</a:t>
            </a:r>
          </a:p>
        </p:txBody>
      </p:sp>
      <p:sp>
        <p:nvSpPr>
          <p:cNvPr id="23" name="text">
            <a:extLst xmlns:a="http://schemas.openxmlformats.org/drawingml/2006/main">
              <a:ext uri="{FF2B5EF4-FFF2-40B4-BE49-F238E27FC236}">
                <a16:creationId xmlns:a16="http://schemas.microsoft.com/office/drawing/2014/main" id="{0961D6F7-22FD-44EE-A666-78B60F9D0DAC}"/>
              </a:ext>
            </a:extLst>
          </p:cNvPr>
          <p:cNvSpPr>
            <a:spLocks xmlns:a="http://schemas.openxmlformats.org/drawingml/2006/main" noGrp="1"/>
          </p:cNvSpPr>
          <p:nvPr/>
        </p:nvSpPr>
        <p:spPr>
          <a:xfrm xmlns:a="http://schemas.openxmlformats.org/drawingml/2006/main">
            <a:off x="8229600" y="4514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16B"/>
                </a:solidFill>
              </a:defRPr>
            </a:pPr>
            <a:r>
              <a:rPr sz="1350" b="0">
                <a:solidFill>
                  <a:srgbClr val="52616B"/>
                </a:solidFill>
              </a:rPr>
              <a:t>collagen topology + far field</a:t>
            </a:r>
          </a:p>
        </p:txBody>
      </p:sp>
      <p:sp>
        <p:nvSpPr>
          <p:cNvPr id="24" name="text">
            <a:extLst xmlns:a="http://schemas.openxmlformats.org/drawingml/2006/main">
              <a:ext uri="{FF2B5EF4-FFF2-40B4-BE49-F238E27FC236}">
                <a16:creationId xmlns:a16="http://schemas.microsoft.com/office/drawing/2014/main" id="{6E6D8B9E-82D1-44FC-B5F9-E47D9F4A1DCB}"/>
              </a:ext>
            </a:extLst>
          </p:cNvPr>
          <p:cNvSpPr>
            <a:spLocks xmlns:a="http://schemas.openxmlformats.org/drawingml/2006/main" noGrp="1"/>
          </p:cNvSpPr>
          <p:nvPr/>
        </p:nvSpPr>
        <p:spPr>
          <a:xfrm xmlns:a="http://schemas.openxmlformats.org/drawingml/2006/main">
            <a:off x="838200" y="5572125"/>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02A43"/>
                </a:solidFill>
              </a:defRPr>
            </a:pPr>
            <a:r>
              <a:rPr sz="1575" b="0">
                <a:solidFill>
                  <a:srgbClr val="102A43"/>
                </a:solidFill>
              </a:rPr>
              <a:t>Also represented in the engine scope: NMII actuator, focal adhesion, microtubule rig, intermediate-filament rig, and protrusion actors.</a:t>
            </a:r>
          </a:p>
        </p:txBody>
      </p:sp>
    </p:spTree>
    <p:extLst>
      <p:ext uri="{BB962C8B-B14F-4D97-AF65-F5344CB8AC3E}">
        <p14:creationId xmlns:p14="http://schemas.microsoft.com/office/powerpoint/2010/main" val="76973183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text">
            <a:extLst xmlns:a="http://schemas.openxmlformats.org/drawingml/2006/main">
              <a:ext uri="{FF2B5EF4-FFF2-40B4-BE49-F238E27FC236}">
                <a16:creationId xmlns:a16="http://schemas.microsoft.com/office/drawing/2014/main" id="{D7794348-9013-40DA-BEBE-2AD0C9EA6BDF}"/>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CONNECTORS</a:t>
            </a:r>
          </a:p>
        </p:txBody>
      </p:sp>
      <p:sp>
        <p:nvSpPr>
          <p:cNvPr id="2" name="text">
            <a:extLst xmlns:a="http://schemas.openxmlformats.org/drawingml/2006/main">
              <a:ext uri="{FF2B5EF4-FFF2-40B4-BE49-F238E27FC236}">
                <a16:creationId xmlns:a16="http://schemas.microsoft.com/office/drawing/2014/main" id="{97B84262-64DD-45C6-99F6-78EB2EA6CCB1}"/>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0F14"/>
                </a:solidFill>
              </a:defRPr>
            </a:pPr>
            <a:r>
              <a:rPr sz="2850" b="1">
                <a:solidFill>
                  <a:srgbClr val="0B0F14"/>
                </a:solidFill>
              </a:rPr>
              <a:t>A connector is a falsifiable mechanical hypothesis</a:t>
            </a:r>
          </a:p>
        </p:txBody>
      </p:sp>
      <p:cxnSp>
        <p:nvCxnSpPr>
          <p:cNvPr id="34"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B87C5772-F3AA-4B91-B3FA-83AB9EF9FC42}"/>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21</a:t>
            </a:r>
          </a:p>
        </p:txBody>
      </p:sp>
      <p:sp>
        <p:nvSpPr>
          <p:cNvPr id="5" name="text">
            <a:extLst xmlns:a="http://schemas.openxmlformats.org/drawingml/2006/main">
              <a:ext uri="{FF2B5EF4-FFF2-40B4-BE49-F238E27FC236}">
                <a16:creationId xmlns:a16="http://schemas.microsoft.com/office/drawing/2014/main" id="{E32D5D59-FD06-484E-AE00-68950400CB29}"/>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sp>
        <p:nvSpPr>
          <p:cNvPr id="6" name="">
            <a:extLst xmlns:a="http://schemas.openxmlformats.org/drawingml/2006/main">
              <a:ext uri="{FF2B5EF4-FFF2-40B4-BE49-F238E27FC236}">
                <a16:creationId xmlns:a16="http://schemas.microsoft.com/office/drawing/2014/main" id="{FCEF6600-CE5F-4F7B-A5AB-74EFD526645A}"/>
              </a:ext>
            </a:extLst>
          </p:cNvPr>
          <p:cNvSpPr>
            <a:spLocks xmlns:a="http://schemas.openxmlformats.org/drawingml/2006/main" noGrp="1"/>
          </p:cNvSpPr>
          <p:nvPr/>
        </p:nvSpPr>
        <p:spPr>
          <a:xfrm xmlns:a="http://schemas.openxmlformats.org/drawingml/2006/main">
            <a:off x="552450" y="2190750"/>
            <a:ext cx="1952625" cy="2000250"/>
          </a:xfrm>
          <a:prstGeom xmlns:a="http://schemas.openxmlformats.org/drawingml/2006/main" prst="roundRect">
            <a:avLst>
              <a:gd name="adj" fmla="val 3902"/>
            </a:avLst>
          </a:prstGeom>
          <a:solidFill xmlns:a="http://schemas.openxmlformats.org/drawingml/2006/main">
            <a:srgbClr val="EEF4F7"/>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DB3D5C0C-E476-4B39-B396-DD3E3EC225C2}"/>
              </a:ext>
            </a:extLst>
          </p:cNvPr>
          <p:cNvSpPr>
            <a:spLocks xmlns:a="http://schemas.openxmlformats.org/drawingml/2006/main" noGrp="1"/>
          </p:cNvSpPr>
          <p:nvPr/>
        </p:nvSpPr>
        <p:spPr>
          <a:xfrm xmlns:a="http://schemas.openxmlformats.org/drawingml/2006/main">
            <a:off x="714375" y="24765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102A43"/>
                </a:solidFill>
              </a:defRPr>
            </a:pPr>
            <a:r>
              <a:rPr sz="1725" b="1">
                <a:solidFill>
                  <a:srgbClr val="102A43"/>
                </a:solidFill>
              </a:rPr>
              <a:t>Endpoints</a:t>
            </a:r>
          </a:p>
        </p:txBody>
      </p:sp>
      <p:cxnSp>
        <p:nvCxnSpPr>
          <p:cNvPr id="39" name=""/>
          <p:cNvCxnSpPr/>
          <p:nvPr/>
        </p:nvCxnSpPr>
        <p:spPr>
          <a:xfrm xmlns:a="http://schemas.openxmlformats.org/drawingml/2006/main">
            <a:off x="981075" y="3000375"/>
            <a:ext cx="1095375" cy="9525"/>
          </a:xfrm>
          <a:prstGeom xmlns:a="http://schemas.openxmlformats.org/drawingml/2006/main" prst="straightConnector1">
            <a:avLst/>
          </a:prstGeom>
          <a:ln xmlns:a="http://schemas.openxmlformats.org/drawingml/2006/main" w="19050">
            <a:solidFill>
              <a:srgbClr val="16A6B6"/>
            </a:solidFill>
            <a:prstDash val="solid"/>
          </a:ln>
        </p:spPr>
      </p:cxnSp>
      <p:sp>
        <p:nvSpPr>
          <p:cNvPr id="9" name="text">
            <a:extLst xmlns:a="http://schemas.openxmlformats.org/drawingml/2006/main">
              <a:ext uri="{FF2B5EF4-FFF2-40B4-BE49-F238E27FC236}">
                <a16:creationId xmlns:a16="http://schemas.microsoft.com/office/drawing/2014/main" id="{C7D251C9-7C71-4D57-BB2F-481A16BB5088}"/>
              </a:ext>
            </a:extLst>
          </p:cNvPr>
          <p:cNvSpPr>
            <a:spLocks xmlns:a="http://schemas.openxmlformats.org/drawingml/2006/main" noGrp="1"/>
          </p:cNvSpPr>
          <p:nvPr/>
        </p:nvSpPr>
        <p:spPr>
          <a:xfrm xmlns:a="http://schemas.openxmlformats.org/drawingml/2006/main">
            <a:off x="742950" y="3333750"/>
            <a:ext cx="1571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52616B"/>
                </a:solidFill>
              </a:defRPr>
            </a:pPr>
            <a:r>
              <a:rPr sz="1350" b="0">
                <a:solidFill>
                  <a:srgbClr val="52616B"/>
                </a:solidFill>
              </a:rPr>
              <a:t>which components or ports?</a:t>
            </a:r>
          </a:p>
        </p:txBody>
      </p:sp>
      <p:cxnSp>
        <p:nvCxnSpPr>
          <p:cNvPr id="41" name=""/>
          <p:cNvCxnSpPr/>
          <p:nvPr/>
        </p:nvCxnSpPr>
        <p:spPr>
          <a:xfrm xmlns:a="http://schemas.openxmlformats.org/drawingml/2006/main">
            <a:off x="2505075" y="3190875"/>
            <a:ext cx="333375" cy="9525"/>
          </a:xfrm>
          <a:prstGeom xmlns:a="http://schemas.openxmlformats.org/drawingml/2006/main" prst="straightConnector1">
            <a:avLst/>
          </a:prstGeom>
          <a:ln xmlns:a="http://schemas.openxmlformats.org/drawingml/2006/main" w="19050">
            <a:solidFill>
              <a:srgbClr val="B8C7D0"/>
            </a:solidFill>
            <a:prstDash val="solid"/>
          </a:ln>
        </p:spPr>
      </p:cxnSp>
      <p:sp>
        <p:nvSpPr>
          <p:cNvPr id="11" name="">
            <a:extLst xmlns:a="http://schemas.openxmlformats.org/drawingml/2006/main">
              <a:ext uri="{FF2B5EF4-FFF2-40B4-BE49-F238E27FC236}">
                <a16:creationId xmlns:a16="http://schemas.microsoft.com/office/drawing/2014/main" id="{FCA796B1-47C8-443F-B895-2DDE7BE6F64A}"/>
              </a:ext>
            </a:extLst>
          </p:cNvPr>
          <p:cNvSpPr>
            <a:spLocks xmlns:a="http://schemas.openxmlformats.org/drawingml/2006/main" noGrp="1"/>
          </p:cNvSpPr>
          <p:nvPr/>
        </p:nvSpPr>
        <p:spPr>
          <a:xfrm xmlns:a="http://schemas.openxmlformats.org/drawingml/2006/main">
            <a:off x="2838450" y="2190750"/>
            <a:ext cx="1952625" cy="2000250"/>
          </a:xfrm>
          <a:prstGeom xmlns:a="http://schemas.openxmlformats.org/drawingml/2006/main" prst="roundRect">
            <a:avLst>
              <a:gd name="adj" fmla="val 3902"/>
            </a:avLst>
          </a:prstGeom>
          <a:solidFill xmlns:a="http://schemas.openxmlformats.org/drawingml/2006/main">
            <a:srgbClr val="EEF4F7"/>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2E066534-D1D6-4A14-96BE-907FC4299870}"/>
              </a:ext>
            </a:extLst>
          </p:cNvPr>
          <p:cNvSpPr>
            <a:spLocks xmlns:a="http://schemas.openxmlformats.org/drawingml/2006/main" noGrp="1"/>
          </p:cNvSpPr>
          <p:nvPr/>
        </p:nvSpPr>
        <p:spPr>
          <a:xfrm xmlns:a="http://schemas.openxmlformats.org/drawingml/2006/main">
            <a:off x="3000375" y="24765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102A43"/>
                </a:solidFill>
              </a:defRPr>
            </a:pPr>
            <a:r>
              <a:rPr sz="1725" b="1">
                <a:solidFill>
                  <a:srgbClr val="102A43"/>
                </a:solidFill>
              </a:rPr>
              <a:t>Mechanics</a:t>
            </a:r>
          </a:p>
        </p:txBody>
      </p:sp>
      <p:cxnSp>
        <p:nvCxnSpPr>
          <p:cNvPr id="44" name=""/>
          <p:cNvCxnSpPr/>
          <p:nvPr/>
        </p:nvCxnSpPr>
        <p:spPr>
          <a:xfrm xmlns:a="http://schemas.openxmlformats.org/drawingml/2006/main">
            <a:off x="3267075" y="3000375"/>
            <a:ext cx="1095375" cy="9525"/>
          </a:xfrm>
          <a:prstGeom xmlns:a="http://schemas.openxmlformats.org/drawingml/2006/main" prst="straightConnector1">
            <a:avLst/>
          </a:prstGeom>
          <a:ln xmlns:a="http://schemas.openxmlformats.org/drawingml/2006/main" w="19050">
            <a:solidFill>
              <a:srgbClr val="16A6B6"/>
            </a:solidFill>
            <a:prstDash val="solid"/>
          </a:ln>
        </p:spPr>
      </p:cxnSp>
      <p:sp>
        <p:nvSpPr>
          <p:cNvPr id="14" name="text">
            <a:extLst xmlns:a="http://schemas.openxmlformats.org/drawingml/2006/main">
              <a:ext uri="{FF2B5EF4-FFF2-40B4-BE49-F238E27FC236}">
                <a16:creationId xmlns:a16="http://schemas.microsoft.com/office/drawing/2014/main" id="{02F67FA1-5797-4CF6-A919-64CD85F63CCD}"/>
              </a:ext>
            </a:extLst>
          </p:cNvPr>
          <p:cNvSpPr>
            <a:spLocks xmlns:a="http://schemas.openxmlformats.org/drawingml/2006/main" noGrp="1"/>
          </p:cNvSpPr>
          <p:nvPr/>
        </p:nvSpPr>
        <p:spPr>
          <a:xfrm xmlns:a="http://schemas.openxmlformats.org/drawingml/2006/main">
            <a:off x="3028950" y="3333750"/>
            <a:ext cx="1571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52616B"/>
                </a:solidFill>
              </a:defRPr>
            </a:pPr>
            <a:r>
              <a:rPr sz="1350" b="0">
                <a:solidFill>
                  <a:srgbClr val="52616B"/>
                </a:solidFill>
              </a:rPr>
              <a:t>equal-and-opposite reactions</a:t>
            </a:r>
          </a:p>
        </p:txBody>
      </p:sp>
      <p:cxnSp>
        <p:nvCxnSpPr>
          <p:cNvPr id="46" name=""/>
          <p:cNvCxnSpPr/>
          <p:nvPr/>
        </p:nvCxnSpPr>
        <p:spPr>
          <a:xfrm xmlns:a="http://schemas.openxmlformats.org/drawingml/2006/main">
            <a:off x="4791075" y="3190875"/>
            <a:ext cx="333375" cy="9525"/>
          </a:xfrm>
          <a:prstGeom xmlns:a="http://schemas.openxmlformats.org/drawingml/2006/main" prst="straightConnector1">
            <a:avLst/>
          </a:prstGeom>
          <a:ln xmlns:a="http://schemas.openxmlformats.org/drawingml/2006/main" w="19050">
            <a:solidFill>
              <a:srgbClr val="B8C7D0"/>
            </a:solidFill>
            <a:prstDash val="solid"/>
          </a:ln>
        </p:spPr>
      </p:cxnSp>
      <p:sp>
        <p:nvSpPr>
          <p:cNvPr id="16" name="">
            <a:extLst xmlns:a="http://schemas.openxmlformats.org/drawingml/2006/main">
              <a:ext uri="{FF2B5EF4-FFF2-40B4-BE49-F238E27FC236}">
                <a16:creationId xmlns:a16="http://schemas.microsoft.com/office/drawing/2014/main" id="{7250D382-9C97-468F-A835-CCF0F356BE8E}"/>
              </a:ext>
            </a:extLst>
          </p:cNvPr>
          <p:cNvSpPr>
            <a:spLocks xmlns:a="http://schemas.openxmlformats.org/drawingml/2006/main" noGrp="1"/>
          </p:cNvSpPr>
          <p:nvPr/>
        </p:nvSpPr>
        <p:spPr>
          <a:xfrm xmlns:a="http://schemas.openxmlformats.org/drawingml/2006/main">
            <a:off x="5124450" y="2190750"/>
            <a:ext cx="1952625" cy="2000250"/>
          </a:xfrm>
          <a:prstGeom xmlns:a="http://schemas.openxmlformats.org/drawingml/2006/main" prst="roundRect">
            <a:avLst>
              <a:gd name="adj" fmla="val 3902"/>
            </a:avLst>
          </a:prstGeom>
          <a:solidFill xmlns:a="http://schemas.openxmlformats.org/drawingml/2006/main">
            <a:srgbClr val="EEF4F7"/>
          </a:solidFill>
          <a:ln xmlns:a="http://schemas.openxmlformats.org/drawingml/2006/main" w="0">
            <a:noFill/>
            <a:prstDash val="solid"/>
          </a:ln>
        </p:spPr>
      </p:sp>
      <p:sp>
        <p:nvSpPr>
          <p:cNvPr id="17" name="text">
            <a:extLst xmlns:a="http://schemas.openxmlformats.org/drawingml/2006/main">
              <a:ext uri="{FF2B5EF4-FFF2-40B4-BE49-F238E27FC236}">
                <a16:creationId xmlns:a16="http://schemas.microsoft.com/office/drawing/2014/main" id="{20437A6E-BB3B-40D1-8971-8C597F9A6A39}"/>
              </a:ext>
            </a:extLst>
          </p:cNvPr>
          <p:cNvSpPr>
            <a:spLocks xmlns:a="http://schemas.openxmlformats.org/drawingml/2006/main" noGrp="1"/>
          </p:cNvSpPr>
          <p:nvPr/>
        </p:nvSpPr>
        <p:spPr>
          <a:xfrm xmlns:a="http://schemas.openxmlformats.org/drawingml/2006/main">
            <a:off x="5286375" y="24765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102A43"/>
                </a:solidFill>
              </a:defRPr>
            </a:pPr>
            <a:r>
              <a:rPr sz="1725" b="1">
                <a:solidFill>
                  <a:srgbClr val="102A43"/>
                </a:solidFill>
              </a:rPr>
              <a:t>Events</a:t>
            </a:r>
          </a:p>
        </p:txBody>
      </p:sp>
      <p:cxnSp>
        <p:nvCxnSpPr>
          <p:cNvPr id="49" name=""/>
          <p:cNvCxnSpPr/>
          <p:nvPr/>
        </p:nvCxnSpPr>
        <p:spPr>
          <a:xfrm xmlns:a="http://schemas.openxmlformats.org/drawingml/2006/main">
            <a:off x="5553075" y="3000375"/>
            <a:ext cx="1095375" cy="9525"/>
          </a:xfrm>
          <a:prstGeom xmlns:a="http://schemas.openxmlformats.org/drawingml/2006/main" prst="straightConnector1">
            <a:avLst/>
          </a:prstGeom>
          <a:ln xmlns:a="http://schemas.openxmlformats.org/drawingml/2006/main" w="19050">
            <a:solidFill>
              <a:srgbClr val="16A6B6"/>
            </a:solidFill>
            <a:prstDash val="solid"/>
          </a:ln>
        </p:spPr>
      </p:cxnSp>
      <p:sp>
        <p:nvSpPr>
          <p:cNvPr id="19" name="text">
            <a:extLst xmlns:a="http://schemas.openxmlformats.org/drawingml/2006/main">
              <a:ext uri="{FF2B5EF4-FFF2-40B4-BE49-F238E27FC236}">
                <a16:creationId xmlns:a16="http://schemas.microsoft.com/office/drawing/2014/main" id="{64386B4F-70C6-48B2-8599-2D37D5F13942}"/>
              </a:ext>
            </a:extLst>
          </p:cNvPr>
          <p:cNvSpPr>
            <a:spLocks xmlns:a="http://schemas.openxmlformats.org/drawingml/2006/main" noGrp="1"/>
          </p:cNvSpPr>
          <p:nvPr/>
        </p:nvSpPr>
        <p:spPr>
          <a:xfrm xmlns:a="http://schemas.openxmlformats.org/drawingml/2006/main">
            <a:off x="5314950" y="3333750"/>
            <a:ext cx="1571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52616B"/>
                </a:solidFill>
              </a:defRPr>
            </a:pPr>
            <a:r>
              <a:rPr sz="1350" b="0">
                <a:solidFill>
                  <a:srgbClr val="52616B"/>
                </a:solidFill>
              </a:rPr>
              <a:t>bind / detach / remap</a:t>
            </a:r>
          </a:p>
        </p:txBody>
      </p:sp>
      <p:cxnSp>
        <p:nvCxnSpPr>
          <p:cNvPr id="51" name=""/>
          <p:cNvCxnSpPr/>
          <p:nvPr/>
        </p:nvCxnSpPr>
        <p:spPr>
          <a:xfrm xmlns:a="http://schemas.openxmlformats.org/drawingml/2006/main">
            <a:off x="7077075" y="3190875"/>
            <a:ext cx="333375" cy="9525"/>
          </a:xfrm>
          <a:prstGeom xmlns:a="http://schemas.openxmlformats.org/drawingml/2006/main" prst="straightConnector1">
            <a:avLst/>
          </a:prstGeom>
          <a:ln xmlns:a="http://schemas.openxmlformats.org/drawingml/2006/main" w="19050">
            <a:solidFill>
              <a:srgbClr val="B8C7D0"/>
            </a:solidFill>
            <a:prstDash val="solid"/>
          </a:ln>
        </p:spPr>
      </p:cxnSp>
      <p:sp>
        <p:nvSpPr>
          <p:cNvPr id="21" name="">
            <a:extLst xmlns:a="http://schemas.openxmlformats.org/drawingml/2006/main">
              <a:ext uri="{FF2B5EF4-FFF2-40B4-BE49-F238E27FC236}">
                <a16:creationId xmlns:a16="http://schemas.microsoft.com/office/drawing/2014/main" id="{A03D2E11-465F-4E8C-8E11-6E48BF8A55F4}"/>
              </a:ext>
            </a:extLst>
          </p:cNvPr>
          <p:cNvSpPr>
            <a:spLocks xmlns:a="http://schemas.openxmlformats.org/drawingml/2006/main" noGrp="1"/>
          </p:cNvSpPr>
          <p:nvPr/>
        </p:nvSpPr>
        <p:spPr>
          <a:xfrm xmlns:a="http://schemas.openxmlformats.org/drawingml/2006/main">
            <a:off x="7410450" y="2190750"/>
            <a:ext cx="1952625" cy="2000250"/>
          </a:xfrm>
          <a:prstGeom xmlns:a="http://schemas.openxmlformats.org/drawingml/2006/main" prst="roundRect">
            <a:avLst>
              <a:gd name="adj" fmla="val 3902"/>
            </a:avLst>
          </a:prstGeom>
          <a:solidFill xmlns:a="http://schemas.openxmlformats.org/drawingml/2006/main">
            <a:srgbClr val="EEF4F7"/>
          </a:solidFill>
          <a:ln xmlns:a="http://schemas.openxmlformats.org/drawingml/2006/main" w="0">
            <a:noFill/>
            <a:prstDash val="solid"/>
          </a:ln>
        </p:spPr>
      </p:sp>
      <p:sp>
        <p:nvSpPr>
          <p:cNvPr id="22" name="text">
            <a:extLst xmlns:a="http://schemas.openxmlformats.org/drawingml/2006/main">
              <a:ext uri="{FF2B5EF4-FFF2-40B4-BE49-F238E27FC236}">
                <a16:creationId xmlns:a16="http://schemas.microsoft.com/office/drawing/2014/main" id="{142B32FC-49A3-463F-831A-B49C4937F740}"/>
              </a:ext>
            </a:extLst>
          </p:cNvPr>
          <p:cNvSpPr>
            <a:spLocks xmlns:a="http://schemas.openxmlformats.org/drawingml/2006/main" noGrp="1"/>
          </p:cNvSpPr>
          <p:nvPr/>
        </p:nvSpPr>
        <p:spPr>
          <a:xfrm xmlns:a="http://schemas.openxmlformats.org/drawingml/2006/main">
            <a:off x="7572375" y="24765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102A43"/>
                </a:solidFill>
              </a:defRPr>
            </a:pPr>
            <a:r>
              <a:rPr sz="1725" b="1">
                <a:solidFill>
                  <a:srgbClr val="102A43"/>
                </a:solidFill>
              </a:rPr>
              <a:t>Transaction</a:t>
            </a:r>
          </a:p>
        </p:txBody>
      </p:sp>
      <p:cxnSp>
        <p:nvCxnSpPr>
          <p:cNvPr id="54" name=""/>
          <p:cNvCxnSpPr/>
          <p:nvPr/>
        </p:nvCxnSpPr>
        <p:spPr>
          <a:xfrm xmlns:a="http://schemas.openxmlformats.org/drawingml/2006/main">
            <a:off x="7839075" y="3000375"/>
            <a:ext cx="1095375" cy="9525"/>
          </a:xfrm>
          <a:prstGeom xmlns:a="http://schemas.openxmlformats.org/drawingml/2006/main" prst="straightConnector1">
            <a:avLst/>
          </a:prstGeom>
          <a:ln xmlns:a="http://schemas.openxmlformats.org/drawingml/2006/main" w="19050">
            <a:solidFill>
              <a:srgbClr val="16A6B6"/>
            </a:solidFill>
            <a:prstDash val="solid"/>
          </a:ln>
        </p:spPr>
      </p:cxnSp>
      <p:sp>
        <p:nvSpPr>
          <p:cNvPr id="24" name="text">
            <a:extLst xmlns:a="http://schemas.openxmlformats.org/drawingml/2006/main">
              <a:ext uri="{FF2B5EF4-FFF2-40B4-BE49-F238E27FC236}">
                <a16:creationId xmlns:a16="http://schemas.microsoft.com/office/drawing/2014/main" id="{4001929C-1EEA-4ABD-A5A2-185C6E2F5397}"/>
              </a:ext>
            </a:extLst>
          </p:cNvPr>
          <p:cNvSpPr>
            <a:spLocks xmlns:a="http://schemas.openxmlformats.org/drawingml/2006/main" noGrp="1"/>
          </p:cNvSpPr>
          <p:nvPr/>
        </p:nvSpPr>
        <p:spPr>
          <a:xfrm xmlns:a="http://schemas.openxmlformats.org/drawingml/2006/main">
            <a:off x="7600950" y="3333750"/>
            <a:ext cx="1571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52616B"/>
                </a:solidFill>
              </a:defRPr>
            </a:pPr>
            <a:r>
              <a:rPr sz="1350" b="0">
                <a:solidFill>
                  <a:srgbClr val="52616B"/>
                </a:solidFill>
              </a:rPr>
              <a:t>candidate + restore</a:t>
            </a:r>
          </a:p>
        </p:txBody>
      </p:sp>
      <p:cxnSp>
        <p:nvCxnSpPr>
          <p:cNvPr id="56" name=""/>
          <p:cNvCxnSpPr/>
          <p:nvPr/>
        </p:nvCxnSpPr>
        <p:spPr>
          <a:xfrm xmlns:a="http://schemas.openxmlformats.org/drawingml/2006/main">
            <a:off x="9363075" y="3190875"/>
            <a:ext cx="333375" cy="9525"/>
          </a:xfrm>
          <a:prstGeom xmlns:a="http://schemas.openxmlformats.org/drawingml/2006/main" prst="straightConnector1">
            <a:avLst/>
          </a:prstGeom>
          <a:ln xmlns:a="http://schemas.openxmlformats.org/drawingml/2006/main" w="19050">
            <a:solidFill>
              <a:srgbClr val="B8C7D0"/>
            </a:solidFill>
            <a:prstDash val="solid"/>
          </a:ln>
        </p:spPr>
      </p:cxnSp>
      <p:sp>
        <p:nvSpPr>
          <p:cNvPr id="26" name="">
            <a:extLst xmlns:a="http://schemas.openxmlformats.org/drawingml/2006/main">
              <a:ext uri="{FF2B5EF4-FFF2-40B4-BE49-F238E27FC236}">
                <a16:creationId xmlns:a16="http://schemas.microsoft.com/office/drawing/2014/main" id="{BDFB049A-9240-49BA-99A8-3AB0D770F663}"/>
              </a:ext>
            </a:extLst>
          </p:cNvPr>
          <p:cNvSpPr>
            <a:spLocks xmlns:a="http://schemas.openxmlformats.org/drawingml/2006/main" noGrp="1"/>
          </p:cNvSpPr>
          <p:nvPr/>
        </p:nvSpPr>
        <p:spPr>
          <a:xfrm xmlns:a="http://schemas.openxmlformats.org/drawingml/2006/main">
            <a:off x="9696450" y="2190750"/>
            <a:ext cx="1952625" cy="2000250"/>
          </a:xfrm>
          <a:prstGeom xmlns:a="http://schemas.openxmlformats.org/drawingml/2006/main" prst="roundRect">
            <a:avLst>
              <a:gd name="adj" fmla="val 3902"/>
            </a:avLst>
          </a:prstGeom>
          <a:solidFill xmlns:a="http://schemas.openxmlformats.org/drawingml/2006/main">
            <a:srgbClr val="EEF4F7"/>
          </a:solidFill>
          <a:ln xmlns:a="http://schemas.openxmlformats.org/drawingml/2006/main" w="0">
            <a:noFill/>
            <a:prstDash val="solid"/>
          </a:ln>
        </p:spPr>
      </p:sp>
      <p:sp>
        <p:nvSpPr>
          <p:cNvPr id="27" name="text">
            <a:extLst xmlns:a="http://schemas.openxmlformats.org/drawingml/2006/main">
              <a:ext uri="{FF2B5EF4-FFF2-40B4-BE49-F238E27FC236}">
                <a16:creationId xmlns:a16="http://schemas.microsoft.com/office/drawing/2014/main" id="{F2C54905-C20B-4B54-8C5C-76E17E8DF4A3}"/>
              </a:ext>
            </a:extLst>
          </p:cNvPr>
          <p:cNvSpPr>
            <a:spLocks xmlns:a="http://schemas.openxmlformats.org/drawingml/2006/main" noGrp="1"/>
          </p:cNvSpPr>
          <p:nvPr/>
        </p:nvSpPr>
        <p:spPr>
          <a:xfrm xmlns:a="http://schemas.openxmlformats.org/drawingml/2006/main">
            <a:off x="9858375" y="24765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102A43"/>
                </a:solidFill>
              </a:defRPr>
            </a:pPr>
            <a:r>
              <a:rPr sz="1725" b="1">
                <a:solidFill>
                  <a:srgbClr val="102A43"/>
                </a:solidFill>
              </a:rPr>
              <a:t>Ledger</a:t>
            </a:r>
          </a:p>
        </p:txBody>
      </p:sp>
      <p:cxnSp>
        <p:nvCxnSpPr>
          <p:cNvPr id="59" name=""/>
          <p:cNvCxnSpPr/>
          <p:nvPr/>
        </p:nvCxnSpPr>
        <p:spPr>
          <a:xfrm xmlns:a="http://schemas.openxmlformats.org/drawingml/2006/main">
            <a:off x="10125075" y="3000375"/>
            <a:ext cx="1095375" cy="9525"/>
          </a:xfrm>
          <a:prstGeom xmlns:a="http://schemas.openxmlformats.org/drawingml/2006/main" prst="straightConnector1">
            <a:avLst/>
          </a:prstGeom>
          <a:ln xmlns:a="http://schemas.openxmlformats.org/drawingml/2006/main" w="19050">
            <a:solidFill>
              <a:srgbClr val="16A6B6"/>
            </a:solidFill>
            <a:prstDash val="solid"/>
          </a:ln>
        </p:spPr>
      </p:cxnSp>
      <p:sp>
        <p:nvSpPr>
          <p:cNvPr id="29" name="text">
            <a:extLst xmlns:a="http://schemas.openxmlformats.org/drawingml/2006/main">
              <a:ext uri="{FF2B5EF4-FFF2-40B4-BE49-F238E27FC236}">
                <a16:creationId xmlns:a16="http://schemas.microsoft.com/office/drawing/2014/main" id="{C9651E33-81B7-4EED-9B85-EE67E6A53EB0}"/>
              </a:ext>
            </a:extLst>
          </p:cNvPr>
          <p:cNvSpPr>
            <a:spLocks xmlns:a="http://schemas.openxmlformats.org/drawingml/2006/main" noGrp="1"/>
          </p:cNvSpPr>
          <p:nvPr/>
        </p:nvSpPr>
        <p:spPr>
          <a:xfrm xmlns:a="http://schemas.openxmlformats.org/drawingml/2006/main">
            <a:off x="9886950" y="3333750"/>
            <a:ext cx="1571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52616B"/>
                </a:solidFill>
              </a:defRPr>
            </a:pPr>
            <a:r>
              <a:rPr sz="1350" b="0">
                <a:solidFill>
                  <a:srgbClr val="52616B"/>
                </a:solidFill>
              </a:rPr>
              <a:t>force, work, mass, topology</a:t>
            </a:r>
          </a:p>
        </p:txBody>
      </p:sp>
      <p:sp>
        <p:nvSpPr>
          <p:cNvPr id="30" name="">
            <a:extLst xmlns:a="http://schemas.openxmlformats.org/drawingml/2006/main">
              <a:ext uri="{FF2B5EF4-FFF2-40B4-BE49-F238E27FC236}">
                <a16:creationId xmlns:a16="http://schemas.microsoft.com/office/drawing/2014/main" id="{6DD79609-35FC-487B-983A-E40CDEDCCDDB}"/>
              </a:ext>
            </a:extLst>
          </p:cNvPr>
          <p:cNvSpPr>
            <a:spLocks xmlns:a="http://schemas.openxmlformats.org/drawingml/2006/main" noGrp="1"/>
          </p:cNvSpPr>
          <p:nvPr/>
        </p:nvSpPr>
        <p:spPr>
          <a:xfrm xmlns:a="http://schemas.openxmlformats.org/drawingml/2006/main">
            <a:off x="714375" y="5191125"/>
            <a:ext cx="10763250" cy="714375"/>
          </a:xfrm>
          <a:prstGeom xmlns:a="http://schemas.openxmlformats.org/drawingml/2006/main" prst="roundRect">
            <a:avLst>
              <a:gd name="adj" fmla="val 10667"/>
            </a:avLst>
          </a:prstGeom>
          <a:solidFill xmlns:a="http://schemas.openxmlformats.org/drawingml/2006/main">
            <a:srgbClr val="E8F4F5"/>
          </a:solidFill>
          <a:ln xmlns:a="http://schemas.openxmlformats.org/drawingml/2006/main" w="0">
            <a:noFill/>
            <a:prstDash val="solid"/>
          </a:ln>
        </p:spPr>
      </p:sp>
      <p:sp>
        <p:nvSpPr>
          <p:cNvPr id="31" name="text">
            <a:extLst xmlns:a="http://schemas.openxmlformats.org/drawingml/2006/main">
              <a:ext uri="{FF2B5EF4-FFF2-40B4-BE49-F238E27FC236}">
                <a16:creationId xmlns:a16="http://schemas.microsoft.com/office/drawing/2014/main" id="{92D82C2D-CD69-48DB-ABB2-480A601B5A0E}"/>
              </a:ext>
            </a:extLst>
          </p:cNvPr>
          <p:cNvSpPr>
            <a:spLocks xmlns:a="http://schemas.openxmlformats.org/drawingml/2006/main" noGrp="1"/>
          </p:cNvSpPr>
          <p:nvPr/>
        </p:nvSpPr>
        <p:spPr>
          <a:xfrm xmlns:a="http://schemas.openxmlformats.org/drawingml/2006/main">
            <a:off x="923925" y="5372100"/>
            <a:ext cx="10344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102A43"/>
                </a:solidFill>
              </a:defRPr>
            </a:pPr>
            <a:r>
              <a:rPr sz="1875" b="1">
                <a:solidFill>
                  <a:srgbClr val="102A43"/>
                </a:solidFill>
              </a:rPr>
              <a:t>Fa←b + Fb←a = 0;  every graph edge dispatches exactly once per mechanical phase</a:t>
            </a:r>
          </a:p>
        </p:txBody>
      </p:sp>
    </p:spTree>
    <p:extLst>
      <p:ext uri="{BB962C8B-B14F-4D97-AF65-F5344CB8AC3E}">
        <p14:creationId xmlns:p14="http://schemas.microsoft.com/office/powerpoint/2010/main" val="178954890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text">
            <a:extLst xmlns:a="http://schemas.openxmlformats.org/drawingml/2006/main">
              <a:ext uri="{FF2B5EF4-FFF2-40B4-BE49-F238E27FC236}">
                <a16:creationId xmlns:a16="http://schemas.microsoft.com/office/drawing/2014/main" id="{C169DEC3-1D7D-4832-8DC1-FDBBAF7ABEDE}"/>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LOAD PATH</a:t>
            </a:r>
          </a:p>
        </p:txBody>
      </p:sp>
      <p:sp>
        <p:nvSpPr>
          <p:cNvPr id="2" name="text">
            <a:extLst xmlns:a="http://schemas.openxmlformats.org/drawingml/2006/main">
              <a:ext uri="{FF2B5EF4-FFF2-40B4-BE49-F238E27FC236}">
                <a16:creationId xmlns:a16="http://schemas.microsoft.com/office/drawing/2014/main" id="{8D751CFA-0F6D-4D85-B544-67E2DD6CCEE6}"/>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0F14"/>
                </a:solidFill>
              </a:defRPr>
            </a:pPr>
            <a:r>
              <a:rPr sz="2850" b="1">
                <a:solidFill>
                  <a:srgbClr val="0B0F14"/>
                </a:solidFill>
              </a:rPr>
              <a:t>The traction spine is the most informative connected experiment</a:t>
            </a:r>
          </a:p>
        </p:txBody>
      </p:sp>
      <p:cxnSp>
        <p:nvCxnSpPr>
          <p:cNvPr id="27"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6E071480-4323-4AD5-B1C3-9034AD958CA0}"/>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22</a:t>
            </a:r>
          </a:p>
        </p:txBody>
      </p:sp>
      <p:sp>
        <p:nvSpPr>
          <p:cNvPr id="5" name="text">
            <a:extLst xmlns:a="http://schemas.openxmlformats.org/drawingml/2006/main">
              <a:ext uri="{FF2B5EF4-FFF2-40B4-BE49-F238E27FC236}">
                <a16:creationId xmlns:a16="http://schemas.microsoft.com/office/drawing/2014/main" id="{35620D08-1311-4335-B5EF-14A5BD0CE02E}"/>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sp>
        <p:nvSpPr>
          <p:cNvPr id="6" name="">
            <a:extLst xmlns:a="http://schemas.openxmlformats.org/drawingml/2006/main">
              <a:ext uri="{FF2B5EF4-FFF2-40B4-BE49-F238E27FC236}">
                <a16:creationId xmlns:a16="http://schemas.microsoft.com/office/drawing/2014/main" id="{3EB63E97-2291-4FEA-B31A-2C0A0B79F48C}"/>
              </a:ext>
            </a:extLst>
          </p:cNvPr>
          <p:cNvSpPr>
            <a:spLocks xmlns:a="http://schemas.openxmlformats.org/drawingml/2006/main" noGrp="1"/>
          </p:cNvSpPr>
          <p:nvPr/>
        </p:nvSpPr>
        <p:spPr>
          <a:xfrm xmlns:a="http://schemas.openxmlformats.org/drawingml/2006/main">
            <a:off x="428625" y="2667000"/>
            <a:ext cx="1571625" cy="781050"/>
          </a:xfrm>
          <a:prstGeom xmlns:a="http://schemas.openxmlformats.org/drawingml/2006/main" prst="roundRect">
            <a:avLst>
              <a:gd name="adj" fmla="val 9756"/>
            </a:avLst>
          </a:prstGeom>
          <a:solidFill xmlns:a="http://schemas.openxmlformats.org/drawingml/2006/main">
            <a:srgbClr val="FCE7E1"/>
          </a:solidFill>
          <a:ln xmlns:a="http://schemas.openxmlformats.org/drawingml/2006/main" w="14288">
            <a:solidFill>
              <a:srgbClr val="E76F51"/>
            </a:solidFill>
            <a:prstDash val="solid"/>
          </a:ln>
        </p:spPr>
      </p:sp>
      <p:sp>
        <p:nvSpPr>
          <p:cNvPr id="7" name="text">
            <a:extLst xmlns:a="http://schemas.openxmlformats.org/drawingml/2006/main">
              <a:ext uri="{FF2B5EF4-FFF2-40B4-BE49-F238E27FC236}">
                <a16:creationId xmlns:a16="http://schemas.microsoft.com/office/drawing/2014/main" id="{243D4BC2-8217-4320-A73A-577171A916C2}"/>
              </a:ext>
            </a:extLst>
          </p:cNvPr>
          <p:cNvSpPr>
            <a:spLocks xmlns:a="http://schemas.openxmlformats.org/drawingml/2006/main" noGrp="1"/>
          </p:cNvSpPr>
          <p:nvPr/>
        </p:nvSpPr>
        <p:spPr>
          <a:xfrm xmlns:a="http://schemas.openxmlformats.org/drawingml/2006/main">
            <a:off x="523875" y="2800350"/>
            <a:ext cx="1381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102A43"/>
                </a:solidFill>
              </a:defRPr>
            </a:pPr>
            <a:r>
              <a:rPr sz="1275" b="1">
                <a:solidFill>
                  <a:srgbClr val="102A43"/>
                </a:solidFill>
              </a:rPr>
              <a:t>NMII</a:t>
            </a:r>
          </a:p>
        </p:txBody>
      </p:sp>
      <p:cxnSp>
        <p:nvCxnSpPr>
          <p:cNvPr id="32" name=""/>
          <p:cNvCxnSpPr/>
          <p:nvPr/>
        </p:nvCxnSpPr>
        <p:spPr>
          <a:xfrm xmlns:a="http://schemas.openxmlformats.org/drawingml/2006/main">
            <a:off x="2000250" y="3057525"/>
            <a:ext cx="333375" cy="9525"/>
          </a:xfrm>
          <a:prstGeom xmlns:a="http://schemas.openxmlformats.org/drawingml/2006/main" prst="straightConnector1">
            <a:avLst/>
          </a:prstGeom>
          <a:ln xmlns:a="http://schemas.openxmlformats.org/drawingml/2006/main" w="28575">
            <a:solidFill>
              <a:srgbClr val="102A43"/>
            </a:solidFill>
            <a:prstDash val="solid"/>
          </a:ln>
        </p:spPr>
      </p:cxnSp>
      <p:sp>
        <p:nvSpPr>
          <p:cNvPr id="9" name="">
            <a:extLst xmlns:a="http://schemas.openxmlformats.org/drawingml/2006/main">
              <a:ext uri="{FF2B5EF4-FFF2-40B4-BE49-F238E27FC236}">
                <a16:creationId xmlns:a16="http://schemas.microsoft.com/office/drawing/2014/main" id="{FD51E0C6-00D4-4F89-9A0C-06D958909771}"/>
              </a:ext>
            </a:extLst>
          </p:cNvPr>
          <p:cNvSpPr>
            <a:spLocks xmlns:a="http://schemas.openxmlformats.org/drawingml/2006/main" noGrp="1"/>
          </p:cNvSpPr>
          <p:nvPr/>
        </p:nvSpPr>
        <p:spPr>
          <a:xfrm xmlns:a="http://schemas.openxmlformats.org/drawingml/2006/main">
            <a:off x="2333625" y="2667000"/>
            <a:ext cx="1571625" cy="781050"/>
          </a:xfrm>
          <a:prstGeom xmlns:a="http://schemas.openxmlformats.org/drawingml/2006/main" prst="roundRect">
            <a:avLst>
              <a:gd name="adj" fmla="val 9756"/>
            </a:avLst>
          </a:prstGeom>
          <a:solidFill xmlns:a="http://schemas.openxmlformats.org/drawingml/2006/main">
            <a:srgbClr val="E8F4F5"/>
          </a:solidFill>
          <a:ln xmlns:a="http://schemas.openxmlformats.org/drawingml/2006/main" w="14288">
            <a:solidFill>
              <a:srgbClr val="16A6B6"/>
            </a:solidFill>
            <a:prstDash val="solid"/>
          </a:ln>
        </p:spPr>
      </p:sp>
      <p:sp>
        <p:nvSpPr>
          <p:cNvPr id="10" name="text">
            <a:extLst xmlns:a="http://schemas.openxmlformats.org/drawingml/2006/main">
              <a:ext uri="{FF2B5EF4-FFF2-40B4-BE49-F238E27FC236}">
                <a16:creationId xmlns:a16="http://schemas.microsoft.com/office/drawing/2014/main" id="{0A214A9A-A933-4F49-A0F8-D2B6A3651CA9}"/>
              </a:ext>
            </a:extLst>
          </p:cNvPr>
          <p:cNvSpPr>
            <a:spLocks xmlns:a="http://schemas.openxmlformats.org/drawingml/2006/main" noGrp="1"/>
          </p:cNvSpPr>
          <p:nvPr/>
        </p:nvSpPr>
        <p:spPr>
          <a:xfrm xmlns:a="http://schemas.openxmlformats.org/drawingml/2006/main">
            <a:off x="2428875" y="2800350"/>
            <a:ext cx="1381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102A43"/>
                </a:solidFill>
              </a:defRPr>
            </a:pPr>
            <a:r>
              <a:rPr sz="1275" b="1">
                <a:solidFill>
                  <a:srgbClr val="102A43"/>
                </a:solidFill>
              </a:rPr>
              <a:t>stress fiber</a:t>
            </a:r>
          </a:p>
        </p:txBody>
      </p:sp>
      <p:cxnSp>
        <p:nvCxnSpPr>
          <p:cNvPr id="35" name=""/>
          <p:cNvCxnSpPr/>
          <p:nvPr/>
        </p:nvCxnSpPr>
        <p:spPr>
          <a:xfrm xmlns:a="http://schemas.openxmlformats.org/drawingml/2006/main">
            <a:off x="3905250" y="3057525"/>
            <a:ext cx="333375" cy="9525"/>
          </a:xfrm>
          <a:prstGeom xmlns:a="http://schemas.openxmlformats.org/drawingml/2006/main" prst="straightConnector1">
            <a:avLst/>
          </a:prstGeom>
          <a:ln xmlns:a="http://schemas.openxmlformats.org/drawingml/2006/main" w="28575">
            <a:solidFill>
              <a:srgbClr val="102A43"/>
            </a:solidFill>
            <a:prstDash val="solid"/>
          </a:ln>
        </p:spPr>
      </p:cxnSp>
      <p:sp>
        <p:nvSpPr>
          <p:cNvPr id="12" name="">
            <a:extLst xmlns:a="http://schemas.openxmlformats.org/drawingml/2006/main">
              <a:ext uri="{FF2B5EF4-FFF2-40B4-BE49-F238E27FC236}">
                <a16:creationId xmlns:a16="http://schemas.microsoft.com/office/drawing/2014/main" id="{76FC5284-6632-49CC-9478-FBFFBC9AA930}"/>
              </a:ext>
            </a:extLst>
          </p:cNvPr>
          <p:cNvSpPr>
            <a:spLocks xmlns:a="http://schemas.openxmlformats.org/drawingml/2006/main" noGrp="1"/>
          </p:cNvSpPr>
          <p:nvPr/>
        </p:nvSpPr>
        <p:spPr>
          <a:xfrm xmlns:a="http://schemas.openxmlformats.org/drawingml/2006/main">
            <a:off x="4238625" y="2667000"/>
            <a:ext cx="1571625" cy="781050"/>
          </a:xfrm>
          <a:prstGeom xmlns:a="http://schemas.openxmlformats.org/drawingml/2006/main" prst="roundRect">
            <a:avLst>
              <a:gd name="adj" fmla="val 9756"/>
            </a:avLst>
          </a:prstGeom>
          <a:solidFill xmlns:a="http://schemas.openxmlformats.org/drawingml/2006/main">
            <a:srgbClr val="E8F4F5"/>
          </a:solidFill>
          <a:ln xmlns:a="http://schemas.openxmlformats.org/drawingml/2006/main" w="14288">
            <a:solidFill>
              <a:srgbClr val="16A6B6"/>
            </a:solidFill>
            <a:prstDash val="solid"/>
          </a:ln>
        </p:spPr>
      </p:sp>
      <p:sp>
        <p:nvSpPr>
          <p:cNvPr id="13" name="text">
            <a:extLst xmlns:a="http://schemas.openxmlformats.org/drawingml/2006/main">
              <a:ext uri="{FF2B5EF4-FFF2-40B4-BE49-F238E27FC236}">
                <a16:creationId xmlns:a16="http://schemas.microsoft.com/office/drawing/2014/main" id="{99285A7D-AC9C-4814-ADBA-AE530398C457}"/>
              </a:ext>
            </a:extLst>
          </p:cNvPr>
          <p:cNvSpPr>
            <a:spLocks xmlns:a="http://schemas.openxmlformats.org/drawingml/2006/main" noGrp="1"/>
          </p:cNvSpPr>
          <p:nvPr/>
        </p:nvSpPr>
        <p:spPr>
          <a:xfrm xmlns:a="http://schemas.openxmlformats.org/drawingml/2006/main">
            <a:off x="4333875" y="2800350"/>
            <a:ext cx="1381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102A43"/>
                </a:solidFill>
              </a:defRPr>
            </a:pPr>
            <a:r>
              <a:rPr sz="1275" b="1">
                <a:solidFill>
                  <a:srgbClr val="102A43"/>
                </a:solidFill>
              </a:rPr>
              <a:t>focal adhesion</a:t>
            </a:r>
          </a:p>
        </p:txBody>
      </p:sp>
      <p:cxnSp>
        <p:nvCxnSpPr>
          <p:cNvPr id="38" name=""/>
          <p:cNvCxnSpPr/>
          <p:nvPr/>
        </p:nvCxnSpPr>
        <p:spPr>
          <a:xfrm xmlns:a="http://schemas.openxmlformats.org/drawingml/2006/main">
            <a:off x="5810250" y="3057525"/>
            <a:ext cx="333375" cy="9525"/>
          </a:xfrm>
          <a:prstGeom xmlns:a="http://schemas.openxmlformats.org/drawingml/2006/main" prst="straightConnector1">
            <a:avLst/>
          </a:prstGeom>
          <a:ln xmlns:a="http://schemas.openxmlformats.org/drawingml/2006/main" w="28575">
            <a:solidFill>
              <a:srgbClr val="102A43"/>
            </a:solidFill>
            <a:prstDash val="solid"/>
          </a:ln>
        </p:spPr>
      </p:cxnSp>
      <p:sp>
        <p:nvSpPr>
          <p:cNvPr id="15" name="">
            <a:extLst xmlns:a="http://schemas.openxmlformats.org/drawingml/2006/main">
              <a:ext uri="{FF2B5EF4-FFF2-40B4-BE49-F238E27FC236}">
                <a16:creationId xmlns:a16="http://schemas.microsoft.com/office/drawing/2014/main" id="{84D1044D-4F10-403E-AE63-7D6E23A8E2ED}"/>
              </a:ext>
            </a:extLst>
          </p:cNvPr>
          <p:cNvSpPr>
            <a:spLocks xmlns:a="http://schemas.openxmlformats.org/drawingml/2006/main" noGrp="1"/>
          </p:cNvSpPr>
          <p:nvPr/>
        </p:nvSpPr>
        <p:spPr>
          <a:xfrm xmlns:a="http://schemas.openxmlformats.org/drawingml/2006/main">
            <a:off x="6143625" y="2667000"/>
            <a:ext cx="1571625" cy="781050"/>
          </a:xfrm>
          <a:prstGeom xmlns:a="http://schemas.openxmlformats.org/drawingml/2006/main" prst="roundRect">
            <a:avLst>
              <a:gd name="adj" fmla="val 9756"/>
            </a:avLst>
          </a:prstGeom>
          <a:solidFill xmlns:a="http://schemas.openxmlformats.org/drawingml/2006/main">
            <a:srgbClr val="FFF5DF"/>
          </a:solidFill>
          <a:ln xmlns:a="http://schemas.openxmlformats.org/drawingml/2006/main" w="14288">
            <a:solidFill>
              <a:srgbClr val="E9C46A"/>
            </a:solidFill>
            <a:prstDash val="solid"/>
          </a:ln>
        </p:spPr>
      </p:sp>
      <p:sp>
        <p:nvSpPr>
          <p:cNvPr id="16" name="text">
            <a:extLst xmlns:a="http://schemas.openxmlformats.org/drawingml/2006/main">
              <a:ext uri="{FF2B5EF4-FFF2-40B4-BE49-F238E27FC236}">
                <a16:creationId xmlns:a16="http://schemas.microsoft.com/office/drawing/2014/main" id="{E74933EC-778E-45B3-A2FF-7AFF3183BD54}"/>
              </a:ext>
            </a:extLst>
          </p:cNvPr>
          <p:cNvSpPr>
            <a:spLocks xmlns:a="http://schemas.openxmlformats.org/drawingml/2006/main" noGrp="1"/>
          </p:cNvSpPr>
          <p:nvPr/>
        </p:nvSpPr>
        <p:spPr>
          <a:xfrm xmlns:a="http://schemas.openxmlformats.org/drawingml/2006/main">
            <a:off x="6238875" y="2800350"/>
            <a:ext cx="1381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102A43"/>
                </a:solidFill>
              </a:defRPr>
            </a:pPr>
            <a:r>
              <a:rPr sz="1275" b="1">
                <a:solidFill>
                  <a:srgbClr val="102A43"/>
                </a:solidFill>
              </a:rPr>
              <a:t>integrin–collagen</a:t>
            </a:r>
          </a:p>
          <a:p xmlns:a="http://schemas.openxmlformats.org/drawingml/2006/main">
            <a:pPr algn="ctr">
              <a:defRPr sz="1275" b="1">
                <a:solidFill>
                  <a:srgbClr val="102A43"/>
                </a:solidFill>
              </a:defRPr>
            </a:pPr>
            <a:r>
              <a:rPr sz="1275" b="1">
                <a:solidFill>
                  <a:srgbClr val="102A43"/>
                </a:solidFill>
              </a:rPr>
              <a:t>series joint</a:t>
            </a:r>
          </a:p>
        </p:txBody>
      </p:sp>
      <p:cxnSp>
        <p:nvCxnSpPr>
          <p:cNvPr id="41" name=""/>
          <p:cNvCxnSpPr/>
          <p:nvPr/>
        </p:nvCxnSpPr>
        <p:spPr>
          <a:xfrm xmlns:a="http://schemas.openxmlformats.org/drawingml/2006/main">
            <a:off x="7715250" y="3057525"/>
            <a:ext cx="333375" cy="9525"/>
          </a:xfrm>
          <a:prstGeom xmlns:a="http://schemas.openxmlformats.org/drawingml/2006/main" prst="straightConnector1">
            <a:avLst/>
          </a:prstGeom>
          <a:ln xmlns:a="http://schemas.openxmlformats.org/drawingml/2006/main" w="28575">
            <a:solidFill>
              <a:srgbClr val="102A43"/>
            </a:solidFill>
            <a:prstDash val="solid"/>
          </a:ln>
        </p:spPr>
      </p:cxnSp>
      <p:sp>
        <p:nvSpPr>
          <p:cNvPr id="18" name="">
            <a:extLst xmlns:a="http://schemas.openxmlformats.org/drawingml/2006/main">
              <a:ext uri="{FF2B5EF4-FFF2-40B4-BE49-F238E27FC236}">
                <a16:creationId xmlns:a16="http://schemas.microsoft.com/office/drawing/2014/main" id="{BCCD6EF5-E179-40C2-A405-02CF874B1B5F}"/>
              </a:ext>
            </a:extLst>
          </p:cNvPr>
          <p:cNvSpPr>
            <a:spLocks xmlns:a="http://schemas.openxmlformats.org/drawingml/2006/main" noGrp="1"/>
          </p:cNvSpPr>
          <p:nvPr/>
        </p:nvSpPr>
        <p:spPr>
          <a:xfrm xmlns:a="http://schemas.openxmlformats.org/drawingml/2006/main">
            <a:off x="8048625" y="2667000"/>
            <a:ext cx="1571625" cy="781050"/>
          </a:xfrm>
          <a:prstGeom xmlns:a="http://schemas.openxmlformats.org/drawingml/2006/main" prst="roundRect">
            <a:avLst>
              <a:gd name="adj" fmla="val 9756"/>
            </a:avLst>
          </a:prstGeom>
          <a:solidFill xmlns:a="http://schemas.openxmlformats.org/drawingml/2006/main">
            <a:srgbClr val="E8F4F5"/>
          </a:solidFill>
          <a:ln xmlns:a="http://schemas.openxmlformats.org/drawingml/2006/main" w="14288">
            <a:solidFill>
              <a:srgbClr val="16A6B6"/>
            </a:solidFill>
            <a:prstDash val="solid"/>
          </a:ln>
        </p:spPr>
      </p:sp>
      <p:sp>
        <p:nvSpPr>
          <p:cNvPr id="19" name="text">
            <a:extLst xmlns:a="http://schemas.openxmlformats.org/drawingml/2006/main">
              <a:ext uri="{FF2B5EF4-FFF2-40B4-BE49-F238E27FC236}">
                <a16:creationId xmlns:a16="http://schemas.microsoft.com/office/drawing/2014/main" id="{C91F4324-04DD-4C87-A3BF-1E586ACF3634}"/>
              </a:ext>
            </a:extLst>
          </p:cNvPr>
          <p:cNvSpPr>
            <a:spLocks xmlns:a="http://schemas.openxmlformats.org/drawingml/2006/main" noGrp="1"/>
          </p:cNvSpPr>
          <p:nvPr/>
        </p:nvSpPr>
        <p:spPr>
          <a:xfrm xmlns:a="http://schemas.openxmlformats.org/drawingml/2006/main">
            <a:off x="8143875" y="2800350"/>
            <a:ext cx="1381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102A43"/>
                </a:solidFill>
              </a:defRPr>
            </a:pPr>
            <a:r>
              <a:rPr sz="1275" b="1">
                <a:solidFill>
                  <a:srgbClr val="102A43"/>
                </a:solidFill>
              </a:rPr>
              <a:t>ECM</a:t>
            </a:r>
          </a:p>
        </p:txBody>
      </p:sp>
      <p:cxnSp>
        <p:nvCxnSpPr>
          <p:cNvPr id="44" name=""/>
          <p:cNvCxnSpPr/>
          <p:nvPr/>
        </p:nvCxnSpPr>
        <p:spPr>
          <a:xfrm xmlns:a="http://schemas.openxmlformats.org/drawingml/2006/main">
            <a:off x="9620250" y="3057525"/>
            <a:ext cx="333375" cy="9525"/>
          </a:xfrm>
          <a:prstGeom xmlns:a="http://schemas.openxmlformats.org/drawingml/2006/main" prst="straightConnector1">
            <a:avLst/>
          </a:prstGeom>
          <a:ln xmlns:a="http://schemas.openxmlformats.org/drawingml/2006/main" w="28575">
            <a:solidFill>
              <a:srgbClr val="102A43"/>
            </a:solidFill>
            <a:prstDash val="solid"/>
          </a:ln>
        </p:spPr>
      </p:cxnSp>
      <p:sp>
        <p:nvSpPr>
          <p:cNvPr id="21" name="">
            <a:extLst xmlns:a="http://schemas.openxmlformats.org/drawingml/2006/main">
              <a:ext uri="{FF2B5EF4-FFF2-40B4-BE49-F238E27FC236}">
                <a16:creationId xmlns:a16="http://schemas.microsoft.com/office/drawing/2014/main" id="{E4F86101-8251-4045-AC48-4B0089223771}"/>
              </a:ext>
            </a:extLst>
          </p:cNvPr>
          <p:cNvSpPr>
            <a:spLocks xmlns:a="http://schemas.openxmlformats.org/drawingml/2006/main" noGrp="1"/>
          </p:cNvSpPr>
          <p:nvPr/>
        </p:nvSpPr>
        <p:spPr>
          <a:xfrm xmlns:a="http://schemas.openxmlformats.org/drawingml/2006/main">
            <a:off x="9953625" y="2667000"/>
            <a:ext cx="1571625" cy="781050"/>
          </a:xfrm>
          <a:prstGeom xmlns:a="http://schemas.openxmlformats.org/drawingml/2006/main" prst="roundRect">
            <a:avLst>
              <a:gd name="adj" fmla="val 9756"/>
            </a:avLst>
          </a:prstGeom>
          <a:solidFill xmlns:a="http://schemas.openxmlformats.org/drawingml/2006/main">
            <a:srgbClr val="E8F4F5"/>
          </a:solidFill>
          <a:ln xmlns:a="http://schemas.openxmlformats.org/drawingml/2006/main" w="14288">
            <a:solidFill>
              <a:srgbClr val="16A6B6"/>
            </a:solidFill>
            <a:prstDash val="solid"/>
          </a:ln>
        </p:spPr>
      </p:sp>
      <p:sp>
        <p:nvSpPr>
          <p:cNvPr id="22" name="text">
            <a:extLst xmlns:a="http://schemas.openxmlformats.org/drawingml/2006/main">
              <a:ext uri="{FF2B5EF4-FFF2-40B4-BE49-F238E27FC236}">
                <a16:creationId xmlns:a16="http://schemas.microsoft.com/office/drawing/2014/main" id="{337B854B-AC2E-4E6D-89C7-2B197BB7BC89}"/>
              </a:ext>
            </a:extLst>
          </p:cNvPr>
          <p:cNvSpPr>
            <a:spLocks xmlns:a="http://schemas.openxmlformats.org/drawingml/2006/main" noGrp="1"/>
          </p:cNvSpPr>
          <p:nvPr/>
        </p:nvSpPr>
        <p:spPr>
          <a:xfrm xmlns:a="http://schemas.openxmlformats.org/drawingml/2006/main">
            <a:off x="10048875" y="2800350"/>
            <a:ext cx="1381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102A43"/>
                </a:solidFill>
              </a:defRPr>
            </a:pPr>
            <a:r>
              <a:rPr sz="1275" b="1">
                <a:solidFill>
                  <a:srgbClr val="102A43"/>
                </a:solidFill>
              </a:rPr>
              <a:t>far-field</a:t>
            </a:r>
          </a:p>
          <a:p xmlns:a="http://schemas.openxmlformats.org/drawingml/2006/main">
            <a:pPr algn="ctr">
              <a:defRPr sz="1275" b="1">
                <a:solidFill>
                  <a:srgbClr val="102A43"/>
                </a:solidFill>
              </a:defRPr>
            </a:pPr>
            <a:r>
              <a:rPr sz="1275" b="1">
                <a:solidFill>
                  <a:srgbClr val="102A43"/>
                </a:solidFill>
              </a:rPr>
              <a:t>reaction</a:t>
            </a:r>
          </a:p>
        </p:txBody>
      </p:sp>
      <p:sp>
        <p:nvSpPr>
          <p:cNvPr id="23" name="text">
            <a:extLst xmlns:a="http://schemas.openxmlformats.org/drawingml/2006/main">
              <a:ext uri="{FF2B5EF4-FFF2-40B4-BE49-F238E27FC236}">
                <a16:creationId xmlns:a16="http://schemas.microsoft.com/office/drawing/2014/main" id="{80909ADD-89C9-47DC-94F4-2692B3DB95DD}"/>
              </a:ext>
            </a:extLst>
          </p:cNvPr>
          <p:cNvSpPr>
            <a:spLocks xmlns:a="http://schemas.openxmlformats.org/drawingml/2006/main" noGrp="1"/>
          </p:cNvSpPr>
          <p:nvPr/>
        </p:nvSpPr>
        <p:spPr>
          <a:xfrm xmlns:a="http://schemas.openxmlformats.org/drawingml/2006/main">
            <a:off x="857250" y="45720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102A43"/>
                </a:solidFill>
              </a:defRPr>
            </a:pPr>
            <a:r>
              <a:rPr sz="1950" b="1">
                <a:solidFill>
                  <a:srgbClr val="102A43"/>
                </a:solidFill>
              </a:rPr>
              <a:t>Prediction: motor perturbation should propagate through the registered graph to occupancy, collagen displacement, and reaction force.</a:t>
            </a:r>
          </a:p>
        </p:txBody>
      </p:sp>
      <p:sp>
        <p:nvSpPr>
          <p:cNvPr id="24" name="text">
            <a:extLst xmlns:a="http://schemas.openxmlformats.org/drawingml/2006/main">
              <a:ext uri="{FF2B5EF4-FFF2-40B4-BE49-F238E27FC236}">
                <a16:creationId xmlns:a16="http://schemas.microsoft.com/office/drawing/2014/main" id="{5CAA2EBA-B5CF-4CF1-B03B-F5A5CF3D3F44}"/>
              </a:ext>
            </a:extLst>
          </p:cNvPr>
          <p:cNvSpPr>
            <a:spLocks xmlns:a="http://schemas.openxmlformats.org/drawingml/2006/main" noGrp="1"/>
          </p:cNvSpPr>
          <p:nvPr/>
        </p:nvSpPr>
        <p:spPr>
          <a:xfrm xmlns:a="http://schemas.openxmlformats.org/drawingml/2006/main">
            <a:off x="857250" y="5191125"/>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0">
                <a:solidFill>
                  <a:srgbClr val="9B1C1C"/>
                </a:solidFill>
              </a:defRPr>
            </a:pPr>
            <a:r>
              <a:rPr sz="1650" b="0">
                <a:solidFill>
                  <a:srgbClr val="9B1C1C"/>
                </a:solidFill>
              </a:rPr>
              <a:t>A callback or a static spring is not a closed biological load path.</a:t>
            </a:r>
          </a:p>
        </p:txBody>
      </p:sp>
    </p:spTree>
    <p:extLst>
      <p:ext uri="{BB962C8B-B14F-4D97-AF65-F5344CB8AC3E}">
        <p14:creationId xmlns:p14="http://schemas.microsoft.com/office/powerpoint/2010/main" val="155521439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
            <a:extLst xmlns:a="http://schemas.openxmlformats.org/drawingml/2006/main">
              <a:ext uri="{FF2B5EF4-FFF2-40B4-BE49-F238E27FC236}">
                <a16:creationId xmlns:a16="http://schemas.microsoft.com/office/drawing/2014/main" id="{01782294-2D22-4498-8F14-334A948FC721}"/>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RUNTIME</a:t>
            </a:r>
          </a:p>
        </p:txBody>
      </p:sp>
      <p:sp>
        <p:nvSpPr>
          <p:cNvPr id="2" name="text">
            <a:extLst xmlns:a="http://schemas.openxmlformats.org/drawingml/2006/main">
              <a:ext uri="{FF2B5EF4-FFF2-40B4-BE49-F238E27FC236}">
                <a16:creationId xmlns:a16="http://schemas.microsoft.com/office/drawing/2014/main" id="{5270C2BC-A91C-467B-B93D-6DCD0C311E87}"/>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0F14"/>
                </a:solidFill>
              </a:defRPr>
            </a:pPr>
            <a:r>
              <a:rPr sz="2850" b="1">
                <a:solidFill>
                  <a:srgbClr val="0B0F14"/>
                </a:solidFill>
              </a:rPr>
              <a:t>Native GPU physics is a scientific constraint</a:t>
            </a:r>
          </a:p>
        </p:txBody>
      </p:sp>
      <p:cxnSp>
        <p:nvCxnSpPr>
          <p:cNvPr id="15"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11F3CB6A-6C04-45C2-84BC-E368CF32862D}"/>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23</a:t>
            </a:r>
          </a:p>
        </p:txBody>
      </p:sp>
      <p:sp>
        <p:nvSpPr>
          <p:cNvPr id="5" name="text">
            <a:extLst xmlns:a="http://schemas.openxmlformats.org/drawingml/2006/main">
              <a:ext uri="{FF2B5EF4-FFF2-40B4-BE49-F238E27FC236}">
                <a16:creationId xmlns:a16="http://schemas.microsoft.com/office/drawing/2014/main" id="{92E535AD-B7A1-48BF-ABB9-899C2B28AC93}"/>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sp>
        <p:nvSpPr>
          <p:cNvPr id="6" name="">
            <a:extLst xmlns:a="http://schemas.openxmlformats.org/drawingml/2006/main">
              <a:ext uri="{FF2B5EF4-FFF2-40B4-BE49-F238E27FC236}">
                <a16:creationId xmlns:a16="http://schemas.microsoft.com/office/drawing/2014/main" id="{9649B96A-7275-47F4-B29B-628F939155E3}"/>
              </a:ext>
            </a:extLst>
          </p:cNvPr>
          <p:cNvSpPr>
            <a:spLocks xmlns:a="http://schemas.openxmlformats.org/drawingml/2006/main" noGrp="1"/>
          </p:cNvSpPr>
          <p:nvPr/>
        </p:nvSpPr>
        <p:spPr>
          <a:xfrm xmlns:a="http://schemas.openxmlformats.org/drawingml/2006/main">
            <a:off x="809625" y="1809750"/>
            <a:ext cx="3048000" cy="2381250"/>
          </a:xfrm>
          <a:prstGeom xmlns:a="http://schemas.openxmlformats.org/drawingml/2006/main" prst="roundRect">
            <a:avLst>
              <a:gd name="adj" fmla="val 3200"/>
            </a:avLst>
          </a:prstGeom>
          <a:solidFill xmlns:a="http://schemas.openxmlformats.org/drawingml/2006/main">
            <a:srgbClr val="E8F4F5"/>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A4F5C42C-C28A-4C2D-BB01-827EDC165A09}"/>
              </a:ext>
            </a:extLst>
          </p:cNvPr>
          <p:cNvSpPr>
            <a:spLocks xmlns:a="http://schemas.openxmlformats.org/drawingml/2006/main" noGrp="1"/>
          </p:cNvSpPr>
          <p:nvPr/>
        </p:nvSpPr>
        <p:spPr>
          <a:xfrm xmlns:a="http://schemas.openxmlformats.org/drawingml/2006/main">
            <a:off x="1143000" y="2286000"/>
            <a:ext cx="238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025" b="1">
                <a:solidFill>
                  <a:srgbClr val="102A43"/>
                </a:solidFill>
              </a:defRPr>
            </a:pPr>
            <a:r>
              <a:rPr sz="2025" b="1">
                <a:solidFill>
                  <a:srgbClr val="102A43"/>
                </a:solidFill>
              </a:rPr>
              <a:t>Warp / CUDA</a:t>
            </a:r>
          </a:p>
          <a:p xmlns:a="http://schemas.openxmlformats.org/drawingml/2006/main">
            <a:pPr algn="ctr">
              <a:defRPr sz="2025" b="1">
                <a:solidFill>
                  <a:srgbClr val="102A43"/>
                </a:solidFill>
              </a:defRPr>
            </a:pPr>
            <a:r>
              <a:rPr sz="2025" b="1">
                <a:solidFill>
                  <a:srgbClr val="102A43"/>
                </a:solidFill>
              </a:rPr>
              <a:t>• mechanics kernels</a:t>
            </a:r>
          </a:p>
          <a:p xmlns:a="http://schemas.openxmlformats.org/drawingml/2006/main">
            <a:pPr algn="ctr">
              <a:defRPr sz="2025" b="1">
                <a:solidFill>
                  <a:srgbClr val="102A43"/>
                </a:solidFill>
              </a:defRPr>
            </a:pPr>
            <a:r>
              <a:rPr sz="2025" b="1">
                <a:solidFill>
                  <a:srgbClr val="102A43"/>
                </a:solidFill>
              </a:rPr>
              <a:t>• PDE / KMC</a:t>
            </a:r>
          </a:p>
          <a:p xmlns:a="http://schemas.openxmlformats.org/drawingml/2006/main">
            <a:pPr algn="ctr">
              <a:defRPr sz="2025" b="1">
                <a:solidFill>
                  <a:srgbClr val="102A43"/>
                </a:solidFill>
              </a:defRPr>
            </a:pPr>
            <a:r>
              <a:rPr sz="2025" b="1">
                <a:solidFill>
                  <a:srgbClr val="102A43"/>
                </a:solidFill>
              </a:rPr>
              <a:t>• neighbors</a:t>
            </a:r>
          </a:p>
          <a:p xmlns:a="http://schemas.openxmlformats.org/drawingml/2006/main">
            <a:pPr algn="ctr">
              <a:defRPr sz="2025" b="1">
                <a:solidFill>
                  <a:srgbClr val="102A43"/>
                </a:solidFill>
              </a:defRPr>
            </a:pPr>
            <a:r>
              <a:rPr sz="2025" b="1">
                <a:solidFill>
                  <a:srgbClr val="102A43"/>
                </a:solidFill>
              </a:rPr>
              <a:t>• inner solve</a:t>
            </a:r>
          </a:p>
        </p:txBody>
      </p:sp>
      <p:sp>
        <p:nvSpPr>
          <p:cNvPr id="8" name="">
            <a:extLst xmlns:a="http://schemas.openxmlformats.org/drawingml/2006/main">
              <a:ext uri="{FF2B5EF4-FFF2-40B4-BE49-F238E27FC236}">
                <a16:creationId xmlns:a16="http://schemas.microsoft.com/office/drawing/2014/main" id="{123F7FDE-96BD-4E5D-9522-AFEDE2CCDBEA}"/>
              </a:ext>
            </a:extLst>
          </p:cNvPr>
          <p:cNvSpPr>
            <a:spLocks xmlns:a="http://schemas.openxmlformats.org/drawingml/2006/main" noGrp="1"/>
          </p:cNvSpPr>
          <p:nvPr/>
        </p:nvSpPr>
        <p:spPr>
          <a:xfrm xmlns:a="http://schemas.openxmlformats.org/drawingml/2006/main">
            <a:off x="4524375" y="1809750"/>
            <a:ext cx="3048000" cy="2381250"/>
          </a:xfrm>
          <a:prstGeom xmlns:a="http://schemas.openxmlformats.org/drawingml/2006/main" prst="roundRect">
            <a:avLst>
              <a:gd name="adj" fmla="val 3200"/>
            </a:avLst>
          </a:prstGeom>
          <a:solidFill xmlns:a="http://schemas.openxmlformats.org/drawingml/2006/main">
            <a:srgbClr val="FFF5DF"/>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C4B80FA5-6001-474C-A806-0C72CE8EA2FA}"/>
              </a:ext>
            </a:extLst>
          </p:cNvPr>
          <p:cNvSpPr>
            <a:spLocks xmlns:a="http://schemas.openxmlformats.org/drawingml/2006/main" noGrp="1"/>
          </p:cNvSpPr>
          <p:nvPr/>
        </p:nvSpPr>
        <p:spPr>
          <a:xfrm xmlns:a="http://schemas.openxmlformats.org/drawingml/2006/main">
            <a:off x="4857750" y="2286000"/>
            <a:ext cx="238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102A43"/>
                </a:solidFill>
              </a:defRPr>
            </a:pPr>
            <a:r>
              <a:rPr sz="1875" b="1">
                <a:solidFill>
                  <a:srgbClr val="102A43"/>
                </a:solidFill>
              </a:rPr>
              <a:t>physical-time loop</a:t>
            </a:r>
          </a:p>
          <a:p xmlns:a="http://schemas.openxmlformats.org/drawingml/2006/main">
            <a:pPr algn="ctr">
              <a:defRPr sz="1875" b="1">
                <a:solidFill>
                  <a:srgbClr val="102A43"/>
                </a:solidFill>
              </a:defRPr>
            </a:pPr>
            <a:r>
              <a:rPr sz="1875" b="1">
                <a:solidFill>
                  <a:srgbClr val="102A43"/>
                </a:solidFill>
              </a:rPr>
              <a:t>• accepted steps</a:t>
            </a:r>
          </a:p>
          <a:p xmlns:a="http://schemas.openxmlformats.org/drawingml/2006/main">
            <a:pPr algn="ctr">
              <a:defRPr sz="1875" b="1">
                <a:solidFill>
                  <a:srgbClr val="102A43"/>
                </a:solidFill>
              </a:defRPr>
            </a:pPr>
            <a:r>
              <a:rPr sz="1875" b="1">
                <a:solidFill>
                  <a:srgbClr val="102A43"/>
                </a:solidFill>
              </a:rPr>
              <a:t>• device transaction</a:t>
            </a:r>
          </a:p>
          <a:p xmlns:a="http://schemas.openxmlformats.org/drawingml/2006/main">
            <a:pPr algn="ctr">
              <a:defRPr sz="1875" b="1">
                <a:solidFill>
                  <a:srgbClr val="102A43"/>
                </a:solidFill>
              </a:defRPr>
            </a:pPr>
            <a:r>
              <a:rPr sz="1875" b="1">
                <a:solidFill>
                  <a:srgbClr val="102A43"/>
                </a:solidFill>
              </a:rPr>
              <a:t>• no hot-loop D2H</a:t>
            </a:r>
          </a:p>
          <a:p xmlns:a="http://schemas.openxmlformats.org/drawingml/2006/main">
            <a:pPr algn="ctr">
              <a:defRPr sz="1875" b="1">
                <a:solidFill>
                  <a:srgbClr val="102A43"/>
                </a:solidFill>
              </a:defRPr>
            </a:pPr>
            <a:r>
              <a:rPr sz="1875" b="1">
                <a:solidFill>
                  <a:srgbClr val="102A43"/>
                </a:solidFill>
              </a:rPr>
              <a:t>• committed ledger</a:t>
            </a:r>
          </a:p>
        </p:txBody>
      </p:sp>
      <p:sp>
        <p:nvSpPr>
          <p:cNvPr id="10" name="">
            <a:extLst xmlns:a="http://schemas.openxmlformats.org/drawingml/2006/main">
              <a:ext uri="{FF2B5EF4-FFF2-40B4-BE49-F238E27FC236}">
                <a16:creationId xmlns:a16="http://schemas.microsoft.com/office/drawing/2014/main" id="{F5C53570-10B2-40FD-94D7-26DDFCF4B56C}"/>
              </a:ext>
            </a:extLst>
          </p:cNvPr>
          <p:cNvSpPr>
            <a:spLocks xmlns:a="http://schemas.openxmlformats.org/drawingml/2006/main" noGrp="1"/>
          </p:cNvSpPr>
          <p:nvPr/>
        </p:nvSpPr>
        <p:spPr>
          <a:xfrm xmlns:a="http://schemas.openxmlformats.org/drawingml/2006/main">
            <a:off x="8239125" y="1809750"/>
            <a:ext cx="3048000" cy="2381250"/>
          </a:xfrm>
          <a:prstGeom xmlns:a="http://schemas.openxmlformats.org/drawingml/2006/main" prst="roundRect">
            <a:avLst>
              <a:gd name="adj" fmla="val 3200"/>
            </a:avLst>
          </a:prstGeom>
          <a:solidFill xmlns:a="http://schemas.openxmlformats.org/drawingml/2006/main">
            <a:srgbClr val="F2ECFA"/>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D05D8218-FCB2-4D3A-9B66-92C95E4678DA}"/>
              </a:ext>
            </a:extLst>
          </p:cNvPr>
          <p:cNvSpPr>
            <a:spLocks xmlns:a="http://schemas.openxmlformats.org/drawingml/2006/main" noGrp="1"/>
          </p:cNvSpPr>
          <p:nvPr/>
        </p:nvSpPr>
        <p:spPr>
          <a:xfrm xmlns:a="http://schemas.openxmlformats.org/drawingml/2006/main">
            <a:off x="8572500" y="2286000"/>
            <a:ext cx="238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102A43"/>
                </a:solidFill>
              </a:defRPr>
            </a:pPr>
            <a:r>
              <a:rPr sz="1875" b="1">
                <a:solidFill>
                  <a:srgbClr val="102A43"/>
                </a:solidFill>
              </a:rPr>
              <a:t>host role</a:t>
            </a:r>
          </a:p>
          <a:p xmlns:a="http://schemas.openxmlformats.org/drawingml/2006/main">
            <a:pPr algn="ctr">
              <a:defRPr sz="1875" b="1">
                <a:solidFill>
                  <a:srgbClr val="102A43"/>
                </a:solidFill>
              </a:defRPr>
            </a:pPr>
            <a:r>
              <a:rPr sz="1875" b="1">
                <a:solidFill>
                  <a:srgbClr val="102A43"/>
                </a:solidFill>
              </a:rPr>
              <a:t>• configure</a:t>
            </a:r>
          </a:p>
          <a:p xmlns:a="http://schemas.openxmlformats.org/drawingml/2006/main">
            <a:pPr algn="ctr">
              <a:defRPr sz="1875" b="1">
                <a:solidFill>
                  <a:srgbClr val="102A43"/>
                </a:solidFill>
              </a:defRPr>
            </a:pPr>
            <a:r>
              <a:rPr sz="1875" b="1">
                <a:solidFill>
                  <a:srgbClr val="102A43"/>
                </a:solidFill>
              </a:rPr>
              <a:t>• orchestrate</a:t>
            </a:r>
          </a:p>
          <a:p xmlns:a="http://schemas.openxmlformats.org/drawingml/2006/main">
            <a:pPr algn="ctr">
              <a:defRPr sz="1875" b="1">
                <a:solidFill>
                  <a:srgbClr val="102A43"/>
                </a:solidFill>
              </a:defRPr>
            </a:pPr>
            <a:r>
              <a:rPr sz="1875" b="1">
                <a:solidFill>
                  <a:srgbClr val="102A43"/>
                </a:solidFill>
              </a:rPr>
              <a:t>• postprocess</a:t>
            </a:r>
          </a:p>
          <a:p xmlns:a="http://schemas.openxmlformats.org/drawingml/2006/main">
            <a:pPr algn="ctr">
              <a:defRPr sz="1875" b="1">
                <a:solidFill>
                  <a:srgbClr val="102A43"/>
                </a:solidFill>
              </a:defRPr>
            </a:pPr>
            <a:r>
              <a:rPr sz="1875" b="1">
                <a:solidFill>
                  <a:srgbClr val="102A43"/>
                </a:solidFill>
              </a:rPr>
              <a:t>• between-step readback</a:t>
            </a:r>
          </a:p>
        </p:txBody>
      </p:sp>
      <p:sp>
        <p:nvSpPr>
          <p:cNvPr id="12" name="text">
            <a:extLst xmlns:a="http://schemas.openxmlformats.org/drawingml/2006/main">
              <a:ext uri="{FF2B5EF4-FFF2-40B4-BE49-F238E27FC236}">
                <a16:creationId xmlns:a16="http://schemas.microsoft.com/office/drawing/2014/main" id="{DDF165B0-F353-4BA5-A183-DB17754CAABD}"/>
              </a:ext>
            </a:extLst>
          </p:cNvPr>
          <p:cNvSpPr>
            <a:spLocks xmlns:a="http://schemas.openxmlformats.org/drawingml/2006/main" noGrp="1"/>
          </p:cNvSpPr>
          <p:nvPr/>
        </p:nvSpPr>
        <p:spPr>
          <a:xfrm xmlns:a="http://schemas.openxmlformats.org/drawingml/2006/main">
            <a:off x="1047750" y="5048250"/>
            <a:ext cx="1009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550" b="1">
                <a:solidFill>
                  <a:srgbClr val="9B1C1C"/>
                </a:solidFill>
              </a:defRPr>
            </a:pPr>
            <a:r>
              <a:rPr sz="2550" b="1">
                <a:solidFill>
                  <a:srgbClr val="9B1C1C"/>
                </a:solidFill>
              </a:rPr>
              <a:t>There is no authoritative CPU or HOOMD simulation path.</a:t>
            </a:r>
          </a:p>
        </p:txBody>
      </p:sp>
    </p:spTree>
    <p:extLst>
      <p:ext uri="{BB962C8B-B14F-4D97-AF65-F5344CB8AC3E}">
        <p14:creationId xmlns:p14="http://schemas.microsoft.com/office/powerpoint/2010/main" val="612567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
            <a:extLst xmlns:a="http://schemas.openxmlformats.org/drawingml/2006/main">
              <a:ext uri="{FF2B5EF4-FFF2-40B4-BE49-F238E27FC236}">
                <a16:creationId xmlns:a16="http://schemas.microsoft.com/office/drawing/2014/main" id="{628D21A2-3A30-49E8-84A9-BF5ADFF6D8BC}"/>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PARAMETERS</a:t>
            </a:r>
          </a:p>
        </p:txBody>
      </p:sp>
      <p:sp>
        <p:nvSpPr>
          <p:cNvPr id="2" name="text">
            <a:extLst xmlns:a="http://schemas.openxmlformats.org/drawingml/2006/main">
              <a:ext uri="{FF2B5EF4-FFF2-40B4-BE49-F238E27FC236}">
                <a16:creationId xmlns:a16="http://schemas.microsoft.com/office/drawing/2014/main" id="{84AC8449-0C20-4AFC-A169-124354FBAFF7}"/>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0F14"/>
                </a:solidFill>
              </a:defRPr>
            </a:pPr>
            <a:r>
              <a:rPr sz="2850" b="1">
                <a:solidFill>
                  <a:srgbClr val="0B0F14"/>
                </a:solidFill>
              </a:rPr>
              <a:t>Parameter provenance determines what a result may mean</a:t>
            </a:r>
          </a:p>
        </p:txBody>
      </p:sp>
      <p:cxnSp>
        <p:nvCxnSpPr>
          <p:cNvPr id="21"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348C0AB6-7299-4CD1-837A-D05E8593D910}"/>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24</a:t>
            </a:r>
          </a:p>
        </p:txBody>
      </p:sp>
      <p:sp>
        <p:nvSpPr>
          <p:cNvPr id="5" name="text">
            <a:extLst xmlns:a="http://schemas.openxmlformats.org/drawingml/2006/main">
              <a:ext uri="{FF2B5EF4-FFF2-40B4-BE49-F238E27FC236}">
                <a16:creationId xmlns:a16="http://schemas.microsoft.com/office/drawing/2014/main" id="{DC871CFE-6757-46F4-9433-AB3EF9349EB4}"/>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sp>
        <p:nvSpPr>
          <p:cNvPr id="6" name="">
            <a:extLst xmlns:a="http://schemas.openxmlformats.org/drawingml/2006/main">
              <a:ext uri="{FF2B5EF4-FFF2-40B4-BE49-F238E27FC236}">
                <a16:creationId xmlns:a16="http://schemas.microsoft.com/office/drawing/2014/main" id="{5668876C-4D35-4B2E-99C4-CF40F51D3125}"/>
              </a:ext>
            </a:extLst>
          </p:cNvPr>
          <p:cNvSpPr>
            <a:spLocks xmlns:a="http://schemas.openxmlformats.org/drawingml/2006/main" noGrp="1"/>
          </p:cNvSpPr>
          <p:nvPr/>
        </p:nvSpPr>
        <p:spPr>
          <a:xfrm xmlns:a="http://schemas.openxmlformats.org/drawingml/2006/main">
            <a:off x="809625" y="1638300"/>
            <a:ext cx="2095500" cy="628650"/>
          </a:xfrm>
          <a:prstGeom xmlns:a="http://schemas.openxmlformats.org/drawingml/2006/main" prst="roundRect">
            <a:avLst>
              <a:gd name="adj" fmla="val 12121"/>
            </a:avLst>
          </a:prstGeom>
          <a:solidFill xmlns:a="http://schemas.openxmlformats.org/drawingml/2006/main">
            <a:srgbClr val="16A6B6"/>
          </a:solidFill>
          <a:ln xmlns:a="http://schemas.openxmlformats.org/drawingml/2006/main" w="0">
            <a:solidFill>
              <a:srgbClr val="16A6B6"/>
            </a:solidFill>
            <a:prstDash val="solid"/>
          </a:ln>
        </p:spPr>
      </p:sp>
      <p:sp>
        <p:nvSpPr>
          <p:cNvPr id="7" name="text">
            <a:extLst xmlns:a="http://schemas.openxmlformats.org/drawingml/2006/main">
              <a:ext uri="{FF2B5EF4-FFF2-40B4-BE49-F238E27FC236}">
                <a16:creationId xmlns:a16="http://schemas.microsoft.com/office/drawing/2014/main" id="{EE2213F4-B170-4AB2-BD1D-C36EC47F441E}"/>
              </a:ext>
            </a:extLst>
          </p:cNvPr>
          <p:cNvSpPr>
            <a:spLocks xmlns:a="http://schemas.openxmlformats.org/drawingml/2006/main" noGrp="1"/>
          </p:cNvSpPr>
          <p:nvPr/>
        </p:nvSpPr>
        <p:spPr>
          <a:xfrm xmlns:a="http://schemas.openxmlformats.org/drawingml/2006/main">
            <a:off x="933450" y="1828800"/>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FFFFFF"/>
                </a:solidFill>
              </a:defRPr>
            </a:pPr>
            <a:r>
              <a:rPr sz="1425" b="1">
                <a:solidFill>
                  <a:srgbClr val="FFFFFF"/>
                </a:solidFill>
              </a:rPr>
              <a:t>SOURCED</a:t>
            </a:r>
          </a:p>
        </p:txBody>
      </p:sp>
      <p:sp>
        <p:nvSpPr>
          <p:cNvPr id="8" name="text">
            <a:extLst xmlns:a="http://schemas.openxmlformats.org/drawingml/2006/main">
              <a:ext uri="{FF2B5EF4-FFF2-40B4-BE49-F238E27FC236}">
                <a16:creationId xmlns:a16="http://schemas.microsoft.com/office/drawing/2014/main" id="{7EC6109B-3F12-45B1-A841-74510ED660F2}"/>
              </a:ext>
            </a:extLst>
          </p:cNvPr>
          <p:cNvSpPr>
            <a:spLocks xmlns:a="http://schemas.openxmlformats.org/drawingml/2006/main" noGrp="1"/>
          </p:cNvSpPr>
          <p:nvPr/>
        </p:nvSpPr>
        <p:spPr>
          <a:xfrm xmlns:a="http://schemas.openxmlformats.org/drawingml/2006/main">
            <a:off x="3333750" y="1809750"/>
            <a:ext cx="676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02A43"/>
                </a:solidFill>
              </a:defRPr>
            </a:pPr>
            <a:r>
              <a:rPr sz="1650" b="0">
                <a:solidFill>
                  <a:srgbClr val="102A43"/>
                </a:solidFill>
              </a:rPr>
              <a:t>verified literature / KB anchor</a:t>
            </a:r>
          </a:p>
        </p:txBody>
      </p:sp>
      <p:sp>
        <p:nvSpPr>
          <p:cNvPr id="9" name="">
            <a:extLst xmlns:a="http://schemas.openxmlformats.org/drawingml/2006/main">
              <a:ext uri="{FF2B5EF4-FFF2-40B4-BE49-F238E27FC236}">
                <a16:creationId xmlns:a16="http://schemas.microsoft.com/office/drawing/2014/main" id="{C3FE90DC-6EC0-42E0-9103-52EFCDBC87B0}"/>
              </a:ext>
            </a:extLst>
          </p:cNvPr>
          <p:cNvSpPr>
            <a:spLocks xmlns:a="http://schemas.openxmlformats.org/drawingml/2006/main" noGrp="1"/>
          </p:cNvSpPr>
          <p:nvPr/>
        </p:nvSpPr>
        <p:spPr>
          <a:xfrm xmlns:a="http://schemas.openxmlformats.org/drawingml/2006/main">
            <a:off x="809625" y="2590800"/>
            <a:ext cx="2095500" cy="628650"/>
          </a:xfrm>
          <a:prstGeom xmlns:a="http://schemas.openxmlformats.org/drawingml/2006/main" prst="roundRect">
            <a:avLst>
              <a:gd name="adj" fmla="val 12121"/>
            </a:avLst>
          </a:prstGeom>
          <a:solidFill xmlns:a="http://schemas.openxmlformats.org/drawingml/2006/main">
            <a:srgbClr val="E9C46A"/>
          </a:solidFill>
          <a:ln xmlns:a="http://schemas.openxmlformats.org/drawingml/2006/main" w="0">
            <a:solidFill>
              <a:srgbClr val="E9C46A"/>
            </a:solidFill>
            <a:prstDash val="solid"/>
          </a:ln>
        </p:spPr>
      </p:sp>
      <p:sp>
        <p:nvSpPr>
          <p:cNvPr id="10" name="text">
            <a:extLst xmlns:a="http://schemas.openxmlformats.org/drawingml/2006/main">
              <a:ext uri="{FF2B5EF4-FFF2-40B4-BE49-F238E27FC236}">
                <a16:creationId xmlns:a16="http://schemas.microsoft.com/office/drawing/2014/main" id="{17ACFDB4-928A-49D2-9A2F-0618B6A589BF}"/>
              </a:ext>
            </a:extLst>
          </p:cNvPr>
          <p:cNvSpPr>
            <a:spLocks xmlns:a="http://schemas.openxmlformats.org/drawingml/2006/main" noGrp="1"/>
          </p:cNvSpPr>
          <p:nvPr/>
        </p:nvSpPr>
        <p:spPr>
          <a:xfrm xmlns:a="http://schemas.openxmlformats.org/drawingml/2006/main">
            <a:off x="933450" y="2781300"/>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FFFFFF"/>
                </a:solidFill>
              </a:defRPr>
            </a:pPr>
            <a:r>
              <a:rPr sz="1425" b="1">
                <a:solidFill>
                  <a:srgbClr val="FFFFFF"/>
                </a:solidFill>
              </a:rPr>
              <a:t>DERIVED</a:t>
            </a:r>
          </a:p>
        </p:txBody>
      </p:sp>
      <p:sp>
        <p:nvSpPr>
          <p:cNvPr id="11" name="text">
            <a:extLst xmlns:a="http://schemas.openxmlformats.org/drawingml/2006/main">
              <a:ext uri="{FF2B5EF4-FFF2-40B4-BE49-F238E27FC236}">
                <a16:creationId xmlns:a16="http://schemas.microsoft.com/office/drawing/2014/main" id="{1A191858-72E7-48ED-9AF5-80EF86AB4D9A}"/>
              </a:ext>
            </a:extLst>
          </p:cNvPr>
          <p:cNvSpPr>
            <a:spLocks xmlns:a="http://schemas.openxmlformats.org/drawingml/2006/main" noGrp="1"/>
          </p:cNvSpPr>
          <p:nvPr/>
        </p:nvSpPr>
        <p:spPr>
          <a:xfrm xmlns:a="http://schemas.openxmlformats.org/drawingml/2006/main">
            <a:off x="3333750" y="2762250"/>
            <a:ext cx="676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02A43"/>
                </a:solidFill>
              </a:defRPr>
            </a:pPr>
            <a:r>
              <a:rPr sz="1650" b="0">
                <a:solidFill>
                  <a:srgbClr val="102A43"/>
                </a:solidFill>
              </a:rPr>
              <a:t>explicit transformation of a source</a:t>
            </a:r>
          </a:p>
        </p:txBody>
      </p:sp>
      <p:sp>
        <p:nvSpPr>
          <p:cNvPr id="12" name="">
            <a:extLst xmlns:a="http://schemas.openxmlformats.org/drawingml/2006/main">
              <a:ext uri="{FF2B5EF4-FFF2-40B4-BE49-F238E27FC236}">
                <a16:creationId xmlns:a16="http://schemas.microsoft.com/office/drawing/2014/main" id="{B46E3627-1036-4146-A446-6556D3602052}"/>
              </a:ext>
            </a:extLst>
          </p:cNvPr>
          <p:cNvSpPr>
            <a:spLocks xmlns:a="http://schemas.openxmlformats.org/drawingml/2006/main" noGrp="1"/>
          </p:cNvSpPr>
          <p:nvPr/>
        </p:nvSpPr>
        <p:spPr>
          <a:xfrm xmlns:a="http://schemas.openxmlformats.org/drawingml/2006/main">
            <a:off x="809625" y="3543300"/>
            <a:ext cx="2095500" cy="628650"/>
          </a:xfrm>
          <a:prstGeom xmlns:a="http://schemas.openxmlformats.org/drawingml/2006/main" prst="roundRect">
            <a:avLst>
              <a:gd name="adj" fmla="val 12121"/>
            </a:avLst>
          </a:prstGeom>
          <a:solidFill xmlns:a="http://schemas.openxmlformats.org/drawingml/2006/main">
            <a:srgbClr val="E76F51"/>
          </a:solidFill>
          <a:ln xmlns:a="http://schemas.openxmlformats.org/drawingml/2006/main" w="0">
            <a:solidFill>
              <a:srgbClr val="E76F51"/>
            </a:solidFill>
            <a:prstDash val="solid"/>
          </a:ln>
        </p:spPr>
      </p:sp>
      <p:sp>
        <p:nvSpPr>
          <p:cNvPr id="13" name="text">
            <a:extLst xmlns:a="http://schemas.openxmlformats.org/drawingml/2006/main">
              <a:ext uri="{FF2B5EF4-FFF2-40B4-BE49-F238E27FC236}">
                <a16:creationId xmlns:a16="http://schemas.microsoft.com/office/drawing/2014/main" id="{9B682E27-48CF-4697-B731-43C5A29D0A43}"/>
              </a:ext>
            </a:extLst>
          </p:cNvPr>
          <p:cNvSpPr>
            <a:spLocks xmlns:a="http://schemas.openxmlformats.org/drawingml/2006/main" noGrp="1"/>
          </p:cNvSpPr>
          <p:nvPr/>
        </p:nvSpPr>
        <p:spPr>
          <a:xfrm xmlns:a="http://schemas.openxmlformats.org/drawingml/2006/main">
            <a:off x="933450" y="3733800"/>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FFFFFF"/>
                </a:solidFill>
              </a:defRPr>
            </a:pPr>
            <a:r>
              <a:rPr sz="1425" b="1">
                <a:solidFill>
                  <a:srgbClr val="FFFFFF"/>
                </a:solidFill>
              </a:rPr>
              <a:t>CONVENIENCE</a:t>
            </a:r>
          </a:p>
        </p:txBody>
      </p:sp>
      <p:sp>
        <p:nvSpPr>
          <p:cNvPr id="14" name="text">
            <a:extLst xmlns:a="http://schemas.openxmlformats.org/drawingml/2006/main">
              <a:ext uri="{FF2B5EF4-FFF2-40B4-BE49-F238E27FC236}">
                <a16:creationId xmlns:a16="http://schemas.microsoft.com/office/drawing/2014/main" id="{70F1885E-F175-43F6-93E1-061AED494437}"/>
              </a:ext>
            </a:extLst>
          </p:cNvPr>
          <p:cNvSpPr>
            <a:spLocks xmlns:a="http://schemas.openxmlformats.org/drawingml/2006/main" noGrp="1"/>
          </p:cNvSpPr>
          <p:nvPr/>
        </p:nvSpPr>
        <p:spPr>
          <a:xfrm xmlns:a="http://schemas.openxmlformats.org/drawingml/2006/main">
            <a:off x="3333750" y="3714750"/>
            <a:ext cx="676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02A43"/>
                </a:solidFill>
              </a:defRPr>
            </a:pPr>
            <a:r>
              <a:rPr sz="1650" b="0">
                <a:solidFill>
                  <a:srgbClr val="102A43"/>
                </a:solidFill>
              </a:rPr>
              <a:t>numerical or proxy—never silent physiology</a:t>
            </a:r>
          </a:p>
        </p:txBody>
      </p:sp>
      <p:sp>
        <p:nvSpPr>
          <p:cNvPr id="15" name="">
            <a:extLst xmlns:a="http://schemas.openxmlformats.org/drawingml/2006/main">
              <a:ext uri="{FF2B5EF4-FFF2-40B4-BE49-F238E27FC236}">
                <a16:creationId xmlns:a16="http://schemas.microsoft.com/office/drawing/2014/main" id="{7F305609-EBFB-4291-A1FC-C17ECE817B71}"/>
              </a:ext>
            </a:extLst>
          </p:cNvPr>
          <p:cNvSpPr>
            <a:spLocks xmlns:a="http://schemas.openxmlformats.org/drawingml/2006/main" noGrp="1"/>
          </p:cNvSpPr>
          <p:nvPr/>
        </p:nvSpPr>
        <p:spPr>
          <a:xfrm xmlns:a="http://schemas.openxmlformats.org/drawingml/2006/main">
            <a:off x="809625" y="4495800"/>
            <a:ext cx="2095500" cy="628650"/>
          </a:xfrm>
          <a:prstGeom xmlns:a="http://schemas.openxmlformats.org/drawingml/2006/main" prst="roundRect">
            <a:avLst>
              <a:gd name="adj" fmla="val 12121"/>
            </a:avLst>
          </a:prstGeom>
          <a:solidFill xmlns:a="http://schemas.openxmlformats.org/drawingml/2006/main">
            <a:srgbClr val="7454A3"/>
          </a:solidFill>
          <a:ln xmlns:a="http://schemas.openxmlformats.org/drawingml/2006/main" w="0">
            <a:solidFill>
              <a:srgbClr val="7454A3"/>
            </a:solidFill>
            <a:prstDash val="solid"/>
          </a:ln>
        </p:spPr>
      </p:sp>
      <p:sp>
        <p:nvSpPr>
          <p:cNvPr id="16" name="text">
            <a:extLst xmlns:a="http://schemas.openxmlformats.org/drawingml/2006/main">
              <a:ext uri="{FF2B5EF4-FFF2-40B4-BE49-F238E27FC236}">
                <a16:creationId xmlns:a16="http://schemas.microsoft.com/office/drawing/2014/main" id="{830B69BA-7BF7-45D3-B3EC-1E67EABC7652}"/>
              </a:ext>
            </a:extLst>
          </p:cNvPr>
          <p:cNvSpPr>
            <a:spLocks xmlns:a="http://schemas.openxmlformats.org/drawingml/2006/main" noGrp="1"/>
          </p:cNvSpPr>
          <p:nvPr/>
        </p:nvSpPr>
        <p:spPr>
          <a:xfrm xmlns:a="http://schemas.openxmlformats.org/drawingml/2006/main">
            <a:off x="933450" y="4686300"/>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FFFFFF"/>
                </a:solidFill>
              </a:defRPr>
            </a:pPr>
            <a:r>
              <a:rPr sz="1425" b="1">
                <a:solidFill>
                  <a:srgbClr val="FFFFFF"/>
                </a:solidFill>
              </a:rPr>
              <a:t>PI-GAP</a:t>
            </a:r>
          </a:p>
        </p:txBody>
      </p:sp>
      <p:sp>
        <p:nvSpPr>
          <p:cNvPr id="17" name="text">
            <a:extLst xmlns:a="http://schemas.openxmlformats.org/drawingml/2006/main">
              <a:ext uri="{FF2B5EF4-FFF2-40B4-BE49-F238E27FC236}">
                <a16:creationId xmlns:a16="http://schemas.microsoft.com/office/drawing/2014/main" id="{E3628E96-8C6C-4E1C-AE62-9F5D9AA1FCE6}"/>
              </a:ext>
            </a:extLst>
          </p:cNvPr>
          <p:cNvSpPr>
            <a:spLocks xmlns:a="http://schemas.openxmlformats.org/drawingml/2006/main" noGrp="1"/>
          </p:cNvSpPr>
          <p:nvPr/>
        </p:nvSpPr>
        <p:spPr>
          <a:xfrm xmlns:a="http://schemas.openxmlformats.org/drawingml/2006/main">
            <a:off x="3333750" y="4667250"/>
            <a:ext cx="676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02A43"/>
                </a:solidFill>
              </a:defRPr>
            </a:pPr>
            <a:r>
              <a:rPr sz="1650" b="0">
                <a:solidFill>
                  <a:srgbClr val="102A43"/>
                </a:solidFill>
              </a:rPr>
              <a:t>acknowledged unsourced choice; blocks quantitative closure</a:t>
            </a:r>
          </a:p>
        </p:txBody>
      </p:sp>
      <p:sp>
        <p:nvSpPr>
          <p:cNvPr id="18" name="text">
            <a:extLst xmlns:a="http://schemas.openxmlformats.org/drawingml/2006/main">
              <a:ext uri="{FF2B5EF4-FFF2-40B4-BE49-F238E27FC236}">
                <a16:creationId xmlns:a16="http://schemas.microsoft.com/office/drawing/2014/main" id="{D23110C7-9427-432A-926E-B130C81D072E}"/>
              </a:ext>
            </a:extLst>
          </p:cNvPr>
          <p:cNvSpPr>
            <a:spLocks xmlns:a="http://schemas.openxmlformats.org/drawingml/2006/main" noGrp="1"/>
          </p:cNvSpPr>
          <p:nvPr/>
        </p:nvSpPr>
        <p:spPr>
          <a:xfrm xmlns:a="http://schemas.openxmlformats.org/drawingml/2006/main">
            <a:off x="876300" y="5667375"/>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102A43"/>
                </a:solidFill>
              </a:defRPr>
            </a:pPr>
            <a:r>
              <a:rPr sz="1725" b="1">
                <a:solidFill>
                  <a:srgbClr val="102A43"/>
                </a:solidFill>
              </a:rPr>
              <a:t>The right action for a gap is to acquire evidence or surface a decision—not tune it after seeing a gate.</a:t>
            </a:r>
          </a:p>
        </p:txBody>
      </p:sp>
    </p:spTree>
    <p:extLst>
      <p:ext uri="{BB962C8B-B14F-4D97-AF65-F5344CB8AC3E}">
        <p14:creationId xmlns:p14="http://schemas.microsoft.com/office/powerpoint/2010/main" val="108802411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
            <a:extLst xmlns:a="http://schemas.openxmlformats.org/drawingml/2006/main">
              <a:ext uri="{FF2B5EF4-FFF2-40B4-BE49-F238E27FC236}">
                <a16:creationId xmlns:a16="http://schemas.microsoft.com/office/drawing/2014/main" id="{675BC4FA-2696-48C5-8593-0F154145952A}"/>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SWEEPS</a:t>
            </a:r>
          </a:p>
        </p:txBody>
      </p:sp>
      <p:sp>
        <p:nvSpPr>
          <p:cNvPr id="2" name="text">
            <a:extLst xmlns:a="http://schemas.openxmlformats.org/drawingml/2006/main">
              <a:ext uri="{FF2B5EF4-FFF2-40B4-BE49-F238E27FC236}">
                <a16:creationId xmlns:a16="http://schemas.microsoft.com/office/drawing/2014/main" id="{438E7601-46A2-428C-9A85-7F6B8EEC18D7}"/>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0F14"/>
                </a:solidFill>
              </a:defRPr>
            </a:pPr>
            <a:r>
              <a:rPr sz="2850" b="1">
                <a:solidFill>
                  <a:srgbClr val="0B0F14"/>
                </a:solidFill>
              </a:rPr>
              <a:t>Brute-force grids fail before the physics is even evaluated</a:t>
            </a:r>
          </a:p>
        </p:txBody>
      </p:sp>
      <p:cxnSp>
        <p:nvCxnSpPr>
          <p:cNvPr id="20"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FB078C14-A3FE-4188-852D-9642F9D17CDD}"/>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25</a:t>
            </a:r>
          </a:p>
        </p:txBody>
      </p:sp>
      <p:sp>
        <p:nvSpPr>
          <p:cNvPr id="5" name="text">
            <a:extLst xmlns:a="http://schemas.openxmlformats.org/drawingml/2006/main">
              <a:ext uri="{FF2B5EF4-FFF2-40B4-BE49-F238E27FC236}">
                <a16:creationId xmlns:a16="http://schemas.microsoft.com/office/drawing/2014/main" id="{517C98A6-951C-4F7C-A2F0-42990CEF4BA1}"/>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sp>
        <p:nvSpPr>
          <p:cNvPr id="6" name="text">
            <a:extLst xmlns:a="http://schemas.openxmlformats.org/drawingml/2006/main">
              <a:ext uri="{FF2B5EF4-FFF2-40B4-BE49-F238E27FC236}">
                <a16:creationId xmlns:a16="http://schemas.microsoft.com/office/drawing/2014/main" id="{72BFAA1E-E0CE-4ECE-B42A-4834B63761F0}"/>
              </a:ext>
            </a:extLst>
          </p:cNvPr>
          <p:cNvSpPr>
            <a:spLocks xmlns:a="http://schemas.openxmlformats.org/drawingml/2006/main" noGrp="1"/>
          </p:cNvSpPr>
          <p:nvPr/>
        </p:nvSpPr>
        <p:spPr>
          <a:xfrm xmlns:a="http://schemas.openxmlformats.org/drawingml/2006/main">
            <a:off x="857250" y="1666875"/>
            <a:ext cx="685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625" b="1">
                <a:solidFill>
                  <a:srgbClr val="102A43"/>
                </a:solidFill>
              </a:defRPr>
            </a:pPr>
            <a:r>
              <a:rPr sz="2625" b="1">
                <a:solidFill>
                  <a:srgbClr val="102A43"/>
                </a:solidFill>
              </a:rPr>
              <a:t>Ten levels × twelve coupled parameters</a:t>
            </a:r>
          </a:p>
        </p:txBody>
      </p:sp>
      <p:sp>
        <p:nvSpPr>
          <p:cNvPr id="7" name="text">
            <a:extLst xmlns:a="http://schemas.openxmlformats.org/drawingml/2006/main">
              <a:ext uri="{FF2B5EF4-FFF2-40B4-BE49-F238E27FC236}">
                <a16:creationId xmlns:a16="http://schemas.microsoft.com/office/drawing/2014/main" id="{F985BCA8-C548-4448-91B1-352AB07639DA}"/>
              </a:ext>
            </a:extLst>
          </p:cNvPr>
          <p:cNvSpPr>
            <a:spLocks xmlns:a="http://schemas.openxmlformats.org/drawingml/2006/main" noGrp="1"/>
          </p:cNvSpPr>
          <p:nvPr/>
        </p:nvSpPr>
        <p:spPr>
          <a:xfrm xmlns:a="http://schemas.openxmlformats.org/drawingml/2006/main">
            <a:off x="857250" y="2286000"/>
            <a:ext cx="590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200" b="1">
                <a:solidFill>
                  <a:srgbClr val="E76F51"/>
                </a:solidFill>
              </a:defRPr>
            </a:pPr>
            <a:r>
              <a:rPr sz="4200" b="1">
                <a:solidFill>
                  <a:srgbClr val="E76F51"/>
                </a:solidFill>
              </a:rPr>
              <a:t>10¹² native runs</a:t>
            </a:r>
          </a:p>
        </p:txBody>
      </p:sp>
      <p:sp>
        <p:nvSpPr>
          <p:cNvPr id="8" name="">
            <a:extLst xmlns:a="http://schemas.openxmlformats.org/drawingml/2006/main">
              <a:ext uri="{FF2B5EF4-FFF2-40B4-BE49-F238E27FC236}">
                <a16:creationId xmlns:a16="http://schemas.microsoft.com/office/drawing/2014/main" id="{4ED3B46A-A024-457D-AF12-4D4077EE146B}"/>
              </a:ext>
            </a:extLst>
          </p:cNvPr>
          <p:cNvSpPr>
            <a:spLocks xmlns:a="http://schemas.openxmlformats.org/drawingml/2006/main" noGrp="1"/>
          </p:cNvSpPr>
          <p:nvPr/>
        </p:nvSpPr>
        <p:spPr>
          <a:xfrm xmlns:a="http://schemas.openxmlformats.org/drawingml/2006/main">
            <a:off x="7810500" y="1809750"/>
            <a:ext cx="2190750" cy="704850"/>
          </a:xfrm>
          <a:prstGeom xmlns:a="http://schemas.openxmlformats.org/drawingml/2006/main" prst="roundRect">
            <a:avLst>
              <a:gd name="adj" fmla="val 10811"/>
            </a:avLst>
          </a:prstGeom>
          <a:solidFill xmlns:a="http://schemas.openxmlformats.org/drawingml/2006/main">
            <a:srgbClr val="E8F4F5"/>
          </a:solidFill>
          <a:ln xmlns:a="http://schemas.openxmlformats.org/drawingml/2006/main" w="14288">
            <a:solidFill>
              <a:srgbClr val="16A6B6"/>
            </a:solidFill>
            <a:prstDash val="solid"/>
          </a:ln>
        </p:spPr>
      </p:sp>
      <p:sp>
        <p:nvSpPr>
          <p:cNvPr id="9" name="text">
            <a:extLst xmlns:a="http://schemas.openxmlformats.org/drawingml/2006/main">
              <a:ext uri="{FF2B5EF4-FFF2-40B4-BE49-F238E27FC236}">
                <a16:creationId xmlns:a16="http://schemas.microsoft.com/office/drawing/2014/main" id="{389ADAA5-B218-4FE4-A48D-0043B5BDFCB9}"/>
              </a:ext>
            </a:extLst>
          </p:cNvPr>
          <p:cNvSpPr>
            <a:spLocks xmlns:a="http://schemas.openxmlformats.org/drawingml/2006/main" noGrp="1"/>
          </p:cNvSpPr>
          <p:nvPr/>
        </p:nvSpPr>
        <p:spPr>
          <a:xfrm xmlns:a="http://schemas.openxmlformats.org/drawingml/2006/main">
            <a:off x="7905750" y="1943100"/>
            <a:ext cx="2000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02A43"/>
                </a:solidFill>
              </a:defRPr>
            </a:pPr>
            <a:r>
              <a:rPr sz="1500" b="1">
                <a:solidFill>
                  <a:srgbClr val="102A43"/>
                </a:solidFill>
              </a:rPr>
              <a:t>screen</a:t>
            </a:r>
          </a:p>
          <a:p xmlns:a="http://schemas.openxmlformats.org/drawingml/2006/main">
            <a:pPr algn="ctr">
              <a:defRPr sz="1500" b="1">
                <a:solidFill>
                  <a:srgbClr val="102A43"/>
                </a:solidFill>
              </a:defRPr>
            </a:pPr>
            <a:r>
              <a:rPr sz="1500" b="1">
                <a:solidFill>
                  <a:srgbClr val="102A43"/>
                </a:solidFill>
              </a:rPr>
              <a:t>space-filling</a:t>
            </a:r>
          </a:p>
        </p:txBody>
      </p:sp>
      <p:cxnSp>
        <p:nvCxnSpPr>
          <p:cNvPr id="27" name=""/>
          <p:cNvCxnSpPr/>
          <p:nvPr/>
        </p:nvCxnSpPr>
        <p:spPr>
          <a:xfrm xmlns:a="http://schemas.openxmlformats.org/drawingml/2006/main">
            <a:off x="8905875" y="2514600"/>
            <a:ext cx="9525" cy="581025"/>
          </a:xfrm>
          <a:prstGeom xmlns:a="http://schemas.openxmlformats.org/drawingml/2006/main" prst="straightConnector1">
            <a:avLst/>
          </a:prstGeom>
          <a:ln xmlns:a="http://schemas.openxmlformats.org/drawingml/2006/main" w="19050">
            <a:solidFill>
              <a:srgbClr val="B8C7D0"/>
            </a:solidFill>
            <a:prstDash val="solid"/>
          </a:ln>
        </p:spPr>
      </p:cxnSp>
      <p:sp>
        <p:nvSpPr>
          <p:cNvPr id="11" name="">
            <a:extLst xmlns:a="http://schemas.openxmlformats.org/drawingml/2006/main">
              <a:ext uri="{FF2B5EF4-FFF2-40B4-BE49-F238E27FC236}">
                <a16:creationId xmlns:a16="http://schemas.microsoft.com/office/drawing/2014/main" id="{4A3B517A-FC25-41CC-8232-709422C98604}"/>
              </a:ext>
            </a:extLst>
          </p:cNvPr>
          <p:cNvSpPr>
            <a:spLocks xmlns:a="http://schemas.openxmlformats.org/drawingml/2006/main" noGrp="1"/>
          </p:cNvSpPr>
          <p:nvPr/>
        </p:nvSpPr>
        <p:spPr>
          <a:xfrm xmlns:a="http://schemas.openxmlformats.org/drawingml/2006/main">
            <a:off x="7810500" y="3190875"/>
            <a:ext cx="2190750" cy="704850"/>
          </a:xfrm>
          <a:prstGeom xmlns:a="http://schemas.openxmlformats.org/drawingml/2006/main" prst="roundRect">
            <a:avLst>
              <a:gd name="adj" fmla="val 10811"/>
            </a:avLst>
          </a:prstGeom>
          <a:solidFill xmlns:a="http://schemas.openxmlformats.org/drawingml/2006/main">
            <a:srgbClr val="FFF5DF"/>
          </a:solidFill>
          <a:ln xmlns:a="http://schemas.openxmlformats.org/drawingml/2006/main" w="14288">
            <a:solidFill>
              <a:srgbClr val="E9C46A"/>
            </a:solidFill>
            <a:prstDash val="solid"/>
          </a:ln>
        </p:spPr>
      </p:sp>
      <p:sp>
        <p:nvSpPr>
          <p:cNvPr id="12" name="text">
            <a:extLst xmlns:a="http://schemas.openxmlformats.org/drawingml/2006/main">
              <a:ext uri="{FF2B5EF4-FFF2-40B4-BE49-F238E27FC236}">
                <a16:creationId xmlns:a16="http://schemas.microsoft.com/office/drawing/2014/main" id="{5FD2E7F5-0BD4-48CD-8FF3-35D7C1FB29E2}"/>
              </a:ext>
            </a:extLst>
          </p:cNvPr>
          <p:cNvSpPr>
            <a:spLocks xmlns:a="http://schemas.openxmlformats.org/drawingml/2006/main" noGrp="1"/>
          </p:cNvSpPr>
          <p:nvPr/>
        </p:nvSpPr>
        <p:spPr>
          <a:xfrm xmlns:a="http://schemas.openxmlformats.org/drawingml/2006/main">
            <a:off x="7905750" y="3324225"/>
            <a:ext cx="2000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102A43"/>
                </a:solidFill>
              </a:defRPr>
            </a:pPr>
            <a:r>
              <a:rPr sz="1425" b="1">
                <a:solidFill>
                  <a:srgbClr val="102A43"/>
                </a:solidFill>
              </a:rPr>
              <a:t>sensitivity +</a:t>
            </a:r>
          </a:p>
          <a:p xmlns:a="http://schemas.openxmlformats.org/drawingml/2006/main">
            <a:pPr algn="ctr">
              <a:defRPr sz="1425" b="1">
                <a:solidFill>
                  <a:srgbClr val="102A43"/>
                </a:solidFill>
              </a:defRPr>
            </a:pPr>
            <a:r>
              <a:rPr sz="1425" b="1">
                <a:solidFill>
                  <a:srgbClr val="102A43"/>
                </a:solidFill>
              </a:rPr>
              <a:t>identifiability</a:t>
            </a:r>
          </a:p>
        </p:txBody>
      </p:sp>
      <p:cxnSp>
        <p:nvCxnSpPr>
          <p:cNvPr id="30" name=""/>
          <p:cNvCxnSpPr/>
          <p:nvPr/>
        </p:nvCxnSpPr>
        <p:spPr>
          <a:xfrm xmlns:a="http://schemas.openxmlformats.org/drawingml/2006/main">
            <a:off x="8905875" y="3895725"/>
            <a:ext cx="9525" cy="581025"/>
          </a:xfrm>
          <a:prstGeom xmlns:a="http://schemas.openxmlformats.org/drawingml/2006/main" prst="straightConnector1">
            <a:avLst/>
          </a:prstGeom>
          <a:ln xmlns:a="http://schemas.openxmlformats.org/drawingml/2006/main" w="19050">
            <a:solidFill>
              <a:srgbClr val="B8C7D0"/>
            </a:solidFill>
            <a:prstDash val="solid"/>
          </a:ln>
        </p:spPr>
      </p:cxnSp>
      <p:sp>
        <p:nvSpPr>
          <p:cNvPr id="14" name="">
            <a:extLst xmlns:a="http://schemas.openxmlformats.org/drawingml/2006/main">
              <a:ext uri="{FF2B5EF4-FFF2-40B4-BE49-F238E27FC236}">
                <a16:creationId xmlns:a16="http://schemas.microsoft.com/office/drawing/2014/main" id="{EA83C825-80A9-4D67-88FD-F0A8403D5095}"/>
              </a:ext>
            </a:extLst>
          </p:cNvPr>
          <p:cNvSpPr>
            <a:spLocks xmlns:a="http://schemas.openxmlformats.org/drawingml/2006/main" noGrp="1"/>
          </p:cNvSpPr>
          <p:nvPr/>
        </p:nvSpPr>
        <p:spPr>
          <a:xfrm xmlns:a="http://schemas.openxmlformats.org/drawingml/2006/main">
            <a:off x="7810500" y="4572000"/>
            <a:ext cx="2190750" cy="704850"/>
          </a:xfrm>
          <a:prstGeom xmlns:a="http://schemas.openxmlformats.org/drawingml/2006/main" prst="roundRect">
            <a:avLst>
              <a:gd name="adj" fmla="val 10811"/>
            </a:avLst>
          </a:prstGeom>
          <a:solidFill xmlns:a="http://schemas.openxmlformats.org/drawingml/2006/main">
            <a:srgbClr val="F2ECFA"/>
          </a:solidFill>
          <a:ln xmlns:a="http://schemas.openxmlformats.org/drawingml/2006/main" w="14288">
            <a:solidFill>
              <a:srgbClr val="7454A3"/>
            </a:solidFill>
            <a:prstDash val="solid"/>
          </a:ln>
        </p:spPr>
      </p:sp>
      <p:sp>
        <p:nvSpPr>
          <p:cNvPr id="15" name="text">
            <a:extLst xmlns:a="http://schemas.openxmlformats.org/drawingml/2006/main">
              <a:ext uri="{FF2B5EF4-FFF2-40B4-BE49-F238E27FC236}">
                <a16:creationId xmlns:a16="http://schemas.microsoft.com/office/drawing/2014/main" id="{B2898BE3-F339-431C-80EE-FACDC526D8E6}"/>
              </a:ext>
            </a:extLst>
          </p:cNvPr>
          <p:cNvSpPr>
            <a:spLocks xmlns:a="http://schemas.openxmlformats.org/drawingml/2006/main" noGrp="1"/>
          </p:cNvSpPr>
          <p:nvPr/>
        </p:nvSpPr>
        <p:spPr>
          <a:xfrm xmlns:a="http://schemas.openxmlformats.org/drawingml/2006/main">
            <a:off x="7905750" y="4705350"/>
            <a:ext cx="2000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102A43"/>
                </a:solidFill>
              </a:defRPr>
            </a:pPr>
            <a:r>
              <a:rPr sz="1425" b="1">
                <a:solidFill>
                  <a:srgbClr val="102A43"/>
                </a:solidFill>
              </a:rPr>
              <a:t>posterior /</a:t>
            </a:r>
          </a:p>
          <a:p xmlns:a="http://schemas.openxmlformats.org/drawingml/2006/main">
            <a:pPr algn="ctr">
              <a:defRPr sz="1425" b="1">
                <a:solidFill>
                  <a:srgbClr val="102A43"/>
                </a:solidFill>
              </a:defRPr>
            </a:pPr>
            <a:r>
              <a:rPr sz="1425" b="1">
                <a:solidFill>
                  <a:srgbClr val="102A43"/>
                </a:solidFill>
              </a:rPr>
              <a:t>active refinement</a:t>
            </a:r>
          </a:p>
        </p:txBody>
      </p:sp>
      <p:sp>
        <p:nvSpPr>
          <p:cNvPr id="16" name="">
            <a:extLst xmlns:a="http://schemas.openxmlformats.org/drawingml/2006/main">
              <a:ext uri="{FF2B5EF4-FFF2-40B4-BE49-F238E27FC236}">
                <a16:creationId xmlns:a16="http://schemas.microsoft.com/office/drawing/2014/main" id="{6D3B8F74-B9D6-4AB8-AFD5-AF89CDB6A408}"/>
              </a:ext>
            </a:extLst>
          </p:cNvPr>
          <p:cNvSpPr>
            <a:spLocks xmlns:a="http://schemas.openxmlformats.org/drawingml/2006/main" noGrp="1"/>
          </p:cNvSpPr>
          <p:nvPr/>
        </p:nvSpPr>
        <p:spPr>
          <a:xfrm xmlns:a="http://schemas.openxmlformats.org/drawingml/2006/main">
            <a:off x="666750" y="5572125"/>
            <a:ext cx="10858500" cy="714375"/>
          </a:xfrm>
          <a:prstGeom xmlns:a="http://schemas.openxmlformats.org/drawingml/2006/main" prst="roundRect">
            <a:avLst>
              <a:gd name="adj" fmla="val 10667"/>
            </a:avLst>
          </a:prstGeom>
          <a:solidFill xmlns:a="http://schemas.openxmlformats.org/drawingml/2006/main">
            <a:srgbClr val="E8F4F5"/>
          </a:solidFill>
          <a:ln xmlns:a="http://schemas.openxmlformats.org/drawingml/2006/main" w="0">
            <a:noFill/>
            <a:prstDash val="solid"/>
          </a:ln>
        </p:spPr>
      </p:sp>
      <p:sp>
        <p:nvSpPr>
          <p:cNvPr id="17" name="text">
            <a:extLst xmlns:a="http://schemas.openxmlformats.org/drawingml/2006/main">
              <a:ext uri="{FF2B5EF4-FFF2-40B4-BE49-F238E27FC236}">
                <a16:creationId xmlns:a16="http://schemas.microsoft.com/office/drawing/2014/main" id="{18B91DB8-64CC-47A8-9D46-A7C1DA4EF91A}"/>
              </a:ext>
            </a:extLst>
          </p:cNvPr>
          <p:cNvSpPr>
            <a:spLocks xmlns:a="http://schemas.openxmlformats.org/drawingml/2006/main" noGrp="1"/>
          </p:cNvSpPr>
          <p:nvPr/>
        </p:nvSpPr>
        <p:spPr>
          <a:xfrm xmlns:a="http://schemas.openxmlformats.org/drawingml/2006/main">
            <a:off x="876300" y="5753100"/>
            <a:ext cx="10439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102A43"/>
                </a:solidFill>
              </a:defRPr>
            </a:pPr>
            <a:r>
              <a:rPr sz="1875" b="1">
                <a:solidFill>
                  <a:srgbClr val="102A43"/>
                </a:solidFill>
              </a:rPr>
              <a:t>Ngrid = n^d  →  use constrained design, sensitivity analysis, posterior inference, and active learning</a:t>
            </a:r>
          </a:p>
        </p:txBody>
      </p:sp>
    </p:spTree>
    <p:extLst>
      <p:ext uri="{BB962C8B-B14F-4D97-AF65-F5344CB8AC3E}">
        <p14:creationId xmlns:p14="http://schemas.microsoft.com/office/powerpoint/2010/main" val="175223816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text">
            <a:extLst xmlns:a="http://schemas.openxmlformats.org/drawingml/2006/main">
              <a:ext uri="{FF2B5EF4-FFF2-40B4-BE49-F238E27FC236}">
                <a16:creationId xmlns:a16="http://schemas.microsoft.com/office/drawing/2014/main" id="{2F9EC8A8-8BE8-4EB3-87F1-2CEBD7A606CD}"/>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DESIGN OF EXPERIMENTS</a:t>
            </a:r>
          </a:p>
        </p:txBody>
      </p:sp>
      <p:sp>
        <p:nvSpPr>
          <p:cNvPr id="2" name="text">
            <a:extLst xmlns:a="http://schemas.openxmlformats.org/drawingml/2006/main">
              <a:ext uri="{FF2B5EF4-FFF2-40B4-BE49-F238E27FC236}">
                <a16:creationId xmlns:a16="http://schemas.microsoft.com/office/drawing/2014/main" id="{2462790E-A569-4ABC-A81F-69AEC2BEE6B5}"/>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0F14"/>
                </a:solidFill>
              </a:defRPr>
            </a:pPr>
            <a:r>
              <a:rPr sz="2850" b="1">
                <a:solidFill>
                  <a:srgbClr val="0B0F14"/>
                </a:solidFill>
              </a:rPr>
              <a:t>A sweep should expose identifiability, not merely find a “good” point</a:t>
            </a:r>
          </a:p>
        </p:txBody>
      </p:sp>
      <p:cxnSp>
        <p:nvCxnSpPr>
          <p:cNvPr id="32"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11573B12-4F37-4FE2-BC47-42E045780287}"/>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26</a:t>
            </a:r>
          </a:p>
        </p:txBody>
      </p:sp>
      <p:sp>
        <p:nvSpPr>
          <p:cNvPr id="5" name="text">
            <a:extLst xmlns:a="http://schemas.openxmlformats.org/drawingml/2006/main">
              <a:ext uri="{FF2B5EF4-FFF2-40B4-BE49-F238E27FC236}">
                <a16:creationId xmlns:a16="http://schemas.microsoft.com/office/drawing/2014/main" id="{8EF7C28C-3B98-4755-B8FC-5814F86FEE82}"/>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sp>
        <p:nvSpPr>
          <p:cNvPr id="6" name="">
            <a:extLst xmlns:a="http://schemas.openxmlformats.org/drawingml/2006/main">
              <a:ext uri="{FF2B5EF4-FFF2-40B4-BE49-F238E27FC236}">
                <a16:creationId xmlns:a16="http://schemas.microsoft.com/office/drawing/2014/main" id="{794CAF55-A9C5-4030-AB64-B8770E303BAA}"/>
              </a:ext>
            </a:extLst>
          </p:cNvPr>
          <p:cNvSpPr>
            <a:spLocks xmlns:a="http://schemas.openxmlformats.org/drawingml/2006/main" noGrp="1"/>
          </p:cNvSpPr>
          <p:nvPr/>
        </p:nvSpPr>
        <p:spPr>
          <a:xfrm xmlns:a="http://schemas.openxmlformats.org/drawingml/2006/main">
            <a:off x="1238250" y="4000500"/>
            <a:ext cx="171450" cy="171450"/>
          </a:xfrm>
          <a:prstGeom xmlns:a="http://schemas.openxmlformats.org/drawingml/2006/main" prst="ellipse">
            <a:avLst/>
          </a:prstGeom>
          <a:solidFill xmlns:a="http://schemas.openxmlformats.org/drawingml/2006/main">
            <a:srgbClr val="B8C7D0"/>
          </a:solidFill>
          <a:ln xmlns:a="http://schemas.openxmlformats.org/drawingml/2006/main" w="0">
            <a:solidFill>
              <a:srgbClr val="B8C7D0"/>
            </a:solidFill>
            <a:prstDash val="solid"/>
          </a:ln>
        </p:spPr>
      </p:sp>
      <p:sp>
        <p:nvSpPr>
          <p:cNvPr id="7" name="">
            <a:extLst xmlns:a="http://schemas.openxmlformats.org/drawingml/2006/main">
              <a:ext uri="{FF2B5EF4-FFF2-40B4-BE49-F238E27FC236}">
                <a16:creationId xmlns:a16="http://schemas.microsoft.com/office/drawing/2014/main" id="{899DE7CC-F1CB-449B-8659-6536CF947736}"/>
              </a:ext>
            </a:extLst>
          </p:cNvPr>
          <p:cNvSpPr>
            <a:spLocks xmlns:a="http://schemas.openxmlformats.org/drawingml/2006/main" noGrp="1"/>
          </p:cNvSpPr>
          <p:nvPr/>
        </p:nvSpPr>
        <p:spPr>
          <a:xfrm xmlns:a="http://schemas.openxmlformats.org/drawingml/2006/main">
            <a:off x="1809750" y="3143250"/>
            <a:ext cx="171450" cy="171450"/>
          </a:xfrm>
          <a:prstGeom xmlns:a="http://schemas.openxmlformats.org/drawingml/2006/main" prst="ellipse">
            <a:avLst/>
          </a:prstGeom>
          <a:solidFill xmlns:a="http://schemas.openxmlformats.org/drawingml/2006/main">
            <a:srgbClr val="B8C7D0"/>
          </a:solidFill>
          <a:ln xmlns:a="http://schemas.openxmlformats.org/drawingml/2006/main" w="0">
            <a:solidFill>
              <a:srgbClr val="B8C7D0"/>
            </a:solidFill>
            <a:prstDash val="solid"/>
          </a:ln>
        </p:spPr>
      </p:sp>
      <p:sp>
        <p:nvSpPr>
          <p:cNvPr id="8" name="">
            <a:extLst xmlns:a="http://schemas.openxmlformats.org/drawingml/2006/main">
              <a:ext uri="{FF2B5EF4-FFF2-40B4-BE49-F238E27FC236}">
                <a16:creationId xmlns:a16="http://schemas.microsoft.com/office/drawing/2014/main" id="{9744B10F-B09A-4653-9F26-53367C860428}"/>
              </a:ext>
            </a:extLst>
          </p:cNvPr>
          <p:cNvSpPr>
            <a:spLocks xmlns:a="http://schemas.openxmlformats.org/drawingml/2006/main" noGrp="1"/>
          </p:cNvSpPr>
          <p:nvPr/>
        </p:nvSpPr>
        <p:spPr>
          <a:xfrm xmlns:a="http://schemas.openxmlformats.org/drawingml/2006/main">
            <a:off x="2333625" y="4857750"/>
            <a:ext cx="171450" cy="171450"/>
          </a:xfrm>
          <a:prstGeom xmlns:a="http://schemas.openxmlformats.org/drawingml/2006/main" prst="ellipse">
            <a:avLst/>
          </a:prstGeom>
          <a:solidFill xmlns:a="http://schemas.openxmlformats.org/drawingml/2006/main">
            <a:srgbClr val="B8C7D0"/>
          </a:solidFill>
          <a:ln xmlns:a="http://schemas.openxmlformats.org/drawingml/2006/main" w="0">
            <a:solidFill>
              <a:srgbClr val="B8C7D0"/>
            </a:solidFill>
            <a:prstDash val="solid"/>
          </a:ln>
        </p:spPr>
      </p:sp>
      <p:sp>
        <p:nvSpPr>
          <p:cNvPr id="9" name="">
            <a:extLst xmlns:a="http://schemas.openxmlformats.org/drawingml/2006/main">
              <a:ext uri="{FF2B5EF4-FFF2-40B4-BE49-F238E27FC236}">
                <a16:creationId xmlns:a16="http://schemas.microsoft.com/office/drawing/2014/main" id="{008E17BF-5F84-455F-8323-F1FEC45F24F5}"/>
              </a:ext>
            </a:extLst>
          </p:cNvPr>
          <p:cNvSpPr>
            <a:spLocks xmlns:a="http://schemas.openxmlformats.org/drawingml/2006/main" noGrp="1"/>
          </p:cNvSpPr>
          <p:nvPr/>
        </p:nvSpPr>
        <p:spPr>
          <a:xfrm xmlns:a="http://schemas.openxmlformats.org/drawingml/2006/main">
            <a:off x="3048000" y="2571750"/>
            <a:ext cx="171450" cy="171450"/>
          </a:xfrm>
          <a:prstGeom xmlns:a="http://schemas.openxmlformats.org/drawingml/2006/main" prst="ellipse">
            <a:avLst/>
          </a:prstGeom>
          <a:solidFill xmlns:a="http://schemas.openxmlformats.org/drawingml/2006/main">
            <a:srgbClr val="B8C7D0"/>
          </a:solidFill>
          <a:ln xmlns:a="http://schemas.openxmlformats.org/drawingml/2006/main" w="0">
            <a:solidFill>
              <a:srgbClr val="B8C7D0"/>
            </a:solidFill>
            <a:prstDash val="solid"/>
          </a:ln>
        </p:spPr>
      </p:sp>
      <p:sp>
        <p:nvSpPr>
          <p:cNvPr id="10" name="">
            <a:extLst xmlns:a="http://schemas.openxmlformats.org/drawingml/2006/main">
              <a:ext uri="{FF2B5EF4-FFF2-40B4-BE49-F238E27FC236}">
                <a16:creationId xmlns:a16="http://schemas.microsoft.com/office/drawing/2014/main" id="{9857D614-3F2C-45E9-A493-5408D5740247}"/>
              </a:ext>
            </a:extLst>
          </p:cNvPr>
          <p:cNvSpPr>
            <a:spLocks xmlns:a="http://schemas.openxmlformats.org/drawingml/2006/main" noGrp="1"/>
          </p:cNvSpPr>
          <p:nvPr/>
        </p:nvSpPr>
        <p:spPr>
          <a:xfrm xmlns:a="http://schemas.openxmlformats.org/drawingml/2006/main">
            <a:off x="3762375" y="4238625"/>
            <a:ext cx="171450" cy="171450"/>
          </a:xfrm>
          <a:prstGeom xmlns:a="http://schemas.openxmlformats.org/drawingml/2006/main" prst="ellipse">
            <a:avLst/>
          </a:prstGeom>
          <a:solidFill xmlns:a="http://schemas.openxmlformats.org/drawingml/2006/main">
            <a:srgbClr val="B8C7D0"/>
          </a:solidFill>
          <a:ln xmlns:a="http://schemas.openxmlformats.org/drawingml/2006/main" w="0">
            <a:solidFill>
              <a:srgbClr val="B8C7D0"/>
            </a:solidFill>
            <a:prstDash val="solid"/>
          </a:ln>
        </p:spPr>
      </p:sp>
      <p:sp>
        <p:nvSpPr>
          <p:cNvPr id="11" name="">
            <a:extLst xmlns:a="http://schemas.openxmlformats.org/drawingml/2006/main">
              <a:ext uri="{FF2B5EF4-FFF2-40B4-BE49-F238E27FC236}">
                <a16:creationId xmlns:a16="http://schemas.microsoft.com/office/drawing/2014/main" id="{E0DA8A90-86FB-46D1-BDE7-A7D71AB7BA5C}"/>
              </a:ext>
            </a:extLst>
          </p:cNvPr>
          <p:cNvSpPr>
            <a:spLocks xmlns:a="http://schemas.openxmlformats.org/drawingml/2006/main" noGrp="1"/>
          </p:cNvSpPr>
          <p:nvPr/>
        </p:nvSpPr>
        <p:spPr>
          <a:xfrm xmlns:a="http://schemas.openxmlformats.org/drawingml/2006/main">
            <a:off x="4381500" y="3429000"/>
            <a:ext cx="171450" cy="171450"/>
          </a:xfrm>
          <a:prstGeom xmlns:a="http://schemas.openxmlformats.org/drawingml/2006/main" prst="ellipse">
            <a:avLst/>
          </a:prstGeom>
          <a:solidFill xmlns:a="http://schemas.openxmlformats.org/drawingml/2006/main">
            <a:srgbClr val="B8C7D0"/>
          </a:solidFill>
          <a:ln xmlns:a="http://schemas.openxmlformats.org/drawingml/2006/main" w="0">
            <a:solidFill>
              <a:srgbClr val="B8C7D0"/>
            </a:solidFill>
            <a:prstDash val="solid"/>
          </a:ln>
        </p:spPr>
      </p:sp>
      <p:sp>
        <p:nvSpPr>
          <p:cNvPr id="12" name="">
            <a:extLst xmlns:a="http://schemas.openxmlformats.org/drawingml/2006/main">
              <a:ext uri="{FF2B5EF4-FFF2-40B4-BE49-F238E27FC236}">
                <a16:creationId xmlns:a16="http://schemas.microsoft.com/office/drawing/2014/main" id="{B497E260-859E-4B62-B655-00AEE2607817}"/>
              </a:ext>
            </a:extLst>
          </p:cNvPr>
          <p:cNvSpPr>
            <a:spLocks xmlns:a="http://schemas.openxmlformats.org/drawingml/2006/main" noGrp="1"/>
          </p:cNvSpPr>
          <p:nvPr/>
        </p:nvSpPr>
        <p:spPr>
          <a:xfrm xmlns:a="http://schemas.openxmlformats.org/drawingml/2006/main">
            <a:off x="5048250" y="4810125"/>
            <a:ext cx="171450" cy="171450"/>
          </a:xfrm>
          <a:prstGeom xmlns:a="http://schemas.openxmlformats.org/drawingml/2006/main" prst="ellipse">
            <a:avLst/>
          </a:prstGeom>
          <a:solidFill xmlns:a="http://schemas.openxmlformats.org/drawingml/2006/main">
            <a:srgbClr val="B8C7D0"/>
          </a:solidFill>
          <a:ln xmlns:a="http://schemas.openxmlformats.org/drawingml/2006/main" w="0">
            <a:solidFill>
              <a:srgbClr val="B8C7D0"/>
            </a:solidFill>
            <a:prstDash val="solid"/>
          </a:ln>
        </p:spPr>
      </p:sp>
      <p:sp>
        <p:nvSpPr>
          <p:cNvPr id="13" name="">
            <a:extLst xmlns:a="http://schemas.openxmlformats.org/drawingml/2006/main">
              <a:ext uri="{FF2B5EF4-FFF2-40B4-BE49-F238E27FC236}">
                <a16:creationId xmlns:a16="http://schemas.microsoft.com/office/drawing/2014/main" id="{4A39B92D-CC08-4804-AD9B-251124381E46}"/>
              </a:ext>
            </a:extLst>
          </p:cNvPr>
          <p:cNvSpPr>
            <a:spLocks xmlns:a="http://schemas.openxmlformats.org/drawingml/2006/main" noGrp="1"/>
          </p:cNvSpPr>
          <p:nvPr/>
        </p:nvSpPr>
        <p:spPr>
          <a:xfrm xmlns:a="http://schemas.openxmlformats.org/drawingml/2006/main">
            <a:off x="5762625" y="2286000"/>
            <a:ext cx="171450" cy="171450"/>
          </a:xfrm>
          <a:prstGeom xmlns:a="http://schemas.openxmlformats.org/drawingml/2006/main" prst="ellipse">
            <a:avLst/>
          </a:prstGeom>
          <a:solidFill xmlns:a="http://schemas.openxmlformats.org/drawingml/2006/main">
            <a:srgbClr val="B8C7D0"/>
          </a:solidFill>
          <a:ln xmlns:a="http://schemas.openxmlformats.org/drawingml/2006/main" w="0">
            <a:solidFill>
              <a:srgbClr val="B8C7D0"/>
            </a:solidFill>
            <a:prstDash val="solid"/>
          </a:ln>
        </p:spPr>
      </p:sp>
      <p:sp>
        <p:nvSpPr>
          <p:cNvPr id="14" name="">
            <a:extLst xmlns:a="http://schemas.openxmlformats.org/drawingml/2006/main">
              <a:ext uri="{FF2B5EF4-FFF2-40B4-BE49-F238E27FC236}">
                <a16:creationId xmlns:a16="http://schemas.microsoft.com/office/drawing/2014/main" id="{F0A150B8-2B42-4967-8E79-7E3ABE87294F}"/>
              </a:ext>
            </a:extLst>
          </p:cNvPr>
          <p:cNvSpPr>
            <a:spLocks xmlns:a="http://schemas.openxmlformats.org/drawingml/2006/main" noGrp="1"/>
          </p:cNvSpPr>
          <p:nvPr/>
        </p:nvSpPr>
        <p:spPr>
          <a:xfrm xmlns:a="http://schemas.openxmlformats.org/drawingml/2006/main">
            <a:off x="6429375" y="3667125"/>
            <a:ext cx="171450" cy="171450"/>
          </a:xfrm>
          <a:prstGeom xmlns:a="http://schemas.openxmlformats.org/drawingml/2006/main" prst="ellipse">
            <a:avLst/>
          </a:prstGeom>
          <a:solidFill xmlns:a="http://schemas.openxmlformats.org/drawingml/2006/main">
            <a:srgbClr val="B8C7D0"/>
          </a:solidFill>
          <a:ln xmlns:a="http://schemas.openxmlformats.org/drawingml/2006/main" w="0">
            <a:solidFill>
              <a:srgbClr val="B8C7D0"/>
            </a:solidFill>
            <a:prstDash val="solid"/>
          </a:ln>
        </p:spPr>
      </p:sp>
      <p:sp>
        <p:nvSpPr>
          <p:cNvPr id="15" name="">
            <a:extLst xmlns:a="http://schemas.openxmlformats.org/drawingml/2006/main">
              <a:ext uri="{FF2B5EF4-FFF2-40B4-BE49-F238E27FC236}">
                <a16:creationId xmlns:a16="http://schemas.microsoft.com/office/drawing/2014/main" id="{78C523C6-1A83-4135-B0EF-2A0E4BDB8609}"/>
              </a:ext>
            </a:extLst>
          </p:cNvPr>
          <p:cNvSpPr>
            <a:spLocks xmlns:a="http://schemas.openxmlformats.org/drawingml/2006/main" noGrp="1"/>
          </p:cNvSpPr>
          <p:nvPr/>
        </p:nvSpPr>
        <p:spPr>
          <a:xfrm xmlns:a="http://schemas.openxmlformats.org/drawingml/2006/main">
            <a:off x="4286250" y="2857500"/>
            <a:ext cx="209550" cy="209550"/>
          </a:xfrm>
          <a:prstGeom xmlns:a="http://schemas.openxmlformats.org/drawingml/2006/main" prst="ellipse">
            <a:avLst/>
          </a:prstGeom>
          <a:solidFill xmlns:a="http://schemas.openxmlformats.org/drawingml/2006/main">
            <a:srgbClr val="16A6B6"/>
          </a:solidFill>
          <a:ln xmlns:a="http://schemas.openxmlformats.org/drawingml/2006/main" w="0">
            <a:solidFill>
              <a:srgbClr val="16A6B6"/>
            </a:solidFill>
            <a:prstDash val="solid"/>
          </a:ln>
        </p:spPr>
      </p:sp>
      <p:sp>
        <p:nvSpPr>
          <p:cNvPr id="16" name="">
            <a:extLst xmlns:a="http://schemas.openxmlformats.org/drawingml/2006/main">
              <a:ext uri="{FF2B5EF4-FFF2-40B4-BE49-F238E27FC236}">
                <a16:creationId xmlns:a16="http://schemas.microsoft.com/office/drawing/2014/main" id="{446BCAED-5470-4DC6-858B-C4CF508CE5C3}"/>
              </a:ext>
            </a:extLst>
          </p:cNvPr>
          <p:cNvSpPr>
            <a:spLocks xmlns:a="http://schemas.openxmlformats.org/drawingml/2006/main" noGrp="1"/>
          </p:cNvSpPr>
          <p:nvPr/>
        </p:nvSpPr>
        <p:spPr>
          <a:xfrm xmlns:a="http://schemas.openxmlformats.org/drawingml/2006/main">
            <a:off x="4619625" y="3143250"/>
            <a:ext cx="209550" cy="209550"/>
          </a:xfrm>
          <a:prstGeom xmlns:a="http://schemas.openxmlformats.org/drawingml/2006/main" prst="ellipse">
            <a:avLst/>
          </a:prstGeom>
          <a:solidFill xmlns:a="http://schemas.openxmlformats.org/drawingml/2006/main">
            <a:srgbClr val="16A6B6"/>
          </a:solidFill>
          <a:ln xmlns:a="http://schemas.openxmlformats.org/drawingml/2006/main" w="0">
            <a:solidFill>
              <a:srgbClr val="16A6B6"/>
            </a:solidFill>
            <a:prstDash val="solid"/>
          </a:ln>
        </p:spPr>
      </p:sp>
      <p:sp>
        <p:nvSpPr>
          <p:cNvPr id="17" name="">
            <a:extLst xmlns:a="http://schemas.openxmlformats.org/drawingml/2006/main">
              <a:ext uri="{FF2B5EF4-FFF2-40B4-BE49-F238E27FC236}">
                <a16:creationId xmlns:a16="http://schemas.microsoft.com/office/drawing/2014/main" id="{7727D2D1-C459-4F64-A640-BC915EF46C05}"/>
              </a:ext>
            </a:extLst>
          </p:cNvPr>
          <p:cNvSpPr>
            <a:spLocks xmlns:a="http://schemas.openxmlformats.org/drawingml/2006/main" noGrp="1"/>
          </p:cNvSpPr>
          <p:nvPr/>
        </p:nvSpPr>
        <p:spPr>
          <a:xfrm xmlns:a="http://schemas.openxmlformats.org/drawingml/2006/main">
            <a:off x="4953000" y="3429000"/>
            <a:ext cx="209550" cy="209550"/>
          </a:xfrm>
          <a:prstGeom xmlns:a="http://schemas.openxmlformats.org/drawingml/2006/main" prst="ellipse">
            <a:avLst/>
          </a:prstGeom>
          <a:solidFill xmlns:a="http://schemas.openxmlformats.org/drawingml/2006/main">
            <a:srgbClr val="16A6B6"/>
          </a:solidFill>
          <a:ln xmlns:a="http://schemas.openxmlformats.org/drawingml/2006/main" w="0">
            <a:solidFill>
              <a:srgbClr val="16A6B6"/>
            </a:solidFill>
            <a:prstDash val="solid"/>
          </a:ln>
        </p:spPr>
      </p:sp>
      <p:sp>
        <p:nvSpPr>
          <p:cNvPr id="18" name="">
            <a:extLst xmlns:a="http://schemas.openxmlformats.org/drawingml/2006/main">
              <a:ext uri="{FF2B5EF4-FFF2-40B4-BE49-F238E27FC236}">
                <a16:creationId xmlns:a16="http://schemas.microsoft.com/office/drawing/2014/main" id="{0A9C04E3-FB51-45FD-AC1C-A4C096F812DF}"/>
              </a:ext>
            </a:extLst>
          </p:cNvPr>
          <p:cNvSpPr>
            <a:spLocks xmlns:a="http://schemas.openxmlformats.org/drawingml/2006/main" noGrp="1"/>
          </p:cNvSpPr>
          <p:nvPr/>
        </p:nvSpPr>
        <p:spPr>
          <a:xfrm xmlns:a="http://schemas.openxmlformats.org/drawingml/2006/main">
            <a:off x="4762500" y="3762375"/>
            <a:ext cx="209550" cy="209550"/>
          </a:xfrm>
          <a:prstGeom xmlns:a="http://schemas.openxmlformats.org/drawingml/2006/main" prst="ellipse">
            <a:avLst/>
          </a:prstGeom>
          <a:solidFill xmlns:a="http://schemas.openxmlformats.org/drawingml/2006/main">
            <a:srgbClr val="16A6B6"/>
          </a:solidFill>
          <a:ln xmlns:a="http://schemas.openxmlformats.org/drawingml/2006/main" w="0">
            <a:solidFill>
              <a:srgbClr val="16A6B6"/>
            </a:solidFill>
            <a:prstDash val="solid"/>
          </a:ln>
        </p:spPr>
      </p:sp>
      <p:sp>
        <p:nvSpPr>
          <p:cNvPr id="19" name="">
            <a:extLst xmlns:a="http://schemas.openxmlformats.org/drawingml/2006/main">
              <a:ext uri="{FF2B5EF4-FFF2-40B4-BE49-F238E27FC236}">
                <a16:creationId xmlns:a16="http://schemas.microsoft.com/office/drawing/2014/main" id="{BB7733C5-7285-48BF-B356-8F4AB16D0A50}"/>
              </a:ext>
            </a:extLst>
          </p:cNvPr>
          <p:cNvSpPr>
            <a:spLocks xmlns:a="http://schemas.openxmlformats.org/drawingml/2006/main" noGrp="1"/>
          </p:cNvSpPr>
          <p:nvPr/>
        </p:nvSpPr>
        <p:spPr>
          <a:xfrm xmlns:a="http://schemas.openxmlformats.org/drawingml/2006/main">
            <a:off x="5238750" y="3048000"/>
            <a:ext cx="209550" cy="209550"/>
          </a:xfrm>
          <a:prstGeom xmlns:a="http://schemas.openxmlformats.org/drawingml/2006/main" prst="ellipse">
            <a:avLst/>
          </a:prstGeom>
          <a:solidFill xmlns:a="http://schemas.openxmlformats.org/drawingml/2006/main">
            <a:srgbClr val="16A6B6"/>
          </a:solidFill>
          <a:ln xmlns:a="http://schemas.openxmlformats.org/drawingml/2006/main" w="0">
            <a:solidFill>
              <a:srgbClr val="16A6B6"/>
            </a:solidFill>
            <a:prstDash val="solid"/>
          </a:ln>
        </p:spPr>
      </p:sp>
      <p:sp>
        <p:nvSpPr>
          <p:cNvPr id="20" name="">
            <a:extLst xmlns:a="http://schemas.openxmlformats.org/drawingml/2006/main">
              <a:ext uri="{FF2B5EF4-FFF2-40B4-BE49-F238E27FC236}">
                <a16:creationId xmlns:a16="http://schemas.microsoft.com/office/drawing/2014/main" id="{13BE0370-F59D-4C23-B174-B9D1956F51A3}"/>
              </a:ext>
            </a:extLst>
          </p:cNvPr>
          <p:cNvSpPr>
            <a:spLocks xmlns:a="http://schemas.openxmlformats.org/drawingml/2006/main" noGrp="1"/>
          </p:cNvSpPr>
          <p:nvPr/>
        </p:nvSpPr>
        <p:spPr>
          <a:xfrm xmlns:a="http://schemas.openxmlformats.org/drawingml/2006/main">
            <a:off x="7620000" y="3238500"/>
            <a:ext cx="400050" cy="400050"/>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21" name="text">
            <a:extLst xmlns:a="http://schemas.openxmlformats.org/drawingml/2006/main">
              <a:ext uri="{FF2B5EF4-FFF2-40B4-BE49-F238E27FC236}">
                <a16:creationId xmlns:a16="http://schemas.microsoft.com/office/drawing/2014/main" id="{27691DD2-FCF4-4DDB-80B3-13E45E807D6D}"/>
              </a:ext>
            </a:extLst>
          </p:cNvPr>
          <p:cNvSpPr>
            <a:spLocks xmlns:a="http://schemas.openxmlformats.org/drawingml/2006/main" noGrp="1"/>
          </p:cNvSpPr>
          <p:nvPr/>
        </p:nvSpPr>
        <p:spPr>
          <a:xfrm xmlns:a="http://schemas.openxmlformats.org/drawingml/2006/main">
            <a:off x="904875" y="5143500"/>
            <a:ext cx="276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52616B"/>
                </a:solidFill>
              </a:defRPr>
            </a:pPr>
            <a:r>
              <a:rPr sz="1500" b="1">
                <a:solidFill>
                  <a:srgbClr val="52616B"/>
                </a:solidFill>
              </a:rPr>
              <a:t>space-filling</a:t>
            </a:r>
          </a:p>
          <a:p xmlns:a="http://schemas.openxmlformats.org/drawingml/2006/main">
            <a:pPr algn="ctr">
              <a:defRPr sz="1500" b="1">
                <a:solidFill>
                  <a:srgbClr val="52616B"/>
                </a:solidFill>
              </a:defRPr>
            </a:pPr>
            <a:r>
              <a:rPr sz="1500" b="1">
                <a:solidFill>
                  <a:srgbClr val="52616B"/>
                </a:solidFill>
              </a:rPr>
              <a:t>prior coverage</a:t>
            </a:r>
          </a:p>
        </p:txBody>
      </p:sp>
      <p:sp>
        <p:nvSpPr>
          <p:cNvPr id="22" name="text">
            <a:extLst xmlns:a="http://schemas.openxmlformats.org/drawingml/2006/main">
              <a:ext uri="{FF2B5EF4-FFF2-40B4-BE49-F238E27FC236}">
                <a16:creationId xmlns:a16="http://schemas.microsoft.com/office/drawing/2014/main" id="{0F2E25AF-AFFD-4807-A580-F5269ECDCD64}"/>
              </a:ext>
            </a:extLst>
          </p:cNvPr>
          <p:cNvSpPr>
            <a:spLocks xmlns:a="http://schemas.openxmlformats.org/drawingml/2006/main" noGrp="1"/>
          </p:cNvSpPr>
          <p:nvPr/>
        </p:nvSpPr>
        <p:spPr>
          <a:xfrm xmlns:a="http://schemas.openxmlformats.org/drawingml/2006/main">
            <a:off x="4000500" y="514350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6A6B6"/>
                </a:solidFill>
              </a:defRPr>
            </a:pPr>
            <a:r>
              <a:rPr sz="1500" b="1">
                <a:solidFill>
                  <a:srgbClr val="16A6B6"/>
                </a:solidFill>
              </a:rPr>
              <a:t>adaptive</a:t>
            </a:r>
          </a:p>
          <a:p xmlns:a="http://schemas.openxmlformats.org/drawingml/2006/main">
            <a:pPr algn="ctr">
              <a:defRPr sz="1500" b="1">
                <a:solidFill>
                  <a:srgbClr val="16A6B6"/>
                </a:solidFill>
              </a:defRPr>
            </a:pPr>
            <a:r>
              <a:rPr sz="1500" b="1">
                <a:solidFill>
                  <a:srgbClr val="16A6B6"/>
                </a:solidFill>
              </a:rPr>
              <a:t>information region</a:t>
            </a:r>
          </a:p>
        </p:txBody>
      </p:sp>
      <p:sp>
        <p:nvSpPr>
          <p:cNvPr id="23" name="text">
            <a:extLst xmlns:a="http://schemas.openxmlformats.org/drawingml/2006/main">
              <a:ext uri="{FF2B5EF4-FFF2-40B4-BE49-F238E27FC236}">
                <a16:creationId xmlns:a16="http://schemas.microsoft.com/office/drawing/2014/main" id="{72FF4170-B809-4382-89AD-7D2215A73ADF}"/>
              </a:ext>
            </a:extLst>
          </p:cNvPr>
          <p:cNvSpPr>
            <a:spLocks xmlns:a="http://schemas.openxmlformats.org/drawingml/2006/main" noGrp="1"/>
          </p:cNvSpPr>
          <p:nvPr/>
        </p:nvSpPr>
        <p:spPr>
          <a:xfrm xmlns:a="http://schemas.openxmlformats.org/drawingml/2006/main">
            <a:off x="7239000" y="51435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E76F51"/>
                </a:solidFill>
              </a:defRPr>
            </a:pPr>
            <a:r>
              <a:rPr sz="1500" b="1">
                <a:solidFill>
                  <a:srgbClr val="E76F51"/>
                </a:solidFill>
              </a:rPr>
              <a:t>next native</a:t>
            </a:r>
          </a:p>
          <a:p xmlns:a="http://schemas.openxmlformats.org/drawingml/2006/main">
            <a:pPr algn="ctr">
              <a:defRPr sz="1500" b="1">
                <a:solidFill>
                  <a:srgbClr val="E76F51"/>
                </a:solidFill>
              </a:defRPr>
            </a:pPr>
            <a:r>
              <a:rPr sz="1500" b="1">
                <a:solidFill>
                  <a:srgbClr val="E76F51"/>
                </a:solidFill>
              </a:rPr>
              <a:t>run</a:t>
            </a:r>
          </a:p>
        </p:txBody>
      </p:sp>
      <p:sp>
        <p:nvSpPr>
          <p:cNvPr id="24" name="">
            <a:extLst xmlns:a="http://schemas.openxmlformats.org/drawingml/2006/main">
              <a:ext uri="{FF2B5EF4-FFF2-40B4-BE49-F238E27FC236}">
                <a16:creationId xmlns:a16="http://schemas.microsoft.com/office/drawing/2014/main" id="{83A59598-D95C-419C-A958-E8A63EB2680C}"/>
              </a:ext>
            </a:extLst>
          </p:cNvPr>
          <p:cNvSpPr>
            <a:spLocks xmlns:a="http://schemas.openxmlformats.org/drawingml/2006/main" noGrp="1"/>
          </p:cNvSpPr>
          <p:nvPr/>
        </p:nvSpPr>
        <p:spPr>
          <a:xfrm xmlns:a="http://schemas.openxmlformats.org/drawingml/2006/main">
            <a:off x="8572500" y="2000250"/>
            <a:ext cx="76200" cy="76200"/>
          </a:xfrm>
          <a:prstGeom xmlns:a="http://schemas.openxmlformats.org/drawingml/2006/main" prst="ellipse">
            <a:avLst/>
          </a:prstGeom>
          <a:solidFill xmlns:a="http://schemas.openxmlformats.org/drawingml/2006/main">
            <a:srgbClr val="16A6B6"/>
          </a:solidFill>
          <a:ln xmlns:a="http://schemas.openxmlformats.org/drawingml/2006/main" w="0">
            <a:solidFill>
              <a:srgbClr val="16A6B6"/>
            </a:solidFill>
            <a:prstDash val="solid"/>
          </a:ln>
        </p:spPr>
      </p:sp>
      <p:sp>
        <p:nvSpPr>
          <p:cNvPr id="25" name="text">
            <a:extLst xmlns:a="http://schemas.openxmlformats.org/drawingml/2006/main">
              <a:ext uri="{FF2B5EF4-FFF2-40B4-BE49-F238E27FC236}">
                <a16:creationId xmlns:a16="http://schemas.microsoft.com/office/drawing/2014/main" id="{ECDB221D-797F-4714-8717-166FC61E7120}"/>
              </a:ext>
            </a:extLst>
          </p:cNvPr>
          <p:cNvSpPr>
            <a:spLocks xmlns:a="http://schemas.openxmlformats.org/drawingml/2006/main" noGrp="1"/>
          </p:cNvSpPr>
          <p:nvPr/>
        </p:nvSpPr>
        <p:spPr>
          <a:xfrm xmlns:a="http://schemas.openxmlformats.org/drawingml/2006/main">
            <a:off x="8763000" y="1905000"/>
            <a:ext cx="228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02A43"/>
                </a:solidFill>
              </a:defRPr>
            </a:pPr>
            <a:r>
              <a:rPr sz="1350" b="0">
                <a:solidFill>
                  <a:srgbClr val="102A43"/>
                </a:solidFill>
              </a:rPr>
              <a:t>Use physiological bounds</a:t>
            </a:r>
          </a:p>
        </p:txBody>
      </p:sp>
      <p:sp>
        <p:nvSpPr>
          <p:cNvPr id="26" name="">
            <a:extLst xmlns:a="http://schemas.openxmlformats.org/drawingml/2006/main">
              <a:ext uri="{FF2B5EF4-FFF2-40B4-BE49-F238E27FC236}">
                <a16:creationId xmlns:a16="http://schemas.microsoft.com/office/drawing/2014/main" id="{DCB80151-B54C-4CAD-899B-9056577C6BF3}"/>
              </a:ext>
            </a:extLst>
          </p:cNvPr>
          <p:cNvSpPr>
            <a:spLocks xmlns:a="http://schemas.openxmlformats.org/drawingml/2006/main" noGrp="1"/>
          </p:cNvSpPr>
          <p:nvPr/>
        </p:nvSpPr>
        <p:spPr>
          <a:xfrm xmlns:a="http://schemas.openxmlformats.org/drawingml/2006/main">
            <a:off x="8572500" y="2609850"/>
            <a:ext cx="76200" cy="76200"/>
          </a:xfrm>
          <a:prstGeom xmlns:a="http://schemas.openxmlformats.org/drawingml/2006/main" prst="ellipse">
            <a:avLst/>
          </a:prstGeom>
          <a:solidFill xmlns:a="http://schemas.openxmlformats.org/drawingml/2006/main">
            <a:srgbClr val="16A6B6"/>
          </a:solidFill>
          <a:ln xmlns:a="http://schemas.openxmlformats.org/drawingml/2006/main" w="0">
            <a:solidFill>
              <a:srgbClr val="16A6B6"/>
            </a:solidFill>
            <a:prstDash val="solid"/>
          </a:ln>
        </p:spPr>
      </p:sp>
      <p:sp>
        <p:nvSpPr>
          <p:cNvPr id="27" name="text">
            <a:extLst xmlns:a="http://schemas.openxmlformats.org/drawingml/2006/main">
              <a:ext uri="{FF2B5EF4-FFF2-40B4-BE49-F238E27FC236}">
                <a16:creationId xmlns:a16="http://schemas.microsoft.com/office/drawing/2014/main" id="{BCD17567-C3FA-4467-B25F-E891ED97ED55}"/>
              </a:ext>
            </a:extLst>
          </p:cNvPr>
          <p:cNvSpPr>
            <a:spLocks xmlns:a="http://schemas.openxmlformats.org/drawingml/2006/main" noGrp="1"/>
          </p:cNvSpPr>
          <p:nvPr/>
        </p:nvSpPr>
        <p:spPr>
          <a:xfrm xmlns:a="http://schemas.openxmlformats.org/drawingml/2006/main">
            <a:off x="8763000" y="2514600"/>
            <a:ext cx="228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02A43"/>
                </a:solidFill>
              </a:defRPr>
            </a:pPr>
            <a:r>
              <a:rPr sz="1350" b="0">
                <a:solidFill>
                  <a:srgbClr val="102A43"/>
                </a:solidFill>
              </a:rPr>
              <a:t>Track global and local sensitivity</a:t>
            </a:r>
          </a:p>
        </p:txBody>
      </p:sp>
      <p:sp>
        <p:nvSpPr>
          <p:cNvPr id="28" name="">
            <a:extLst xmlns:a="http://schemas.openxmlformats.org/drawingml/2006/main">
              <a:ext uri="{FF2B5EF4-FFF2-40B4-BE49-F238E27FC236}">
                <a16:creationId xmlns:a16="http://schemas.microsoft.com/office/drawing/2014/main" id="{163A6786-8284-4B25-AE32-C3FB1B9E50AF}"/>
              </a:ext>
            </a:extLst>
          </p:cNvPr>
          <p:cNvSpPr>
            <a:spLocks xmlns:a="http://schemas.openxmlformats.org/drawingml/2006/main" noGrp="1"/>
          </p:cNvSpPr>
          <p:nvPr/>
        </p:nvSpPr>
        <p:spPr>
          <a:xfrm xmlns:a="http://schemas.openxmlformats.org/drawingml/2006/main">
            <a:off x="8572500" y="3219450"/>
            <a:ext cx="76200" cy="76200"/>
          </a:xfrm>
          <a:prstGeom xmlns:a="http://schemas.openxmlformats.org/drawingml/2006/main" prst="ellipse">
            <a:avLst/>
          </a:prstGeom>
          <a:solidFill xmlns:a="http://schemas.openxmlformats.org/drawingml/2006/main">
            <a:srgbClr val="16A6B6"/>
          </a:solidFill>
          <a:ln xmlns:a="http://schemas.openxmlformats.org/drawingml/2006/main" w="0">
            <a:solidFill>
              <a:srgbClr val="16A6B6"/>
            </a:solidFill>
            <a:prstDash val="solid"/>
          </a:ln>
        </p:spPr>
      </p:sp>
      <p:sp>
        <p:nvSpPr>
          <p:cNvPr id="29" name="text">
            <a:extLst xmlns:a="http://schemas.openxmlformats.org/drawingml/2006/main">
              <a:ext uri="{FF2B5EF4-FFF2-40B4-BE49-F238E27FC236}">
                <a16:creationId xmlns:a16="http://schemas.microsoft.com/office/drawing/2014/main" id="{0F4595A1-BACA-428D-855B-2449214CF2FF}"/>
              </a:ext>
            </a:extLst>
          </p:cNvPr>
          <p:cNvSpPr>
            <a:spLocks xmlns:a="http://schemas.openxmlformats.org/drawingml/2006/main" noGrp="1"/>
          </p:cNvSpPr>
          <p:nvPr/>
        </p:nvSpPr>
        <p:spPr>
          <a:xfrm xmlns:a="http://schemas.openxmlformats.org/drawingml/2006/main">
            <a:off x="8763000" y="3124200"/>
            <a:ext cx="228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02A43"/>
                </a:solidFill>
              </a:defRPr>
            </a:pPr>
            <a:r>
              <a:rPr sz="1350" b="0">
                <a:solidFill>
                  <a:srgbClr val="102A43"/>
                </a:solidFill>
              </a:rPr>
              <a:t>Seek a modality that breaks posterior ridges</a:t>
            </a:r>
          </a:p>
        </p:txBody>
      </p:sp>
    </p:spTree>
    <p:extLst>
      <p:ext uri="{BB962C8B-B14F-4D97-AF65-F5344CB8AC3E}">
        <p14:creationId xmlns:p14="http://schemas.microsoft.com/office/powerpoint/2010/main" val="167406299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 name="text">
            <a:extLst xmlns:a="http://schemas.openxmlformats.org/drawingml/2006/main">
              <a:ext uri="{FF2B5EF4-FFF2-40B4-BE49-F238E27FC236}">
                <a16:creationId xmlns:a16="http://schemas.microsoft.com/office/drawing/2014/main" id="{4ADD2B03-FB4C-4FD1-925F-540729A39DE9}"/>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ACTIVE LEARNING</a:t>
            </a:r>
          </a:p>
        </p:txBody>
      </p:sp>
      <p:sp>
        <p:nvSpPr>
          <p:cNvPr id="2" name="text">
            <a:extLst xmlns:a="http://schemas.openxmlformats.org/drawingml/2006/main">
              <a:ext uri="{FF2B5EF4-FFF2-40B4-BE49-F238E27FC236}">
                <a16:creationId xmlns:a16="http://schemas.microsoft.com/office/drawing/2014/main" id="{9AF3B583-00F1-4983-B80B-2C158FAC7FFB}"/>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0F14"/>
                </a:solidFill>
              </a:defRPr>
            </a:pPr>
            <a:r>
              <a:rPr sz="2850" b="1">
                <a:solidFill>
                  <a:srgbClr val="0B0F14"/>
                </a:solidFill>
              </a:rPr>
              <a:t>Bayesian optimization chooses the next expensive native evaluation</a:t>
            </a:r>
          </a:p>
        </p:txBody>
      </p:sp>
      <p:cxnSp>
        <p:nvCxnSpPr>
          <p:cNvPr id="176"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FEFCC687-599B-484F-A298-CF628F326EC1}"/>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27</a:t>
            </a:r>
          </a:p>
        </p:txBody>
      </p:sp>
      <p:sp>
        <p:nvSpPr>
          <p:cNvPr id="5" name="text">
            <a:extLst xmlns:a="http://schemas.openxmlformats.org/drawingml/2006/main">
              <a:ext uri="{FF2B5EF4-FFF2-40B4-BE49-F238E27FC236}">
                <a16:creationId xmlns:a16="http://schemas.microsoft.com/office/drawing/2014/main" id="{EB8DDEBF-AD91-4C3E-A63D-F8FF2F486451}"/>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cxnSp>
        <p:nvCxnSpPr>
          <p:cNvPr id="179" name=""/>
          <p:cNvCxnSpPr/>
          <p:nvPr/>
        </p:nvCxnSpPr>
        <p:spPr>
          <a:xfrm xmlns:a="http://schemas.openxmlformats.org/drawingml/2006/main">
            <a:off x="1000125" y="4762500"/>
            <a:ext cx="5048250" cy="9525"/>
          </a:xfrm>
          <a:prstGeom xmlns:a="http://schemas.openxmlformats.org/drawingml/2006/main" prst="straightConnector1">
            <a:avLst/>
          </a:prstGeom>
          <a:ln xmlns:a="http://schemas.openxmlformats.org/drawingml/2006/main" w="19050">
            <a:solidFill>
              <a:srgbClr val="B8C7D0"/>
            </a:solidFill>
            <a:prstDash val="solid"/>
          </a:ln>
        </p:spPr>
      </p:cxnSp>
      <p:cxnSp>
        <p:nvCxnSpPr>
          <p:cNvPr id="180" name=""/>
          <p:cNvCxnSpPr/>
          <p:nvPr/>
        </p:nvCxnSpPr>
        <p:spPr>
          <a:xfrm xmlns:a="http://schemas.openxmlformats.org/drawingml/2006/main">
            <a:off x="1000125" y="1809750"/>
            <a:ext cx="9525" cy="2952750"/>
          </a:xfrm>
          <a:prstGeom xmlns:a="http://schemas.openxmlformats.org/drawingml/2006/main" prst="straightConnector1">
            <a:avLst/>
          </a:prstGeom>
          <a:ln xmlns:a="http://schemas.openxmlformats.org/drawingml/2006/main" w="19050">
            <a:solidFill>
              <a:srgbClr val="B8C7D0"/>
            </a:solidFill>
            <a:prstDash val="solid"/>
          </a:ln>
        </p:spPr>
      </p:cxnSp>
      <p:sp>
        <p:nvSpPr>
          <p:cNvPr id="8" name="">
            <a:extLst xmlns:a="http://schemas.openxmlformats.org/drawingml/2006/main">
              <a:ext uri="{FF2B5EF4-FFF2-40B4-BE49-F238E27FC236}">
                <a16:creationId xmlns:a16="http://schemas.microsoft.com/office/drawing/2014/main" id="{2B5B2DC1-B973-4E9D-AA2E-7E60ACD1BE24}"/>
              </a:ext>
            </a:extLst>
          </p:cNvPr>
          <p:cNvSpPr>
            <a:spLocks xmlns:a="http://schemas.openxmlformats.org/drawingml/2006/main" noGrp="1"/>
          </p:cNvSpPr>
          <p:nvPr/>
        </p:nvSpPr>
        <p:spPr>
          <a:xfrm xmlns:a="http://schemas.openxmlformats.org/drawingml/2006/main">
            <a:off x="1047750" y="3381375"/>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182" name=""/>
          <p:cNvCxnSpPr/>
          <p:nvPr/>
        </p:nvCxnSpPr>
        <p:spPr>
          <a:xfrm xmlns:a="http://schemas.openxmlformats.org/drawingml/2006/main">
            <a:off x="1047750" y="2905125"/>
            <a:ext cx="9525" cy="952500"/>
          </a:xfrm>
          <a:prstGeom xmlns:a="http://schemas.openxmlformats.org/drawingml/2006/main" prst="straightConnector1">
            <a:avLst/>
          </a:prstGeom>
          <a:ln xmlns:a="http://schemas.openxmlformats.org/drawingml/2006/main" w="9525">
            <a:solidFill>
              <a:srgbClr val="BFE5E8"/>
            </a:solidFill>
            <a:prstDash val="solid"/>
          </a:ln>
        </p:spPr>
      </p:cxnSp>
      <p:sp>
        <p:nvSpPr>
          <p:cNvPr id="10" name="">
            <a:extLst xmlns:a="http://schemas.openxmlformats.org/drawingml/2006/main">
              <a:ext uri="{FF2B5EF4-FFF2-40B4-BE49-F238E27FC236}">
                <a16:creationId xmlns:a16="http://schemas.microsoft.com/office/drawing/2014/main" id="{0A9CD357-5949-43C9-8B1A-54D3FAF4B87C}"/>
              </a:ext>
            </a:extLst>
          </p:cNvPr>
          <p:cNvSpPr>
            <a:spLocks xmlns:a="http://schemas.openxmlformats.org/drawingml/2006/main" noGrp="1"/>
          </p:cNvSpPr>
          <p:nvPr/>
        </p:nvSpPr>
        <p:spPr>
          <a:xfrm xmlns:a="http://schemas.openxmlformats.org/drawingml/2006/main">
            <a:off x="1104900" y="3417052"/>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184" name=""/>
          <p:cNvCxnSpPr/>
          <p:nvPr/>
        </p:nvCxnSpPr>
        <p:spPr>
          <a:xfrm xmlns:a="http://schemas.openxmlformats.org/drawingml/2006/main">
            <a:off x="1104900" y="2943184"/>
            <a:ext cx="9525" cy="947738"/>
          </a:xfrm>
          <a:prstGeom xmlns:a="http://schemas.openxmlformats.org/drawingml/2006/main" prst="straightConnector1">
            <a:avLst/>
          </a:prstGeom>
          <a:ln xmlns:a="http://schemas.openxmlformats.org/drawingml/2006/main" w="9525">
            <a:solidFill>
              <a:srgbClr val="BFE5E8"/>
            </a:solidFill>
            <a:prstDash val="solid"/>
          </a:ln>
        </p:spPr>
      </p:cxnSp>
      <p:sp>
        <p:nvSpPr>
          <p:cNvPr id="12" name="">
            <a:extLst xmlns:a="http://schemas.openxmlformats.org/drawingml/2006/main">
              <a:ext uri="{FF2B5EF4-FFF2-40B4-BE49-F238E27FC236}">
                <a16:creationId xmlns:a16="http://schemas.microsoft.com/office/drawing/2014/main" id="{5AE522CA-5D61-498E-918C-01934AA8980E}"/>
              </a:ext>
            </a:extLst>
          </p:cNvPr>
          <p:cNvSpPr>
            <a:spLocks xmlns:a="http://schemas.openxmlformats.org/drawingml/2006/main" noGrp="1"/>
          </p:cNvSpPr>
          <p:nvPr/>
        </p:nvSpPr>
        <p:spPr>
          <a:xfrm xmlns:a="http://schemas.openxmlformats.org/drawingml/2006/main">
            <a:off x="1162050" y="3452482"/>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186" name=""/>
          <p:cNvCxnSpPr/>
          <p:nvPr/>
        </p:nvCxnSpPr>
        <p:spPr>
          <a:xfrm xmlns:a="http://schemas.openxmlformats.org/drawingml/2006/main">
            <a:off x="1162050" y="2980995"/>
            <a:ext cx="9525" cy="942975"/>
          </a:xfrm>
          <a:prstGeom xmlns:a="http://schemas.openxmlformats.org/drawingml/2006/main" prst="straightConnector1">
            <a:avLst/>
          </a:prstGeom>
          <a:ln xmlns:a="http://schemas.openxmlformats.org/drawingml/2006/main" w="9525">
            <a:solidFill>
              <a:srgbClr val="BFE5E8"/>
            </a:solidFill>
            <a:prstDash val="solid"/>
          </a:ln>
        </p:spPr>
      </p:cxnSp>
      <p:sp>
        <p:nvSpPr>
          <p:cNvPr id="14" name="">
            <a:extLst xmlns:a="http://schemas.openxmlformats.org/drawingml/2006/main">
              <a:ext uri="{FF2B5EF4-FFF2-40B4-BE49-F238E27FC236}">
                <a16:creationId xmlns:a16="http://schemas.microsoft.com/office/drawing/2014/main" id="{8C9A8F4D-88DD-4720-BB3C-8C0C38DFA8D0}"/>
              </a:ext>
            </a:extLst>
          </p:cNvPr>
          <p:cNvSpPr>
            <a:spLocks xmlns:a="http://schemas.openxmlformats.org/drawingml/2006/main" noGrp="1"/>
          </p:cNvSpPr>
          <p:nvPr/>
        </p:nvSpPr>
        <p:spPr>
          <a:xfrm xmlns:a="http://schemas.openxmlformats.org/drawingml/2006/main">
            <a:off x="1219200" y="3487419"/>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188" name=""/>
          <p:cNvCxnSpPr/>
          <p:nvPr/>
        </p:nvCxnSpPr>
        <p:spPr>
          <a:xfrm xmlns:a="http://schemas.openxmlformats.org/drawingml/2006/main">
            <a:off x="1219200" y="3018312"/>
            <a:ext cx="9525" cy="938213"/>
          </a:xfrm>
          <a:prstGeom xmlns:a="http://schemas.openxmlformats.org/drawingml/2006/main" prst="straightConnector1">
            <a:avLst/>
          </a:prstGeom>
          <a:ln xmlns:a="http://schemas.openxmlformats.org/drawingml/2006/main" w="9525">
            <a:solidFill>
              <a:srgbClr val="BFE5E8"/>
            </a:solidFill>
            <a:prstDash val="solid"/>
          </a:ln>
        </p:spPr>
      </p:cxnSp>
      <p:sp>
        <p:nvSpPr>
          <p:cNvPr id="16" name="">
            <a:extLst xmlns:a="http://schemas.openxmlformats.org/drawingml/2006/main">
              <a:ext uri="{FF2B5EF4-FFF2-40B4-BE49-F238E27FC236}">
                <a16:creationId xmlns:a16="http://schemas.microsoft.com/office/drawing/2014/main" id="{1312159E-9257-432A-98CC-0C1AC6F76591}"/>
              </a:ext>
            </a:extLst>
          </p:cNvPr>
          <p:cNvSpPr>
            <a:spLocks xmlns:a="http://schemas.openxmlformats.org/drawingml/2006/main" noGrp="1"/>
          </p:cNvSpPr>
          <p:nvPr/>
        </p:nvSpPr>
        <p:spPr>
          <a:xfrm xmlns:a="http://schemas.openxmlformats.org/drawingml/2006/main">
            <a:off x="1276350" y="3521619"/>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190" name=""/>
          <p:cNvCxnSpPr/>
          <p:nvPr/>
        </p:nvCxnSpPr>
        <p:spPr>
          <a:xfrm xmlns:a="http://schemas.openxmlformats.org/drawingml/2006/main">
            <a:off x="1276350" y="3054894"/>
            <a:ext cx="9525" cy="933450"/>
          </a:xfrm>
          <a:prstGeom xmlns:a="http://schemas.openxmlformats.org/drawingml/2006/main" prst="straightConnector1">
            <a:avLst/>
          </a:prstGeom>
          <a:ln xmlns:a="http://schemas.openxmlformats.org/drawingml/2006/main" w="9525">
            <a:solidFill>
              <a:srgbClr val="BFE5E8"/>
            </a:solidFill>
            <a:prstDash val="solid"/>
          </a:ln>
        </p:spPr>
      </p:cxnSp>
      <p:sp>
        <p:nvSpPr>
          <p:cNvPr id="18" name="">
            <a:extLst xmlns:a="http://schemas.openxmlformats.org/drawingml/2006/main">
              <a:ext uri="{FF2B5EF4-FFF2-40B4-BE49-F238E27FC236}">
                <a16:creationId xmlns:a16="http://schemas.microsoft.com/office/drawing/2014/main" id="{9A096D73-F349-4DE3-B441-FB88F493AFB2}"/>
              </a:ext>
            </a:extLst>
          </p:cNvPr>
          <p:cNvSpPr>
            <a:spLocks xmlns:a="http://schemas.openxmlformats.org/drawingml/2006/main" noGrp="1"/>
          </p:cNvSpPr>
          <p:nvPr/>
        </p:nvSpPr>
        <p:spPr>
          <a:xfrm xmlns:a="http://schemas.openxmlformats.org/drawingml/2006/main">
            <a:off x="1333500" y="3554846"/>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192" name=""/>
          <p:cNvCxnSpPr/>
          <p:nvPr/>
        </p:nvCxnSpPr>
        <p:spPr>
          <a:xfrm xmlns:a="http://schemas.openxmlformats.org/drawingml/2006/main">
            <a:off x="1333500" y="3090502"/>
            <a:ext cx="9525" cy="928688"/>
          </a:xfrm>
          <a:prstGeom xmlns:a="http://schemas.openxmlformats.org/drawingml/2006/main" prst="straightConnector1">
            <a:avLst/>
          </a:prstGeom>
          <a:ln xmlns:a="http://schemas.openxmlformats.org/drawingml/2006/main" w="9525">
            <a:solidFill>
              <a:srgbClr val="BFE5E8"/>
            </a:solidFill>
            <a:prstDash val="solid"/>
          </a:ln>
        </p:spPr>
      </p:cxnSp>
      <p:sp>
        <p:nvSpPr>
          <p:cNvPr id="20" name="">
            <a:extLst xmlns:a="http://schemas.openxmlformats.org/drawingml/2006/main">
              <a:ext uri="{FF2B5EF4-FFF2-40B4-BE49-F238E27FC236}">
                <a16:creationId xmlns:a16="http://schemas.microsoft.com/office/drawing/2014/main" id="{97501052-B2D4-4CD1-9875-25A9A439A1C3}"/>
              </a:ext>
            </a:extLst>
          </p:cNvPr>
          <p:cNvSpPr>
            <a:spLocks xmlns:a="http://schemas.openxmlformats.org/drawingml/2006/main" noGrp="1"/>
          </p:cNvSpPr>
          <p:nvPr/>
        </p:nvSpPr>
        <p:spPr>
          <a:xfrm xmlns:a="http://schemas.openxmlformats.org/drawingml/2006/main">
            <a:off x="1390650" y="3586869"/>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194" name=""/>
          <p:cNvCxnSpPr/>
          <p:nvPr/>
        </p:nvCxnSpPr>
        <p:spPr>
          <a:xfrm xmlns:a="http://schemas.openxmlformats.org/drawingml/2006/main">
            <a:off x="1390650" y="3124906"/>
            <a:ext cx="9525" cy="923925"/>
          </a:xfrm>
          <a:prstGeom xmlns:a="http://schemas.openxmlformats.org/drawingml/2006/main" prst="straightConnector1">
            <a:avLst/>
          </a:prstGeom>
          <a:ln xmlns:a="http://schemas.openxmlformats.org/drawingml/2006/main" w="9525">
            <a:solidFill>
              <a:srgbClr val="BFE5E8"/>
            </a:solidFill>
            <a:prstDash val="solid"/>
          </a:ln>
        </p:spPr>
      </p:cxnSp>
      <p:sp>
        <p:nvSpPr>
          <p:cNvPr id="22" name="">
            <a:extLst xmlns:a="http://schemas.openxmlformats.org/drawingml/2006/main">
              <a:ext uri="{FF2B5EF4-FFF2-40B4-BE49-F238E27FC236}">
                <a16:creationId xmlns:a16="http://schemas.microsoft.com/office/drawing/2014/main" id="{8E770563-77FE-46AF-BD69-474DCBD4DDD0}"/>
              </a:ext>
            </a:extLst>
          </p:cNvPr>
          <p:cNvSpPr>
            <a:spLocks xmlns:a="http://schemas.openxmlformats.org/drawingml/2006/main" noGrp="1"/>
          </p:cNvSpPr>
          <p:nvPr/>
        </p:nvSpPr>
        <p:spPr>
          <a:xfrm xmlns:a="http://schemas.openxmlformats.org/drawingml/2006/main">
            <a:off x="1447800" y="3617466"/>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196" name=""/>
          <p:cNvCxnSpPr/>
          <p:nvPr/>
        </p:nvCxnSpPr>
        <p:spPr>
          <a:xfrm xmlns:a="http://schemas.openxmlformats.org/drawingml/2006/main">
            <a:off x="1447800" y="3157884"/>
            <a:ext cx="9525" cy="919163"/>
          </a:xfrm>
          <a:prstGeom xmlns:a="http://schemas.openxmlformats.org/drawingml/2006/main" prst="straightConnector1">
            <a:avLst/>
          </a:prstGeom>
          <a:ln xmlns:a="http://schemas.openxmlformats.org/drawingml/2006/main" w="9525">
            <a:solidFill>
              <a:srgbClr val="BFE5E8"/>
            </a:solidFill>
            <a:prstDash val="solid"/>
          </a:ln>
        </p:spPr>
      </p:cxnSp>
      <p:sp>
        <p:nvSpPr>
          <p:cNvPr id="24" name="">
            <a:extLst xmlns:a="http://schemas.openxmlformats.org/drawingml/2006/main">
              <a:ext uri="{FF2B5EF4-FFF2-40B4-BE49-F238E27FC236}">
                <a16:creationId xmlns:a16="http://schemas.microsoft.com/office/drawing/2014/main" id="{20A59BDD-9E60-4FA9-AC6F-33DDB4B310A0}"/>
              </a:ext>
            </a:extLst>
          </p:cNvPr>
          <p:cNvSpPr>
            <a:spLocks xmlns:a="http://schemas.openxmlformats.org/drawingml/2006/main" noGrp="1"/>
          </p:cNvSpPr>
          <p:nvPr/>
        </p:nvSpPr>
        <p:spPr>
          <a:xfrm xmlns:a="http://schemas.openxmlformats.org/drawingml/2006/main">
            <a:off x="1504950" y="3646424"/>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198" name=""/>
          <p:cNvCxnSpPr/>
          <p:nvPr/>
        </p:nvCxnSpPr>
        <p:spPr>
          <a:xfrm xmlns:a="http://schemas.openxmlformats.org/drawingml/2006/main">
            <a:off x="1504950" y="3189224"/>
            <a:ext cx="9525" cy="914400"/>
          </a:xfrm>
          <a:prstGeom xmlns:a="http://schemas.openxmlformats.org/drawingml/2006/main" prst="straightConnector1">
            <a:avLst/>
          </a:prstGeom>
          <a:ln xmlns:a="http://schemas.openxmlformats.org/drawingml/2006/main" w="9525">
            <a:solidFill>
              <a:srgbClr val="BFE5E8"/>
            </a:solidFill>
            <a:prstDash val="solid"/>
          </a:ln>
        </p:spPr>
      </p:cxnSp>
      <p:sp>
        <p:nvSpPr>
          <p:cNvPr id="26" name="">
            <a:extLst xmlns:a="http://schemas.openxmlformats.org/drawingml/2006/main">
              <a:ext uri="{FF2B5EF4-FFF2-40B4-BE49-F238E27FC236}">
                <a16:creationId xmlns:a16="http://schemas.microsoft.com/office/drawing/2014/main" id="{5EF1A1D2-3AF2-4AC6-B2FF-D5B81E98F632}"/>
              </a:ext>
            </a:extLst>
          </p:cNvPr>
          <p:cNvSpPr>
            <a:spLocks xmlns:a="http://schemas.openxmlformats.org/drawingml/2006/main" noGrp="1"/>
          </p:cNvSpPr>
          <p:nvPr/>
        </p:nvSpPr>
        <p:spPr>
          <a:xfrm xmlns:a="http://schemas.openxmlformats.org/drawingml/2006/main">
            <a:off x="1562100" y="3673542"/>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00" name=""/>
          <p:cNvCxnSpPr/>
          <p:nvPr/>
        </p:nvCxnSpPr>
        <p:spPr>
          <a:xfrm xmlns:a="http://schemas.openxmlformats.org/drawingml/2006/main">
            <a:off x="1562100" y="3218724"/>
            <a:ext cx="9525" cy="909638"/>
          </a:xfrm>
          <a:prstGeom xmlns:a="http://schemas.openxmlformats.org/drawingml/2006/main" prst="straightConnector1">
            <a:avLst/>
          </a:prstGeom>
          <a:ln xmlns:a="http://schemas.openxmlformats.org/drawingml/2006/main" w="9525">
            <a:solidFill>
              <a:srgbClr val="BFE5E8"/>
            </a:solidFill>
            <a:prstDash val="solid"/>
          </a:ln>
        </p:spPr>
      </p:cxnSp>
      <p:sp>
        <p:nvSpPr>
          <p:cNvPr id="28" name="">
            <a:extLst xmlns:a="http://schemas.openxmlformats.org/drawingml/2006/main">
              <a:ext uri="{FF2B5EF4-FFF2-40B4-BE49-F238E27FC236}">
                <a16:creationId xmlns:a16="http://schemas.microsoft.com/office/drawing/2014/main" id="{F462DBF3-A3F0-4C8B-9C4F-94AED69119F9}"/>
              </a:ext>
            </a:extLst>
          </p:cNvPr>
          <p:cNvSpPr>
            <a:spLocks xmlns:a="http://schemas.openxmlformats.org/drawingml/2006/main" noGrp="1"/>
          </p:cNvSpPr>
          <p:nvPr/>
        </p:nvSpPr>
        <p:spPr>
          <a:xfrm xmlns:a="http://schemas.openxmlformats.org/drawingml/2006/main">
            <a:off x="1619250" y="3698633"/>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02" name=""/>
          <p:cNvCxnSpPr/>
          <p:nvPr/>
        </p:nvCxnSpPr>
        <p:spPr>
          <a:xfrm xmlns:a="http://schemas.openxmlformats.org/drawingml/2006/main">
            <a:off x="1619250" y="3246196"/>
            <a:ext cx="9525" cy="904875"/>
          </a:xfrm>
          <a:prstGeom xmlns:a="http://schemas.openxmlformats.org/drawingml/2006/main" prst="straightConnector1">
            <a:avLst/>
          </a:prstGeom>
          <a:ln xmlns:a="http://schemas.openxmlformats.org/drawingml/2006/main" w="9525">
            <a:solidFill>
              <a:srgbClr val="BFE5E8"/>
            </a:solidFill>
            <a:prstDash val="solid"/>
          </a:ln>
        </p:spPr>
      </p:cxnSp>
      <p:sp>
        <p:nvSpPr>
          <p:cNvPr id="30" name="">
            <a:extLst xmlns:a="http://schemas.openxmlformats.org/drawingml/2006/main">
              <a:ext uri="{FF2B5EF4-FFF2-40B4-BE49-F238E27FC236}">
                <a16:creationId xmlns:a16="http://schemas.microsoft.com/office/drawing/2014/main" id="{04C888B6-2C0C-45BC-831A-0B60CAA5D207}"/>
              </a:ext>
            </a:extLst>
          </p:cNvPr>
          <p:cNvSpPr>
            <a:spLocks xmlns:a="http://schemas.openxmlformats.org/drawingml/2006/main" noGrp="1"/>
          </p:cNvSpPr>
          <p:nvPr/>
        </p:nvSpPr>
        <p:spPr>
          <a:xfrm xmlns:a="http://schemas.openxmlformats.org/drawingml/2006/main">
            <a:off x="1676400" y="3721522"/>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04" name=""/>
          <p:cNvCxnSpPr/>
          <p:nvPr/>
        </p:nvCxnSpPr>
        <p:spPr>
          <a:xfrm xmlns:a="http://schemas.openxmlformats.org/drawingml/2006/main">
            <a:off x="1676400" y="3271466"/>
            <a:ext cx="9525" cy="900113"/>
          </a:xfrm>
          <a:prstGeom xmlns:a="http://schemas.openxmlformats.org/drawingml/2006/main" prst="straightConnector1">
            <a:avLst/>
          </a:prstGeom>
          <a:ln xmlns:a="http://schemas.openxmlformats.org/drawingml/2006/main" w="9525">
            <a:solidFill>
              <a:srgbClr val="BFE5E8"/>
            </a:solidFill>
            <a:prstDash val="solid"/>
          </a:ln>
        </p:spPr>
      </p:cxnSp>
      <p:sp>
        <p:nvSpPr>
          <p:cNvPr id="32" name="">
            <a:extLst xmlns:a="http://schemas.openxmlformats.org/drawingml/2006/main">
              <a:ext uri="{FF2B5EF4-FFF2-40B4-BE49-F238E27FC236}">
                <a16:creationId xmlns:a16="http://schemas.microsoft.com/office/drawing/2014/main" id="{18173E20-902B-45F4-B4C0-D7C76913D3FA}"/>
              </a:ext>
            </a:extLst>
          </p:cNvPr>
          <p:cNvSpPr>
            <a:spLocks xmlns:a="http://schemas.openxmlformats.org/drawingml/2006/main" noGrp="1"/>
          </p:cNvSpPr>
          <p:nvPr/>
        </p:nvSpPr>
        <p:spPr>
          <a:xfrm xmlns:a="http://schemas.openxmlformats.org/drawingml/2006/main">
            <a:off x="1733550" y="3742051"/>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06" name=""/>
          <p:cNvCxnSpPr/>
          <p:nvPr/>
        </p:nvCxnSpPr>
        <p:spPr>
          <a:xfrm xmlns:a="http://schemas.openxmlformats.org/drawingml/2006/main">
            <a:off x="1733550" y="3294376"/>
            <a:ext cx="9525" cy="895350"/>
          </a:xfrm>
          <a:prstGeom xmlns:a="http://schemas.openxmlformats.org/drawingml/2006/main" prst="straightConnector1">
            <a:avLst/>
          </a:prstGeom>
          <a:ln xmlns:a="http://schemas.openxmlformats.org/drawingml/2006/main" w="9525">
            <a:solidFill>
              <a:srgbClr val="BFE5E8"/>
            </a:solidFill>
            <a:prstDash val="solid"/>
          </a:ln>
        </p:spPr>
      </p:cxnSp>
      <p:sp>
        <p:nvSpPr>
          <p:cNvPr id="34" name="">
            <a:extLst xmlns:a="http://schemas.openxmlformats.org/drawingml/2006/main">
              <a:ext uri="{FF2B5EF4-FFF2-40B4-BE49-F238E27FC236}">
                <a16:creationId xmlns:a16="http://schemas.microsoft.com/office/drawing/2014/main" id="{042EA646-E5F6-430D-B98F-82AF85123E15}"/>
              </a:ext>
            </a:extLst>
          </p:cNvPr>
          <p:cNvSpPr>
            <a:spLocks xmlns:a="http://schemas.openxmlformats.org/drawingml/2006/main" noGrp="1"/>
          </p:cNvSpPr>
          <p:nvPr/>
        </p:nvSpPr>
        <p:spPr>
          <a:xfrm xmlns:a="http://schemas.openxmlformats.org/drawingml/2006/main">
            <a:off x="1790700" y="3760075"/>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08" name=""/>
          <p:cNvCxnSpPr/>
          <p:nvPr/>
        </p:nvCxnSpPr>
        <p:spPr>
          <a:xfrm xmlns:a="http://schemas.openxmlformats.org/drawingml/2006/main">
            <a:off x="1790700" y="3314782"/>
            <a:ext cx="9525" cy="890588"/>
          </a:xfrm>
          <a:prstGeom xmlns:a="http://schemas.openxmlformats.org/drawingml/2006/main" prst="straightConnector1">
            <a:avLst/>
          </a:prstGeom>
          <a:ln xmlns:a="http://schemas.openxmlformats.org/drawingml/2006/main" w="9525">
            <a:solidFill>
              <a:srgbClr val="BFE5E8"/>
            </a:solidFill>
            <a:prstDash val="solid"/>
          </a:ln>
        </p:spPr>
      </p:cxnSp>
      <p:sp>
        <p:nvSpPr>
          <p:cNvPr id="36" name="">
            <a:extLst xmlns:a="http://schemas.openxmlformats.org/drawingml/2006/main">
              <a:ext uri="{FF2B5EF4-FFF2-40B4-BE49-F238E27FC236}">
                <a16:creationId xmlns:a16="http://schemas.microsoft.com/office/drawing/2014/main" id="{E3B39D0F-2967-404B-B948-1B0F3737E01C}"/>
              </a:ext>
            </a:extLst>
          </p:cNvPr>
          <p:cNvSpPr>
            <a:spLocks xmlns:a="http://schemas.openxmlformats.org/drawingml/2006/main" noGrp="1"/>
          </p:cNvSpPr>
          <p:nvPr/>
        </p:nvSpPr>
        <p:spPr>
          <a:xfrm xmlns:a="http://schemas.openxmlformats.org/drawingml/2006/main">
            <a:off x="1847850" y="3775472"/>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10" name=""/>
          <p:cNvCxnSpPr/>
          <p:nvPr/>
        </p:nvCxnSpPr>
        <p:spPr>
          <a:xfrm xmlns:a="http://schemas.openxmlformats.org/drawingml/2006/main">
            <a:off x="1847850" y="3332560"/>
            <a:ext cx="9525" cy="885825"/>
          </a:xfrm>
          <a:prstGeom xmlns:a="http://schemas.openxmlformats.org/drawingml/2006/main" prst="straightConnector1">
            <a:avLst/>
          </a:prstGeom>
          <a:ln xmlns:a="http://schemas.openxmlformats.org/drawingml/2006/main" w="9525">
            <a:solidFill>
              <a:srgbClr val="BFE5E8"/>
            </a:solidFill>
            <a:prstDash val="solid"/>
          </a:ln>
        </p:spPr>
      </p:cxnSp>
      <p:sp>
        <p:nvSpPr>
          <p:cNvPr id="38" name="">
            <a:extLst xmlns:a="http://schemas.openxmlformats.org/drawingml/2006/main">
              <a:ext uri="{FF2B5EF4-FFF2-40B4-BE49-F238E27FC236}">
                <a16:creationId xmlns:a16="http://schemas.microsoft.com/office/drawing/2014/main" id="{B011E424-0727-4E06-ABBB-5642E110FE27}"/>
              </a:ext>
            </a:extLst>
          </p:cNvPr>
          <p:cNvSpPr>
            <a:spLocks xmlns:a="http://schemas.openxmlformats.org/drawingml/2006/main" noGrp="1"/>
          </p:cNvSpPr>
          <p:nvPr/>
        </p:nvSpPr>
        <p:spPr>
          <a:xfrm xmlns:a="http://schemas.openxmlformats.org/drawingml/2006/main">
            <a:off x="1905000" y="3788134"/>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12" name=""/>
          <p:cNvCxnSpPr/>
          <p:nvPr/>
        </p:nvCxnSpPr>
        <p:spPr>
          <a:xfrm xmlns:a="http://schemas.openxmlformats.org/drawingml/2006/main">
            <a:off x="1905000" y="3347602"/>
            <a:ext cx="9525" cy="881063"/>
          </a:xfrm>
          <a:prstGeom xmlns:a="http://schemas.openxmlformats.org/drawingml/2006/main" prst="straightConnector1">
            <a:avLst/>
          </a:prstGeom>
          <a:ln xmlns:a="http://schemas.openxmlformats.org/drawingml/2006/main" w="9525">
            <a:solidFill>
              <a:srgbClr val="BFE5E8"/>
            </a:solidFill>
            <a:prstDash val="solid"/>
          </a:ln>
        </p:spPr>
      </p:cxnSp>
      <p:sp>
        <p:nvSpPr>
          <p:cNvPr id="40" name="">
            <a:extLst xmlns:a="http://schemas.openxmlformats.org/drawingml/2006/main">
              <a:ext uri="{FF2B5EF4-FFF2-40B4-BE49-F238E27FC236}">
                <a16:creationId xmlns:a16="http://schemas.microsoft.com/office/drawing/2014/main" id="{0CB0CB23-DB31-4793-87A8-3904393D8834}"/>
              </a:ext>
            </a:extLst>
          </p:cNvPr>
          <p:cNvSpPr>
            <a:spLocks xmlns:a="http://schemas.openxmlformats.org/drawingml/2006/main" noGrp="1"/>
          </p:cNvSpPr>
          <p:nvPr/>
        </p:nvSpPr>
        <p:spPr>
          <a:xfrm xmlns:a="http://schemas.openxmlformats.org/drawingml/2006/main">
            <a:off x="1962150" y="3797972"/>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14" name=""/>
          <p:cNvCxnSpPr/>
          <p:nvPr/>
        </p:nvCxnSpPr>
        <p:spPr>
          <a:xfrm xmlns:a="http://schemas.openxmlformats.org/drawingml/2006/main">
            <a:off x="1962150" y="3359822"/>
            <a:ext cx="9525" cy="876300"/>
          </a:xfrm>
          <a:prstGeom xmlns:a="http://schemas.openxmlformats.org/drawingml/2006/main" prst="straightConnector1">
            <a:avLst/>
          </a:prstGeom>
          <a:ln xmlns:a="http://schemas.openxmlformats.org/drawingml/2006/main" w="9525">
            <a:solidFill>
              <a:srgbClr val="BFE5E8"/>
            </a:solidFill>
            <a:prstDash val="solid"/>
          </a:ln>
        </p:spPr>
      </p:cxnSp>
      <p:sp>
        <p:nvSpPr>
          <p:cNvPr id="42" name="">
            <a:extLst xmlns:a="http://schemas.openxmlformats.org/drawingml/2006/main">
              <a:ext uri="{FF2B5EF4-FFF2-40B4-BE49-F238E27FC236}">
                <a16:creationId xmlns:a16="http://schemas.microsoft.com/office/drawing/2014/main" id="{F35389B4-4486-4AA0-B78E-ADAC24CE2090}"/>
              </a:ext>
            </a:extLst>
          </p:cNvPr>
          <p:cNvSpPr>
            <a:spLocks xmlns:a="http://schemas.openxmlformats.org/drawingml/2006/main" noGrp="1"/>
          </p:cNvSpPr>
          <p:nvPr/>
        </p:nvSpPr>
        <p:spPr>
          <a:xfrm xmlns:a="http://schemas.openxmlformats.org/drawingml/2006/main">
            <a:off x="2019300" y="3804919"/>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16" name=""/>
          <p:cNvCxnSpPr/>
          <p:nvPr/>
        </p:nvCxnSpPr>
        <p:spPr>
          <a:xfrm xmlns:a="http://schemas.openxmlformats.org/drawingml/2006/main">
            <a:off x="2019300" y="3369150"/>
            <a:ext cx="9525" cy="871538"/>
          </a:xfrm>
          <a:prstGeom xmlns:a="http://schemas.openxmlformats.org/drawingml/2006/main" prst="straightConnector1">
            <a:avLst/>
          </a:prstGeom>
          <a:ln xmlns:a="http://schemas.openxmlformats.org/drawingml/2006/main" w="9525">
            <a:solidFill>
              <a:srgbClr val="BFE5E8"/>
            </a:solidFill>
            <a:prstDash val="solid"/>
          </a:ln>
        </p:spPr>
      </p:cxnSp>
      <p:sp>
        <p:nvSpPr>
          <p:cNvPr id="44" name="">
            <a:extLst xmlns:a="http://schemas.openxmlformats.org/drawingml/2006/main">
              <a:ext uri="{FF2B5EF4-FFF2-40B4-BE49-F238E27FC236}">
                <a16:creationId xmlns:a16="http://schemas.microsoft.com/office/drawing/2014/main" id="{A7B5961B-EE36-4559-B427-686D770695F8}"/>
              </a:ext>
            </a:extLst>
          </p:cNvPr>
          <p:cNvSpPr>
            <a:spLocks xmlns:a="http://schemas.openxmlformats.org/drawingml/2006/main" noGrp="1"/>
          </p:cNvSpPr>
          <p:nvPr/>
        </p:nvSpPr>
        <p:spPr>
          <a:xfrm xmlns:a="http://schemas.openxmlformats.org/drawingml/2006/main">
            <a:off x="2076450" y="3808926"/>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18" name=""/>
          <p:cNvCxnSpPr/>
          <p:nvPr/>
        </p:nvCxnSpPr>
        <p:spPr>
          <a:xfrm xmlns:a="http://schemas.openxmlformats.org/drawingml/2006/main">
            <a:off x="2076450" y="3375539"/>
            <a:ext cx="9525" cy="866775"/>
          </a:xfrm>
          <a:prstGeom xmlns:a="http://schemas.openxmlformats.org/drawingml/2006/main" prst="straightConnector1">
            <a:avLst/>
          </a:prstGeom>
          <a:ln xmlns:a="http://schemas.openxmlformats.org/drawingml/2006/main" w="9525">
            <a:solidFill>
              <a:srgbClr val="BFE5E8"/>
            </a:solidFill>
            <a:prstDash val="solid"/>
          </a:ln>
        </p:spPr>
      </p:cxnSp>
      <p:sp>
        <p:nvSpPr>
          <p:cNvPr id="46" name="">
            <a:extLst xmlns:a="http://schemas.openxmlformats.org/drawingml/2006/main">
              <a:ext uri="{FF2B5EF4-FFF2-40B4-BE49-F238E27FC236}">
                <a16:creationId xmlns:a16="http://schemas.microsoft.com/office/drawing/2014/main" id="{DCA59082-FF07-4793-B9F4-149A6348358A}"/>
              </a:ext>
            </a:extLst>
          </p:cNvPr>
          <p:cNvSpPr>
            <a:spLocks xmlns:a="http://schemas.openxmlformats.org/drawingml/2006/main" noGrp="1"/>
          </p:cNvSpPr>
          <p:nvPr/>
        </p:nvSpPr>
        <p:spPr>
          <a:xfrm xmlns:a="http://schemas.openxmlformats.org/drawingml/2006/main">
            <a:off x="2133600" y="3809966"/>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20" name=""/>
          <p:cNvCxnSpPr/>
          <p:nvPr/>
        </p:nvCxnSpPr>
        <p:spPr>
          <a:xfrm xmlns:a="http://schemas.openxmlformats.org/drawingml/2006/main">
            <a:off x="2133600" y="3378960"/>
            <a:ext cx="9525" cy="862013"/>
          </a:xfrm>
          <a:prstGeom xmlns:a="http://schemas.openxmlformats.org/drawingml/2006/main" prst="straightConnector1">
            <a:avLst/>
          </a:prstGeom>
          <a:ln xmlns:a="http://schemas.openxmlformats.org/drawingml/2006/main" w="9525">
            <a:solidFill>
              <a:srgbClr val="BFE5E8"/>
            </a:solidFill>
            <a:prstDash val="solid"/>
          </a:ln>
        </p:spPr>
      </p:cxnSp>
      <p:sp>
        <p:nvSpPr>
          <p:cNvPr id="48" name="">
            <a:extLst xmlns:a="http://schemas.openxmlformats.org/drawingml/2006/main">
              <a:ext uri="{FF2B5EF4-FFF2-40B4-BE49-F238E27FC236}">
                <a16:creationId xmlns:a16="http://schemas.microsoft.com/office/drawing/2014/main" id="{84C13439-1F0E-41F0-A4E1-7E0663BE8D09}"/>
              </a:ext>
            </a:extLst>
          </p:cNvPr>
          <p:cNvSpPr>
            <a:spLocks xmlns:a="http://schemas.openxmlformats.org/drawingml/2006/main" noGrp="1"/>
          </p:cNvSpPr>
          <p:nvPr/>
        </p:nvSpPr>
        <p:spPr>
          <a:xfrm xmlns:a="http://schemas.openxmlformats.org/drawingml/2006/main">
            <a:off x="2190750" y="3808032"/>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22" name=""/>
          <p:cNvCxnSpPr/>
          <p:nvPr/>
        </p:nvCxnSpPr>
        <p:spPr>
          <a:xfrm xmlns:a="http://schemas.openxmlformats.org/drawingml/2006/main">
            <a:off x="2190750" y="3379407"/>
            <a:ext cx="9525" cy="857250"/>
          </a:xfrm>
          <a:prstGeom xmlns:a="http://schemas.openxmlformats.org/drawingml/2006/main" prst="straightConnector1">
            <a:avLst/>
          </a:prstGeom>
          <a:ln xmlns:a="http://schemas.openxmlformats.org/drawingml/2006/main" w="9525">
            <a:solidFill>
              <a:srgbClr val="BFE5E8"/>
            </a:solidFill>
            <a:prstDash val="solid"/>
          </a:ln>
        </p:spPr>
      </p:cxnSp>
      <p:sp>
        <p:nvSpPr>
          <p:cNvPr id="50" name="">
            <a:extLst xmlns:a="http://schemas.openxmlformats.org/drawingml/2006/main">
              <a:ext uri="{FF2B5EF4-FFF2-40B4-BE49-F238E27FC236}">
                <a16:creationId xmlns:a16="http://schemas.microsoft.com/office/drawing/2014/main" id="{133F6B5C-B620-406C-81DF-D5DCE92BB09A}"/>
              </a:ext>
            </a:extLst>
          </p:cNvPr>
          <p:cNvSpPr>
            <a:spLocks xmlns:a="http://schemas.openxmlformats.org/drawingml/2006/main" noGrp="1"/>
          </p:cNvSpPr>
          <p:nvPr/>
        </p:nvSpPr>
        <p:spPr>
          <a:xfrm xmlns:a="http://schemas.openxmlformats.org/drawingml/2006/main">
            <a:off x="2247900" y="3803136"/>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24" name=""/>
          <p:cNvCxnSpPr/>
          <p:nvPr/>
        </p:nvCxnSpPr>
        <p:spPr>
          <a:xfrm xmlns:a="http://schemas.openxmlformats.org/drawingml/2006/main">
            <a:off x="2247900" y="3376892"/>
            <a:ext cx="9525" cy="852488"/>
          </a:xfrm>
          <a:prstGeom xmlns:a="http://schemas.openxmlformats.org/drawingml/2006/main" prst="straightConnector1">
            <a:avLst/>
          </a:prstGeom>
          <a:ln xmlns:a="http://schemas.openxmlformats.org/drawingml/2006/main" w="9525">
            <a:solidFill>
              <a:srgbClr val="BFE5E8"/>
            </a:solidFill>
            <a:prstDash val="solid"/>
          </a:ln>
        </p:spPr>
      </p:cxnSp>
      <p:sp>
        <p:nvSpPr>
          <p:cNvPr id="52" name="">
            <a:extLst xmlns:a="http://schemas.openxmlformats.org/drawingml/2006/main">
              <a:ext uri="{FF2B5EF4-FFF2-40B4-BE49-F238E27FC236}">
                <a16:creationId xmlns:a16="http://schemas.microsoft.com/office/drawing/2014/main" id="{ABD3ADDE-CB1E-43BB-B145-209AC55665AC}"/>
              </a:ext>
            </a:extLst>
          </p:cNvPr>
          <p:cNvSpPr>
            <a:spLocks xmlns:a="http://schemas.openxmlformats.org/drawingml/2006/main" noGrp="1"/>
          </p:cNvSpPr>
          <p:nvPr/>
        </p:nvSpPr>
        <p:spPr>
          <a:xfrm xmlns:a="http://schemas.openxmlformats.org/drawingml/2006/main">
            <a:off x="2305050" y="3795313"/>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26" name=""/>
          <p:cNvCxnSpPr/>
          <p:nvPr/>
        </p:nvCxnSpPr>
        <p:spPr>
          <a:xfrm xmlns:a="http://schemas.openxmlformats.org/drawingml/2006/main">
            <a:off x="2305050" y="3371451"/>
            <a:ext cx="9525" cy="847725"/>
          </a:xfrm>
          <a:prstGeom xmlns:a="http://schemas.openxmlformats.org/drawingml/2006/main" prst="straightConnector1">
            <a:avLst/>
          </a:prstGeom>
          <a:ln xmlns:a="http://schemas.openxmlformats.org/drawingml/2006/main" w="9525">
            <a:solidFill>
              <a:srgbClr val="BFE5E8"/>
            </a:solidFill>
            <a:prstDash val="solid"/>
          </a:ln>
        </p:spPr>
      </p:cxnSp>
      <p:sp>
        <p:nvSpPr>
          <p:cNvPr id="54" name="">
            <a:extLst xmlns:a="http://schemas.openxmlformats.org/drawingml/2006/main">
              <a:ext uri="{FF2B5EF4-FFF2-40B4-BE49-F238E27FC236}">
                <a16:creationId xmlns:a16="http://schemas.microsoft.com/office/drawing/2014/main" id="{71F4F885-805D-4525-A9A5-8C3478A39383}"/>
              </a:ext>
            </a:extLst>
          </p:cNvPr>
          <p:cNvSpPr>
            <a:spLocks xmlns:a="http://schemas.openxmlformats.org/drawingml/2006/main" noGrp="1"/>
          </p:cNvSpPr>
          <p:nvPr/>
        </p:nvSpPr>
        <p:spPr>
          <a:xfrm xmlns:a="http://schemas.openxmlformats.org/drawingml/2006/main">
            <a:off x="2362200" y="3784617"/>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28" name=""/>
          <p:cNvCxnSpPr/>
          <p:nvPr/>
        </p:nvCxnSpPr>
        <p:spPr>
          <a:xfrm xmlns:a="http://schemas.openxmlformats.org/drawingml/2006/main">
            <a:off x="2362200" y="3363136"/>
            <a:ext cx="9525" cy="842963"/>
          </a:xfrm>
          <a:prstGeom xmlns:a="http://schemas.openxmlformats.org/drawingml/2006/main" prst="straightConnector1">
            <a:avLst/>
          </a:prstGeom>
          <a:ln xmlns:a="http://schemas.openxmlformats.org/drawingml/2006/main" w="9525">
            <a:solidFill>
              <a:srgbClr val="BFE5E8"/>
            </a:solidFill>
            <a:prstDash val="solid"/>
          </a:ln>
        </p:spPr>
      </p:cxnSp>
      <p:sp>
        <p:nvSpPr>
          <p:cNvPr id="56" name="">
            <a:extLst xmlns:a="http://schemas.openxmlformats.org/drawingml/2006/main">
              <a:ext uri="{FF2B5EF4-FFF2-40B4-BE49-F238E27FC236}">
                <a16:creationId xmlns:a16="http://schemas.microsoft.com/office/drawing/2014/main" id="{A8B8193E-697A-41AF-AE17-F82E8D272877}"/>
              </a:ext>
            </a:extLst>
          </p:cNvPr>
          <p:cNvSpPr>
            <a:spLocks xmlns:a="http://schemas.openxmlformats.org/drawingml/2006/main" noGrp="1"/>
          </p:cNvSpPr>
          <p:nvPr/>
        </p:nvSpPr>
        <p:spPr>
          <a:xfrm xmlns:a="http://schemas.openxmlformats.org/drawingml/2006/main">
            <a:off x="2419350" y="3771123"/>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30" name=""/>
          <p:cNvCxnSpPr/>
          <p:nvPr/>
        </p:nvCxnSpPr>
        <p:spPr>
          <a:xfrm xmlns:a="http://schemas.openxmlformats.org/drawingml/2006/main">
            <a:off x="2419350" y="3352023"/>
            <a:ext cx="9525" cy="838200"/>
          </a:xfrm>
          <a:prstGeom xmlns:a="http://schemas.openxmlformats.org/drawingml/2006/main" prst="straightConnector1">
            <a:avLst/>
          </a:prstGeom>
          <a:ln xmlns:a="http://schemas.openxmlformats.org/drawingml/2006/main" w="9525">
            <a:solidFill>
              <a:srgbClr val="BFE5E8"/>
            </a:solidFill>
            <a:prstDash val="solid"/>
          </a:ln>
        </p:spPr>
      </p:cxnSp>
      <p:sp>
        <p:nvSpPr>
          <p:cNvPr id="58" name="">
            <a:extLst xmlns:a="http://schemas.openxmlformats.org/drawingml/2006/main">
              <a:ext uri="{FF2B5EF4-FFF2-40B4-BE49-F238E27FC236}">
                <a16:creationId xmlns:a16="http://schemas.microsoft.com/office/drawing/2014/main" id="{310EBAFA-54BC-4EE4-AE20-B3EA2581368F}"/>
              </a:ext>
            </a:extLst>
          </p:cNvPr>
          <p:cNvSpPr>
            <a:spLocks xmlns:a="http://schemas.openxmlformats.org/drawingml/2006/main" noGrp="1"/>
          </p:cNvSpPr>
          <p:nvPr/>
        </p:nvSpPr>
        <p:spPr>
          <a:xfrm xmlns:a="http://schemas.openxmlformats.org/drawingml/2006/main">
            <a:off x="2476500" y="3754923"/>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32" name=""/>
          <p:cNvCxnSpPr/>
          <p:nvPr/>
        </p:nvCxnSpPr>
        <p:spPr>
          <a:xfrm xmlns:a="http://schemas.openxmlformats.org/drawingml/2006/main">
            <a:off x="2476500" y="3338204"/>
            <a:ext cx="9525" cy="833438"/>
          </a:xfrm>
          <a:prstGeom xmlns:a="http://schemas.openxmlformats.org/drawingml/2006/main" prst="straightConnector1">
            <a:avLst/>
          </a:prstGeom>
          <a:ln xmlns:a="http://schemas.openxmlformats.org/drawingml/2006/main" w="9525">
            <a:solidFill>
              <a:srgbClr val="BFE5E8"/>
            </a:solidFill>
            <a:prstDash val="solid"/>
          </a:ln>
        </p:spPr>
      </p:cxnSp>
      <p:sp>
        <p:nvSpPr>
          <p:cNvPr id="60" name="">
            <a:extLst xmlns:a="http://schemas.openxmlformats.org/drawingml/2006/main">
              <a:ext uri="{FF2B5EF4-FFF2-40B4-BE49-F238E27FC236}">
                <a16:creationId xmlns:a16="http://schemas.microsoft.com/office/drawing/2014/main" id="{F068A62F-FB4F-4198-A7CC-674BE9D9E474}"/>
              </a:ext>
            </a:extLst>
          </p:cNvPr>
          <p:cNvSpPr>
            <a:spLocks xmlns:a="http://schemas.openxmlformats.org/drawingml/2006/main" noGrp="1"/>
          </p:cNvSpPr>
          <p:nvPr/>
        </p:nvSpPr>
        <p:spPr>
          <a:xfrm xmlns:a="http://schemas.openxmlformats.org/drawingml/2006/main">
            <a:off x="2533650" y="3736131"/>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34" name=""/>
          <p:cNvCxnSpPr/>
          <p:nvPr/>
        </p:nvCxnSpPr>
        <p:spPr>
          <a:xfrm xmlns:a="http://schemas.openxmlformats.org/drawingml/2006/main">
            <a:off x="2533650" y="3321793"/>
            <a:ext cx="9525" cy="828675"/>
          </a:xfrm>
          <a:prstGeom xmlns:a="http://schemas.openxmlformats.org/drawingml/2006/main" prst="straightConnector1">
            <a:avLst/>
          </a:prstGeom>
          <a:ln xmlns:a="http://schemas.openxmlformats.org/drawingml/2006/main" w="9525">
            <a:solidFill>
              <a:srgbClr val="BFE5E8"/>
            </a:solidFill>
            <a:prstDash val="solid"/>
          </a:ln>
        </p:spPr>
      </p:cxnSp>
      <p:sp>
        <p:nvSpPr>
          <p:cNvPr id="62" name="">
            <a:extLst xmlns:a="http://schemas.openxmlformats.org/drawingml/2006/main">
              <a:ext uri="{FF2B5EF4-FFF2-40B4-BE49-F238E27FC236}">
                <a16:creationId xmlns:a16="http://schemas.microsoft.com/office/drawing/2014/main" id="{64355837-9798-4962-9C31-22C0B0710580}"/>
              </a:ext>
            </a:extLst>
          </p:cNvPr>
          <p:cNvSpPr>
            <a:spLocks xmlns:a="http://schemas.openxmlformats.org/drawingml/2006/main" noGrp="1"/>
          </p:cNvSpPr>
          <p:nvPr/>
        </p:nvSpPr>
        <p:spPr>
          <a:xfrm xmlns:a="http://schemas.openxmlformats.org/drawingml/2006/main">
            <a:off x="2590800" y="3714877"/>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36" name=""/>
          <p:cNvCxnSpPr/>
          <p:nvPr/>
        </p:nvCxnSpPr>
        <p:spPr>
          <a:xfrm xmlns:a="http://schemas.openxmlformats.org/drawingml/2006/main">
            <a:off x="2590800" y="3302920"/>
            <a:ext cx="9525" cy="823913"/>
          </a:xfrm>
          <a:prstGeom xmlns:a="http://schemas.openxmlformats.org/drawingml/2006/main" prst="straightConnector1">
            <a:avLst/>
          </a:prstGeom>
          <a:ln xmlns:a="http://schemas.openxmlformats.org/drawingml/2006/main" w="9525">
            <a:solidFill>
              <a:srgbClr val="BFE5E8"/>
            </a:solidFill>
            <a:prstDash val="solid"/>
          </a:ln>
        </p:spPr>
      </p:cxnSp>
      <p:sp>
        <p:nvSpPr>
          <p:cNvPr id="64" name="">
            <a:extLst xmlns:a="http://schemas.openxmlformats.org/drawingml/2006/main">
              <a:ext uri="{FF2B5EF4-FFF2-40B4-BE49-F238E27FC236}">
                <a16:creationId xmlns:a16="http://schemas.microsoft.com/office/drawing/2014/main" id="{F49C404D-8728-458B-A76A-6941DD68C955}"/>
              </a:ext>
            </a:extLst>
          </p:cNvPr>
          <p:cNvSpPr>
            <a:spLocks xmlns:a="http://schemas.openxmlformats.org/drawingml/2006/main" noGrp="1"/>
          </p:cNvSpPr>
          <p:nvPr/>
        </p:nvSpPr>
        <p:spPr>
          <a:xfrm xmlns:a="http://schemas.openxmlformats.org/drawingml/2006/main">
            <a:off x="2647950" y="3691308"/>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38" name=""/>
          <p:cNvCxnSpPr/>
          <p:nvPr/>
        </p:nvCxnSpPr>
        <p:spPr>
          <a:xfrm xmlns:a="http://schemas.openxmlformats.org/drawingml/2006/main">
            <a:off x="2647950" y="3281733"/>
            <a:ext cx="9525" cy="819150"/>
          </a:xfrm>
          <a:prstGeom xmlns:a="http://schemas.openxmlformats.org/drawingml/2006/main" prst="straightConnector1">
            <a:avLst/>
          </a:prstGeom>
          <a:ln xmlns:a="http://schemas.openxmlformats.org/drawingml/2006/main" w="9525">
            <a:solidFill>
              <a:srgbClr val="BFE5E8"/>
            </a:solidFill>
            <a:prstDash val="solid"/>
          </a:ln>
        </p:spPr>
      </p:cxnSp>
      <p:sp>
        <p:nvSpPr>
          <p:cNvPr id="66" name="">
            <a:extLst xmlns:a="http://schemas.openxmlformats.org/drawingml/2006/main">
              <a:ext uri="{FF2B5EF4-FFF2-40B4-BE49-F238E27FC236}">
                <a16:creationId xmlns:a16="http://schemas.microsoft.com/office/drawing/2014/main" id="{931A6629-9D86-4F54-A235-2284C9DF0D0C}"/>
              </a:ext>
            </a:extLst>
          </p:cNvPr>
          <p:cNvSpPr>
            <a:spLocks xmlns:a="http://schemas.openxmlformats.org/drawingml/2006/main" noGrp="1"/>
          </p:cNvSpPr>
          <p:nvPr/>
        </p:nvSpPr>
        <p:spPr>
          <a:xfrm xmlns:a="http://schemas.openxmlformats.org/drawingml/2006/main">
            <a:off x="2705100" y="3665588"/>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40" name=""/>
          <p:cNvCxnSpPr/>
          <p:nvPr/>
        </p:nvCxnSpPr>
        <p:spPr>
          <a:xfrm xmlns:a="http://schemas.openxmlformats.org/drawingml/2006/main">
            <a:off x="2705100" y="3258394"/>
            <a:ext cx="9525" cy="814388"/>
          </a:xfrm>
          <a:prstGeom xmlns:a="http://schemas.openxmlformats.org/drawingml/2006/main" prst="straightConnector1">
            <a:avLst/>
          </a:prstGeom>
          <a:ln xmlns:a="http://schemas.openxmlformats.org/drawingml/2006/main" w="9525">
            <a:solidFill>
              <a:srgbClr val="BFE5E8"/>
            </a:solidFill>
            <a:prstDash val="solid"/>
          </a:ln>
        </p:spPr>
      </p:cxnSp>
      <p:sp>
        <p:nvSpPr>
          <p:cNvPr id="68" name="">
            <a:extLst xmlns:a="http://schemas.openxmlformats.org/drawingml/2006/main">
              <a:ext uri="{FF2B5EF4-FFF2-40B4-BE49-F238E27FC236}">
                <a16:creationId xmlns:a16="http://schemas.microsoft.com/office/drawing/2014/main" id="{58744A13-7E56-4F08-9007-CD2F05E703CC}"/>
              </a:ext>
            </a:extLst>
          </p:cNvPr>
          <p:cNvSpPr>
            <a:spLocks xmlns:a="http://schemas.openxmlformats.org/drawingml/2006/main" noGrp="1"/>
          </p:cNvSpPr>
          <p:nvPr/>
        </p:nvSpPr>
        <p:spPr>
          <a:xfrm xmlns:a="http://schemas.openxmlformats.org/drawingml/2006/main">
            <a:off x="2762250" y="3637895"/>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42" name=""/>
          <p:cNvCxnSpPr/>
          <p:nvPr/>
        </p:nvCxnSpPr>
        <p:spPr>
          <a:xfrm xmlns:a="http://schemas.openxmlformats.org/drawingml/2006/main">
            <a:off x="2762250" y="3233083"/>
            <a:ext cx="9525" cy="809625"/>
          </a:xfrm>
          <a:prstGeom xmlns:a="http://schemas.openxmlformats.org/drawingml/2006/main" prst="straightConnector1">
            <a:avLst/>
          </a:prstGeom>
          <a:ln xmlns:a="http://schemas.openxmlformats.org/drawingml/2006/main" w="9525">
            <a:solidFill>
              <a:srgbClr val="BFE5E8"/>
            </a:solidFill>
            <a:prstDash val="solid"/>
          </a:ln>
        </p:spPr>
      </p:cxnSp>
      <p:sp>
        <p:nvSpPr>
          <p:cNvPr id="70" name="">
            <a:extLst xmlns:a="http://schemas.openxmlformats.org/drawingml/2006/main">
              <a:ext uri="{FF2B5EF4-FFF2-40B4-BE49-F238E27FC236}">
                <a16:creationId xmlns:a16="http://schemas.microsoft.com/office/drawing/2014/main" id="{EB08E746-5B48-4990-8B1B-D18CC0C53171}"/>
              </a:ext>
            </a:extLst>
          </p:cNvPr>
          <p:cNvSpPr>
            <a:spLocks xmlns:a="http://schemas.openxmlformats.org/drawingml/2006/main" noGrp="1"/>
          </p:cNvSpPr>
          <p:nvPr/>
        </p:nvSpPr>
        <p:spPr>
          <a:xfrm xmlns:a="http://schemas.openxmlformats.org/drawingml/2006/main">
            <a:off x="2819400" y="3608422"/>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44" name=""/>
          <p:cNvCxnSpPr/>
          <p:nvPr/>
        </p:nvCxnSpPr>
        <p:spPr>
          <a:xfrm xmlns:a="http://schemas.openxmlformats.org/drawingml/2006/main">
            <a:off x="2819400" y="3205991"/>
            <a:ext cx="9525" cy="804863"/>
          </a:xfrm>
          <a:prstGeom xmlns:a="http://schemas.openxmlformats.org/drawingml/2006/main" prst="straightConnector1">
            <a:avLst/>
          </a:prstGeom>
          <a:ln xmlns:a="http://schemas.openxmlformats.org/drawingml/2006/main" w="9525">
            <a:solidFill>
              <a:srgbClr val="BFE5E8"/>
            </a:solidFill>
            <a:prstDash val="solid"/>
          </a:ln>
        </p:spPr>
      </p:cxnSp>
      <p:sp>
        <p:nvSpPr>
          <p:cNvPr id="72" name="">
            <a:extLst xmlns:a="http://schemas.openxmlformats.org/drawingml/2006/main">
              <a:ext uri="{FF2B5EF4-FFF2-40B4-BE49-F238E27FC236}">
                <a16:creationId xmlns:a16="http://schemas.microsoft.com/office/drawing/2014/main" id="{9C5C085E-FCAC-453A-AF51-7EC91BC6F9A6}"/>
              </a:ext>
            </a:extLst>
          </p:cNvPr>
          <p:cNvSpPr>
            <a:spLocks xmlns:a="http://schemas.openxmlformats.org/drawingml/2006/main" noGrp="1"/>
          </p:cNvSpPr>
          <p:nvPr/>
        </p:nvSpPr>
        <p:spPr>
          <a:xfrm xmlns:a="http://schemas.openxmlformats.org/drawingml/2006/main">
            <a:off x="2876550" y="3577373"/>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46" name=""/>
          <p:cNvCxnSpPr/>
          <p:nvPr/>
        </p:nvCxnSpPr>
        <p:spPr>
          <a:xfrm xmlns:a="http://schemas.openxmlformats.org/drawingml/2006/main">
            <a:off x="2876550" y="3177323"/>
            <a:ext cx="9525" cy="800100"/>
          </a:xfrm>
          <a:prstGeom xmlns:a="http://schemas.openxmlformats.org/drawingml/2006/main" prst="straightConnector1">
            <a:avLst/>
          </a:prstGeom>
          <a:ln xmlns:a="http://schemas.openxmlformats.org/drawingml/2006/main" w="9525">
            <a:solidFill>
              <a:srgbClr val="BFE5E8"/>
            </a:solidFill>
            <a:prstDash val="solid"/>
          </a:ln>
        </p:spPr>
      </p:cxnSp>
      <p:sp>
        <p:nvSpPr>
          <p:cNvPr id="74" name="">
            <a:extLst xmlns:a="http://schemas.openxmlformats.org/drawingml/2006/main">
              <a:ext uri="{FF2B5EF4-FFF2-40B4-BE49-F238E27FC236}">
                <a16:creationId xmlns:a16="http://schemas.microsoft.com/office/drawing/2014/main" id="{2B51D5BF-FBC2-48D4-8BC1-C50CAD1B61BF}"/>
              </a:ext>
            </a:extLst>
          </p:cNvPr>
          <p:cNvSpPr>
            <a:spLocks xmlns:a="http://schemas.openxmlformats.org/drawingml/2006/main" noGrp="1"/>
          </p:cNvSpPr>
          <p:nvPr/>
        </p:nvSpPr>
        <p:spPr>
          <a:xfrm xmlns:a="http://schemas.openxmlformats.org/drawingml/2006/main">
            <a:off x="2933700" y="3544964"/>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48" name=""/>
          <p:cNvCxnSpPr/>
          <p:nvPr/>
        </p:nvCxnSpPr>
        <p:spPr>
          <a:xfrm xmlns:a="http://schemas.openxmlformats.org/drawingml/2006/main">
            <a:off x="2933700" y="3147296"/>
            <a:ext cx="9525" cy="795338"/>
          </a:xfrm>
          <a:prstGeom xmlns:a="http://schemas.openxmlformats.org/drawingml/2006/main" prst="straightConnector1">
            <a:avLst/>
          </a:prstGeom>
          <a:ln xmlns:a="http://schemas.openxmlformats.org/drawingml/2006/main" w="9525">
            <a:solidFill>
              <a:srgbClr val="BFE5E8"/>
            </a:solidFill>
            <a:prstDash val="solid"/>
          </a:ln>
        </p:spPr>
      </p:cxnSp>
      <p:sp>
        <p:nvSpPr>
          <p:cNvPr id="76" name="">
            <a:extLst xmlns:a="http://schemas.openxmlformats.org/drawingml/2006/main">
              <a:ext uri="{FF2B5EF4-FFF2-40B4-BE49-F238E27FC236}">
                <a16:creationId xmlns:a16="http://schemas.microsoft.com/office/drawing/2014/main" id="{558BE78E-89DB-4C98-B18A-463827D9105F}"/>
              </a:ext>
            </a:extLst>
          </p:cNvPr>
          <p:cNvSpPr>
            <a:spLocks xmlns:a="http://schemas.openxmlformats.org/drawingml/2006/main" noGrp="1"/>
          </p:cNvSpPr>
          <p:nvPr/>
        </p:nvSpPr>
        <p:spPr>
          <a:xfrm xmlns:a="http://schemas.openxmlformats.org/drawingml/2006/main">
            <a:off x="2990850" y="3511420"/>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50" name=""/>
          <p:cNvCxnSpPr/>
          <p:nvPr/>
        </p:nvCxnSpPr>
        <p:spPr>
          <a:xfrm xmlns:a="http://schemas.openxmlformats.org/drawingml/2006/main">
            <a:off x="2990850" y="3116133"/>
            <a:ext cx="9525" cy="790575"/>
          </a:xfrm>
          <a:prstGeom xmlns:a="http://schemas.openxmlformats.org/drawingml/2006/main" prst="straightConnector1">
            <a:avLst/>
          </a:prstGeom>
          <a:ln xmlns:a="http://schemas.openxmlformats.org/drawingml/2006/main" w="9525">
            <a:solidFill>
              <a:srgbClr val="BFE5E8"/>
            </a:solidFill>
            <a:prstDash val="solid"/>
          </a:ln>
        </p:spPr>
      </p:cxnSp>
      <p:sp>
        <p:nvSpPr>
          <p:cNvPr id="78" name="">
            <a:extLst xmlns:a="http://schemas.openxmlformats.org/drawingml/2006/main">
              <a:ext uri="{FF2B5EF4-FFF2-40B4-BE49-F238E27FC236}">
                <a16:creationId xmlns:a16="http://schemas.microsoft.com/office/drawing/2014/main" id="{492BD58A-F674-4826-8CBB-A2AA9A20E1E9}"/>
              </a:ext>
            </a:extLst>
          </p:cNvPr>
          <p:cNvSpPr>
            <a:spLocks xmlns:a="http://schemas.openxmlformats.org/drawingml/2006/main" noGrp="1"/>
          </p:cNvSpPr>
          <p:nvPr/>
        </p:nvSpPr>
        <p:spPr>
          <a:xfrm xmlns:a="http://schemas.openxmlformats.org/drawingml/2006/main">
            <a:off x="3048000" y="3476973"/>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52" name=""/>
          <p:cNvCxnSpPr/>
          <p:nvPr/>
        </p:nvCxnSpPr>
        <p:spPr>
          <a:xfrm xmlns:a="http://schemas.openxmlformats.org/drawingml/2006/main">
            <a:off x="3048000" y="3084067"/>
            <a:ext cx="9525" cy="785813"/>
          </a:xfrm>
          <a:prstGeom xmlns:a="http://schemas.openxmlformats.org/drawingml/2006/main" prst="straightConnector1">
            <a:avLst/>
          </a:prstGeom>
          <a:ln xmlns:a="http://schemas.openxmlformats.org/drawingml/2006/main" w="9525">
            <a:solidFill>
              <a:srgbClr val="BFE5E8"/>
            </a:solidFill>
            <a:prstDash val="solid"/>
          </a:ln>
        </p:spPr>
      </p:cxnSp>
      <p:sp>
        <p:nvSpPr>
          <p:cNvPr id="80" name="">
            <a:extLst xmlns:a="http://schemas.openxmlformats.org/drawingml/2006/main">
              <a:ext uri="{FF2B5EF4-FFF2-40B4-BE49-F238E27FC236}">
                <a16:creationId xmlns:a16="http://schemas.microsoft.com/office/drawing/2014/main" id="{4D9642B2-B008-433F-B744-98BA259DC9FD}"/>
              </a:ext>
            </a:extLst>
          </p:cNvPr>
          <p:cNvSpPr>
            <a:spLocks xmlns:a="http://schemas.openxmlformats.org/drawingml/2006/main" noGrp="1"/>
          </p:cNvSpPr>
          <p:nvPr/>
        </p:nvSpPr>
        <p:spPr>
          <a:xfrm xmlns:a="http://schemas.openxmlformats.org/drawingml/2006/main">
            <a:off x="3105150" y="3441863"/>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54" name=""/>
          <p:cNvCxnSpPr/>
          <p:nvPr/>
        </p:nvCxnSpPr>
        <p:spPr>
          <a:xfrm xmlns:a="http://schemas.openxmlformats.org/drawingml/2006/main">
            <a:off x="3105150" y="3051338"/>
            <a:ext cx="9525" cy="781050"/>
          </a:xfrm>
          <a:prstGeom xmlns:a="http://schemas.openxmlformats.org/drawingml/2006/main" prst="straightConnector1">
            <a:avLst/>
          </a:prstGeom>
          <a:ln xmlns:a="http://schemas.openxmlformats.org/drawingml/2006/main" w="9525">
            <a:solidFill>
              <a:srgbClr val="BFE5E8"/>
            </a:solidFill>
            <a:prstDash val="solid"/>
          </a:ln>
        </p:spPr>
      </p:cxnSp>
      <p:sp>
        <p:nvSpPr>
          <p:cNvPr id="82" name="">
            <a:extLst xmlns:a="http://schemas.openxmlformats.org/drawingml/2006/main">
              <a:ext uri="{FF2B5EF4-FFF2-40B4-BE49-F238E27FC236}">
                <a16:creationId xmlns:a16="http://schemas.microsoft.com/office/drawing/2014/main" id="{F7EAD06B-780B-4BA1-917A-EB1B2EFB1934}"/>
              </a:ext>
            </a:extLst>
          </p:cNvPr>
          <p:cNvSpPr>
            <a:spLocks xmlns:a="http://schemas.openxmlformats.org/drawingml/2006/main" noGrp="1"/>
          </p:cNvSpPr>
          <p:nvPr/>
        </p:nvSpPr>
        <p:spPr>
          <a:xfrm xmlns:a="http://schemas.openxmlformats.org/drawingml/2006/main">
            <a:off x="3162300" y="3406332"/>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56" name=""/>
          <p:cNvCxnSpPr/>
          <p:nvPr/>
        </p:nvCxnSpPr>
        <p:spPr>
          <a:xfrm xmlns:a="http://schemas.openxmlformats.org/drawingml/2006/main">
            <a:off x="3162300" y="3018189"/>
            <a:ext cx="9525" cy="776288"/>
          </a:xfrm>
          <a:prstGeom xmlns:a="http://schemas.openxmlformats.org/drawingml/2006/main" prst="straightConnector1">
            <a:avLst/>
          </a:prstGeom>
          <a:ln xmlns:a="http://schemas.openxmlformats.org/drawingml/2006/main" w="9525">
            <a:solidFill>
              <a:srgbClr val="BFE5E8"/>
            </a:solidFill>
            <a:prstDash val="solid"/>
          </a:ln>
        </p:spPr>
      </p:cxnSp>
      <p:sp>
        <p:nvSpPr>
          <p:cNvPr id="84" name="">
            <a:extLst xmlns:a="http://schemas.openxmlformats.org/drawingml/2006/main">
              <a:ext uri="{FF2B5EF4-FFF2-40B4-BE49-F238E27FC236}">
                <a16:creationId xmlns:a16="http://schemas.microsoft.com/office/drawing/2014/main" id="{64268B0B-B65E-44BC-BA4C-CF34256F6F4B}"/>
              </a:ext>
            </a:extLst>
          </p:cNvPr>
          <p:cNvSpPr>
            <a:spLocks xmlns:a="http://schemas.openxmlformats.org/drawingml/2006/main" noGrp="1"/>
          </p:cNvSpPr>
          <p:nvPr/>
        </p:nvSpPr>
        <p:spPr>
          <a:xfrm xmlns:a="http://schemas.openxmlformats.org/drawingml/2006/main">
            <a:off x="3219450" y="3370629"/>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58" name=""/>
          <p:cNvCxnSpPr/>
          <p:nvPr/>
        </p:nvCxnSpPr>
        <p:spPr>
          <a:xfrm xmlns:a="http://schemas.openxmlformats.org/drawingml/2006/main">
            <a:off x="3219450" y="2984866"/>
            <a:ext cx="9525" cy="771525"/>
          </a:xfrm>
          <a:prstGeom xmlns:a="http://schemas.openxmlformats.org/drawingml/2006/main" prst="straightConnector1">
            <a:avLst/>
          </a:prstGeom>
          <a:ln xmlns:a="http://schemas.openxmlformats.org/drawingml/2006/main" w="9525">
            <a:solidFill>
              <a:srgbClr val="BFE5E8"/>
            </a:solidFill>
            <a:prstDash val="solid"/>
          </a:ln>
        </p:spPr>
      </p:cxnSp>
      <p:sp>
        <p:nvSpPr>
          <p:cNvPr id="86" name="">
            <a:extLst xmlns:a="http://schemas.openxmlformats.org/drawingml/2006/main">
              <a:ext uri="{FF2B5EF4-FFF2-40B4-BE49-F238E27FC236}">
                <a16:creationId xmlns:a16="http://schemas.microsoft.com/office/drawing/2014/main" id="{C6DE0C69-3E0B-41C3-BCD8-9BDAE9785A01}"/>
              </a:ext>
            </a:extLst>
          </p:cNvPr>
          <p:cNvSpPr>
            <a:spLocks xmlns:a="http://schemas.openxmlformats.org/drawingml/2006/main" noGrp="1"/>
          </p:cNvSpPr>
          <p:nvPr/>
        </p:nvSpPr>
        <p:spPr>
          <a:xfrm xmlns:a="http://schemas.openxmlformats.org/drawingml/2006/main">
            <a:off x="3276600" y="3335000"/>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60" name=""/>
          <p:cNvCxnSpPr/>
          <p:nvPr/>
        </p:nvCxnSpPr>
        <p:spPr>
          <a:xfrm xmlns:a="http://schemas.openxmlformats.org/drawingml/2006/main">
            <a:off x="3276600" y="2951619"/>
            <a:ext cx="9525" cy="766763"/>
          </a:xfrm>
          <a:prstGeom xmlns:a="http://schemas.openxmlformats.org/drawingml/2006/main" prst="straightConnector1">
            <a:avLst/>
          </a:prstGeom>
          <a:ln xmlns:a="http://schemas.openxmlformats.org/drawingml/2006/main" w="9525">
            <a:solidFill>
              <a:srgbClr val="BFE5E8"/>
            </a:solidFill>
            <a:prstDash val="solid"/>
          </a:ln>
        </p:spPr>
      </p:cxnSp>
      <p:sp>
        <p:nvSpPr>
          <p:cNvPr id="88" name="">
            <a:extLst xmlns:a="http://schemas.openxmlformats.org/drawingml/2006/main">
              <a:ext uri="{FF2B5EF4-FFF2-40B4-BE49-F238E27FC236}">
                <a16:creationId xmlns:a16="http://schemas.microsoft.com/office/drawing/2014/main" id="{290EE6E3-553D-47DC-B176-31958F7C9E17}"/>
              </a:ext>
            </a:extLst>
          </p:cNvPr>
          <p:cNvSpPr>
            <a:spLocks xmlns:a="http://schemas.openxmlformats.org/drawingml/2006/main" noGrp="1"/>
          </p:cNvSpPr>
          <p:nvPr/>
        </p:nvSpPr>
        <p:spPr>
          <a:xfrm xmlns:a="http://schemas.openxmlformats.org/drawingml/2006/main">
            <a:off x="3333750" y="3299693"/>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62" name=""/>
          <p:cNvCxnSpPr/>
          <p:nvPr/>
        </p:nvCxnSpPr>
        <p:spPr>
          <a:xfrm xmlns:a="http://schemas.openxmlformats.org/drawingml/2006/main">
            <a:off x="3333750" y="2918693"/>
            <a:ext cx="9525" cy="762000"/>
          </a:xfrm>
          <a:prstGeom xmlns:a="http://schemas.openxmlformats.org/drawingml/2006/main" prst="straightConnector1">
            <a:avLst/>
          </a:prstGeom>
          <a:ln xmlns:a="http://schemas.openxmlformats.org/drawingml/2006/main" w="9525">
            <a:solidFill>
              <a:srgbClr val="BFE5E8"/>
            </a:solidFill>
            <a:prstDash val="solid"/>
          </a:ln>
        </p:spPr>
      </p:cxnSp>
      <p:sp>
        <p:nvSpPr>
          <p:cNvPr id="90" name="">
            <a:extLst xmlns:a="http://schemas.openxmlformats.org/drawingml/2006/main">
              <a:ext uri="{FF2B5EF4-FFF2-40B4-BE49-F238E27FC236}">
                <a16:creationId xmlns:a16="http://schemas.microsoft.com/office/drawing/2014/main" id="{25800E5E-8981-4F54-AD79-40789224219F}"/>
              </a:ext>
            </a:extLst>
          </p:cNvPr>
          <p:cNvSpPr>
            <a:spLocks xmlns:a="http://schemas.openxmlformats.org/drawingml/2006/main" noGrp="1"/>
          </p:cNvSpPr>
          <p:nvPr/>
        </p:nvSpPr>
        <p:spPr>
          <a:xfrm xmlns:a="http://schemas.openxmlformats.org/drawingml/2006/main">
            <a:off x="3390900" y="3264953"/>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64" name=""/>
          <p:cNvCxnSpPr/>
          <p:nvPr/>
        </p:nvCxnSpPr>
        <p:spPr>
          <a:xfrm xmlns:a="http://schemas.openxmlformats.org/drawingml/2006/main">
            <a:off x="3390900" y="2886334"/>
            <a:ext cx="9525" cy="757238"/>
          </a:xfrm>
          <a:prstGeom xmlns:a="http://schemas.openxmlformats.org/drawingml/2006/main" prst="straightConnector1">
            <a:avLst/>
          </a:prstGeom>
          <a:ln xmlns:a="http://schemas.openxmlformats.org/drawingml/2006/main" w="9525">
            <a:solidFill>
              <a:srgbClr val="BFE5E8"/>
            </a:solidFill>
            <a:prstDash val="solid"/>
          </a:ln>
        </p:spPr>
      </p:cxnSp>
      <p:sp>
        <p:nvSpPr>
          <p:cNvPr id="92" name="">
            <a:extLst xmlns:a="http://schemas.openxmlformats.org/drawingml/2006/main">
              <a:ext uri="{FF2B5EF4-FFF2-40B4-BE49-F238E27FC236}">
                <a16:creationId xmlns:a16="http://schemas.microsoft.com/office/drawing/2014/main" id="{D9A5CFEC-A8EC-4C16-A376-015B53FC8CE0}"/>
              </a:ext>
            </a:extLst>
          </p:cNvPr>
          <p:cNvSpPr>
            <a:spLocks xmlns:a="http://schemas.openxmlformats.org/drawingml/2006/main" noGrp="1"/>
          </p:cNvSpPr>
          <p:nvPr/>
        </p:nvSpPr>
        <p:spPr>
          <a:xfrm xmlns:a="http://schemas.openxmlformats.org/drawingml/2006/main">
            <a:off x="3448050" y="3231021"/>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66" name=""/>
          <p:cNvCxnSpPr/>
          <p:nvPr/>
        </p:nvCxnSpPr>
        <p:spPr>
          <a:xfrm xmlns:a="http://schemas.openxmlformats.org/drawingml/2006/main">
            <a:off x="3448050" y="2854783"/>
            <a:ext cx="9525" cy="752475"/>
          </a:xfrm>
          <a:prstGeom xmlns:a="http://schemas.openxmlformats.org/drawingml/2006/main" prst="straightConnector1">
            <a:avLst/>
          </a:prstGeom>
          <a:ln xmlns:a="http://schemas.openxmlformats.org/drawingml/2006/main" w="9525">
            <a:solidFill>
              <a:srgbClr val="BFE5E8"/>
            </a:solidFill>
            <a:prstDash val="solid"/>
          </a:ln>
        </p:spPr>
      </p:cxnSp>
      <p:sp>
        <p:nvSpPr>
          <p:cNvPr id="94" name="">
            <a:extLst xmlns:a="http://schemas.openxmlformats.org/drawingml/2006/main">
              <a:ext uri="{FF2B5EF4-FFF2-40B4-BE49-F238E27FC236}">
                <a16:creationId xmlns:a16="http://schemas.microsoft.com/office/drawing/2014/main" id="{3681042B-89CC-4B54-A1B2-793195B82E13}"/>
              </a:ext>
            </a:extLst>
          </p:cNvPr>
          <p:cNvSpPr>
            <a:spLocks xmlns:a="http://schemas.openxmlformats.org/drawingml/2006/main" noGrp="1"/>
          </p:cNvSpPr>
          <p:nvPr/>
        </p:nvSpPr>
        <p:spPr>
          <a:xfrm xmlns:a="http://schemas.openxmlformats.org/drawingml/2006/main">
            <a:off x="3505200" y="3198132"/>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68" name=""/>
          <p:cNvCxnSpPr/>
          <p:nvPr/>
        </p:nvCxnSpPr>
        <p:spPr>
          <a:xfrm xmlns:a="http://schemas.openxmlformats.org/drawingml/2006/main">
            <a:off x="3505200" y="2824276"/>
            <a:ext cx="9525" cy="747713"/>
          </a:xfrm>
          <a:prstGeom xmlns:a="http://schemas.openxmlformats.org/drawingml/2006/main" prst="straightConnector1">
            <a:avLst/>
          </a:prstGeom>
          <a:ln xmlns:a="http://schemas.openxmlformats.org/drawingml/2006/main" w="9525">
            <a:solidFill>
              <a:srgbClr val="BFE5E8"/>
            </a:solidFill>
            <a:prstDash val="solid"/>
          </a:ln>
        </p:spPr>
      </p:cxnSp>
      <p:sp>
        <p:nvSpPr>
          <p:cNvPr id="96" name="">
            <a:extLst xmlns:a="http://schemas.openxmlformats.org/drawingml/2006/main">
              <a:ext uri="{FF2B5EF4-FFF2-40B4-BE49-F238E27FC236}">
                <a16:creationId xmlns:a16="http://schemas.microsoft.com/office/drawing/2014/main" id="{EAF1C6EA-6C09-4E0F-96D6-CB1342E36581}"/>
              </a:ext>
            </a:extLst>
          </p:cNvPr>
          <p:cNvSpPr>
            <a:spLocks xmlns:a="http://schemas.openxmlformats.org/drawingml/2006/main" noGrp="1"/>
          </p:cNvSpPr>
          <p:nvPr/>
        </p:nvSpPr>
        <p:spPr>
          <a:xfrm xmlns:a="http://schemas.openxmlformats.org/drawingml/2006/main">
            <a:off x="3562350" y="3166515"/>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70" name=""/>
          <p:cNvCxnSpPr/>
          <p:nvPr/>
        </p:nvCxnSpPr>
        <p:spPr>
          <a:xfrm xmlns:a="http://schemas.openxmlformats.org/drawingml/2006/main">
            <a:off x="3562350" y="2795040"/>
            <a:ext cx="9525" cy="742950"/>
          </a:xfrm>
          <a:prstGeom xmlns:a="http://schemas.openxmlformats.org/drawingml/2006/main" prst="straightConnector1">
            <a:avLst/>
          </a:prstGeom>
          <a:ln xmlns:a="http://schemas.openxmlformats.org/drawingml/2006/main" w="9525">
            <a:solidFill>
              <a:srgbClr val="BFE5E8"/>
            </a:solidFill>
            <a:prstDash val="solid"/>
          </a:ln>
        </p:spPr>
      </p:cxnSp>
      <p:sp>
        <p:nvSpPr>
          <p:cNvPr id="98" name="">
            <a:extLst xmlns:a="http://schemas.openxmlformats.org/drawingml/2006/main">
              <a:ext uri="{FF2B5EF4-FFF2-40B4-BE49-F238E27FC236}">
                <a16:creationId xmlns:a16="http://schemas.microsoft.com/office/drawing/2014/main" id="{B97B17D7-B75F-491A-9166-497ACB5AD168}"/>
              </a:ext>
            </a:extLst>
          </p:cNvPr>
          <p:cNvSpPr>
            <a:spLocks xmlns:a="http://schemas.openxmlformats.org/drawingml/2006/main" noGrp="1"/>
          </p:cNvSpPr>
          <p:nvPr/>
        </p:nvSpPr>
        <p:spPr>
          <a:xfrm xmlns:a="http://schemas.openxmlformats.org/drawingml/2006/main">
            <a:off x="3619500" y="3136390"/>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72" name=""/>
          <p:cNvCxnSpPr/>
          <p:nvPr/>
        </p:nvCxnSpPr>
        <p:spPr>
          <a:xfrm xmlns:a="http://schemas.openxmlformats.org/drawingml/2006/main">
            <a:off x="3619500" y="2767296"/>
            <a:ext cx="9525" cy="738188"/>
          </a:xfrm>
          <a:prstGeom xmlns:a="http://schemas.openxmlformats.org/drawingml/2006/main" prst="straightConnector1">
            <a:avLst/>
          </a:prstGeom>
          <a:ln xmlns:a="http://schemas.openxmlformats.org/drawingml/2006/main" w="9525">
            <a:solidFill>
              <a:srgbClr val="BFE5E8"/>
            </a:solidFill>
            <a:prstDash val="solid"/>
          </a:ln>
        </p:spPr>
      </p:cxnSp>
      <p:sp>
        <p:nvSpPr>
          <p:cNvPr id="100" name="">
            <a:extLst xmlns:a="http://schemas.openxmlformats.org/drawingml/2006/main">
              <a:ext uri="{FF2B5EF4-FFF2-40B4-BE49-F238E27FC236}">
                <a16:creationId xmlns:a16="http://schemas.microsoft.com/office/drawing/2014/main" id="{926E44BF-297B-4C5D-874D-7B8E8CB0666D}"/>
              </a:ext>
            </a:extLst>
          </p:cNvPr>
          <p:cNvSpPr>
            <a:spLocks xmlns:a="http://schemas.openxmlformats.org/drawingml/2006/main" noGrp="1"/>
          </p:cNvSpPr>
          <p:nvPr/>
        </p:nvSpPr>
        <p:spPr>
          <a:xfrm xmlns:a="http://schemas.openxmlformats.org/drawingml/2006/main">
            <a:off x="3676650" y="3107964"/>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74" name=""/>
          <p:cNvCxnSpPr/>
          <p:nvPr/>
        </p:nvCxnSpPr>
        <p:spPr>
          <a:xfrm xmlns:a="http://schemas.openxmlformats.org/drawingml/2006/main">
            <a:off x="3676650" y="2741252"/>
            <a:ext cx="9525" cy="733425"/>
          </a:xfrm>
          <a:prstGeom xmlns:a="http://schemas.openxmlformats.org/drawingml/2006/main" prst="straightConnector1">
            <a:avLst/>
          </a:prstGeom>
          <a:ln xmlns:a="http://schemas.openxmlformats.org/drawingml/2006/main" w="9525">
            <a:solidFill>
              <a:srgbClr val="BFE5E8"/>
            </a:solidFill>
            <a:prstDash val="solid"/>
          </a:ln>
        </p:spPr>
      </p:cxnSp>
      <p:sp>
        <p:nvSpPr>
          <p:cNvPr id="102" name="">
            <a:extLst xmlns:a="http://schemas.openxmlformats.org/drawingml/2006/main">
              <a:ext uri="{FF2B5EF4-FFF2-40B4-BE49-F238E27FC236}">
                <a16:creationId xmlns:a16="http://schemas.microsoft.com/office/drawing/2014/main" id="{04A4A7C9-BA7A-4B58-A0BB-AAECDE79A6F1}"/>
              </a:ext>
            </a:extLst>
          </p:cNvPr>
          <p:cNvSpPr>
            <a:spLocks xmlns:a="http://schemas.openxmlformats.org/drawingml/2006/main" noGrp="1"/>
          </p:cNvSpPr>
          <p:nvPr/>
        </p:nvSpPr>
        <p:spPr>
          <a:xfrm xmlns:a="http://schemas.openxmlformats.org/drawingml/2006/main">
            <a:off x="3733800" y="3081437"/>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76" name=""/>
          <p:cNvCxnSpPr/>
          <p:nvPr/>
        </p:nvCxnSpPr>
        <p:spPr>
          <a:xfrm xmlns:a="http://schemas.openxmlformats.org/drawingml/2006/main">
            <a:off x="3733800" y="2717105"/>
            <a:ext cx="9525" cy="728663"/>
          </a:xfrm>
          <a:prstGeom xmlns:a="http://schemas.openxmlformats.org/drawingml/2006/main" prst="straightConnector1">
            <a:avLst/>
          </a:prstGeom>
          <a:ln xmlns:a="http://schemas.openxmlformats.org/drawingml/2006/main" w="9525">
            <a:solidFill>
              <a:srgbClr val="BFE5E8"/>
            </a:solidFill>
            <a:prstDash val="solid"/>
          </a:ln>
        </p:spPr>
      </p:cxnSp>
      <p:sp>
        <p:nvSpPr>
          <p:cNvPr id="104" name="">
            <a:extLst xmlns:a="http://schemas.openxmlformats.org/drawingml/2006/main">
              <a:ext uri="{FF2B5EF4-FFF2-40B4-BE49-F238E27FC236}">
                <a16:creationId xmlns:a16="http://schemas.microsoft.com/office/drawing/2014/main" id="{04812D20-7FA9-49A2-82B6-105714B4E5DE}"/>
              </a:ext>
            </a:extLst>
          </p:cNvPr>
          <p:cNvSpPr>
            <a:spLocks xmlns:a="http://schemas.openxmlformats.org/drawingml/2006/main" noGrp="1"/>
          </p:cNvSpPr>
          <p:nvPr/>
        </p:nvSpPr>
        <p:spPr>
          <a:xfrm xmlns:a="http://schemas.openxmlformats.org/drawingml/2006/main">
            <a:off x="3790950" y="3056991"/>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78" name=""/>
          <p:cNvCxnSpPr/>
          <p:nvPr/>
        </p:nvCxnSpPr>
        <p:spPr>
          <a:xfrm xmlns:a="http://schemas.openxmlformats.org/drawingml/2006/main">
            <a:off x="3790950" y="2695041"/>
            <a:ext cx="9525" cy="723900"/>
          </a:xfrm>
          <a:prstGeom xmlns:a="http://schemas.openxmlformats.org/drawingml/2006/main" prst="straightConnector1">
            <a:avLst/>
          </a:prstGeom>
          <a:ln xmlns:a="http://schemas.openxmlformats.org/drawingml/2006/main" w="9525">
            <a:solidFill>
              <a:srgbClr val="BFE5E8"/>
            </a:solidFill>
            <a:prstDash val="solid"/>
          </a:ln>
        </p:spPr>
      </p:cxnSp>
      <p:sp>
        <p:nvSpPr>
          <p:cNvPr id="106" name="">
            <a:extLst xmlns:a="http://schemas.openxmlformats.org/drawingml/2006/main">
              <a:ext uri="{FF2B5EF4-FFF2-40B4-BE49-F238E27FC236}">
                <a16:creationId xmlns:a16="http://schemas.microsoft.com/office/drawing/2014/main" id="{BE684940-F9FB-456C-BDBB-BA129AFE513F}"/>
              </a:ext>
            </a:extLst>
          </p:cNvPr>
          <p:cNvSpPr>
            <a:spLocks xmlns:a="http://schemas.openxmlformats.org/drawingml/2006/main" noGrp="1"/>
          </p:cNvSpPr>
          <p:nvPr/>
        </p:nvSpPr>
        <p:spPr>
          <a:xfrm xmlns:a="http://schemas.openxmlformats.org/drawingml/2006/main">
            <a:off x="3848100" y="3034796"/>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80" name=""/>
          <p:cNvCxnSpPr/>
          <p:nvPr/>
        </p:nvCxnSpPr>
        <p:spPr>
          <a:xfrm xmlns:a="http://schemas.openxmlformats.org/drawingml/2006/main">
            <a:off x="3848100" y="2675227"/>
            <a:ext cx="9525" cy="719138"/>
          </a:xfrm>
          <a:prstGeom xmlns:a="http://schemas.openxmlformats.org/drawingml/2006/main" prst="straightConnector1">
            <a:avLst/>
          </a:prstGeom>
          <a:ln xmlns:a="http://schemas.openxmlformats.org/drawingml/2006/main" w="9525">
            <a:solidFill>
              <a:srgbClr val="BFE5E8"/>
            </a:solidFill>
            <a:prstDash val="solid"/>
          </a:ln>
        </p:spPr>
      </p:cxnSp>
      <p:sp>
        <p:nvSpPr>
          <p:cNvPr id="108" name="">
            <a:extLst xmlns:a="http://schemas.openxmlformats.org/drawingml/2006/main">
              <a:ext uri="{FF2B5EF4-FFF2-40B4-BE49-F238E27FC236}">
                <a16:creationId xmlns:a16="http://schemas.microsoft.com/office/drawing/2014/main" id="{9963F7FA-B08A-4D1F-9494-BD2A95844FC6}"/>
              </a:ext>
            </a:extLst>
          </p:cNvPr>
          <p:cNvSpPr>
            <a:spLocks xmlns:a="http://schemas.openxmlformats.org/drawingml/2006/main" noGrp="1"/>
          </p:cNvSpPr>
          <p:nvPr/>
        </p:nvSpPr>
        <p:spPr>
          <a:xfrm xmlns:a="http://schemas.openxmlformats.org/drawingml/2006/main">
            <a:off x="3905250" y="3015007"/>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82" name=""/>
          <p:cNvCxnSpPr/>
          <p:nvPr/>
        </p:nvCxnSpPr>
        <p:spPr>
          <a:xfrm xmlns:a="http://schemas.openxmlformats.org/drawingml/2006/main">
            <a:off x="3905250" y="2657819"/>
            <a:ext cx="9525" cy="714375"/>
          </a:xfrm>
          <a:prstGeom xmlns:a="http://schemas.openxmlformats.org/drawingml/2006/main" prst="straightConnector1">
            <a:avLst/>
          </a:prstGeom>
          <a:ln xmlns:a="http://schemas.openxmlformats.org/drawingml/2006/main" w="9525">
            <a:solidFill>
              <a:srgbClr val="BFE5E8"/>
            </a:solidFill>
            <a:prstDash val="solid"/>
          </a:ln>
        </p:spPr>
      </p:cxnSp>
      <p:sp>
        <p:nvSpPr>
          <p:cNvPr id="110" name="">
            <a:extLst xmlns:a="http://schemas.openxmlformats.org/drawingml/2006/main">
              <a:ext uri="{FF2B5EF4-FFF2-40B4-BE49-F238E27FC236}">
                <a16:creationId xmlns:a16="http://schemas.microsoft.com/office/drawing/2014/main" id="{6A9BA75C-4A1C-44C9-BF83-A340F51AC885}"/>
              </a:ext>
            </a:extLst>
          </p:cNvPr>
          <p:cNvSpPr>
            <a:spLocks xmlns:a="http://schemas.openxmlformats.org/drawingml/2006/main" noGrp="1"/>
          </p:cNvSpPr>
          <p:nvPr/>
        </p:nvSpPr>
        <p:spPr>
          <a:xfrm xmlns:a="http://schemas.openxmlformats.org/drawingml/2006/main">
            <a:off x="3962400" y="2997760"/>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84" name=""/>
          <p:cNvCxnSpPr/>
          <p:nvPr/>
        </p:nvCxnSpPr>
        <p:spPr>
          <a:xfrm xmlns:a="http://schemas.openxmlformats.org/drawingml/2006/main">
            <a:off x="3962400" y="2642954"/>
            <a:ext cx="9525" cy="709613"/>
          </a:xfrm>
          <a:prstGeom xmlns:a="http://schemas.openxmlformats.org/drawingml/2006/main" prst="straightConnector1">
            <a:avLst/>
          </a:prstGeom>
          <a:ln xmlns:a="http://schemas.openxmlformats.org/drawingml/2006/main" w="9525">
            <a:solidFill>
              <a:srgbClr val="BFE5E8"/>
            </a:solidFill>
            <a:prstDash val="solid"/>
          </a:ln>
        </p:spPr>
      </p:cxnSp>
      <p:sp>
        <p:nvSpPr>
          <p:cNvPr id="112" name="">
            <a:extLst xmlns:a="http://schemas.openxmlformats.org/drawingml/2006/main">
              <a:ext uri="{FF2B5EF4-FFF2-40B4-BE49-F238E27FC236}">
                <a16:creationId xmlns:a16="http://schemas.microsoft.com/office/drawing/2014/main" id="{DCEC5D7F-8CE0-43BB-9ED4-8C020E5E502C}"/>
              </a:ext>
            </a:extLst>
          </p:cNvPr>
          <p:cNvSpPr>
            <a:spLocks xmlns:a="http://schemas.openxmlformats.org/drawingml/2006/main" noGrp="1"/>
          </p:cNvSpPr>
          <p:nvPr/>
        </p:nvSpPr>
        <p:spPr>
          <a:xfrm xmlns:a="http://schemas.openxmlformats.org/drawingml/2006/main">
            <a:off x="4019550" y="2983176"/>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86" name=""/>
          <p:cNvCxnSpPr/>
          <p:nvPr/>
        </p:nvCxnSpPr>
        <p:spPr>
          <a:xfrm xmlns:a="http://schemas.openxmlformats.org/drawingml/2006/main">
            <a:off x="4019550" y="2630751"/>
            <a:ext cx="9525" cy="704850"/>
          </a:xfrm>
          <a:prstGeom xmlns:a="http://schemas.openxmlformats.org/drawingml/2006/main" prst="straightConnector1">
            <a:avLst/>
          </a:prstGeom>
          <a:ln xmlns:a="http://schemas.openxmlformats.org/drawingml/2006/main" w="9525">
            <a:solidFill>
              <a:srgbClr val="BFE5E8"/>
            </a:solidFill>
            <a:prstDash val="solid"/>
          </a:ln>
        </p:spPr>
      </p:cxnSp>
      <p:sp>
        <p:nvSpPr>
          <p:cNvPr id="114" name="">
            <a:extLst xmlns:a="http://schemas.openxmlformats.org/drawingml/2006/main">
              <a:ext uri="{FF2B5EF4-FFF2-40B4-BE49-F238E27FC236}">
                <a16:creationId xmlns:a16="http://schemas.microsoft.com/office/drawing/2014/main" id="{2707DC72-EB5F-495D-8650-549A17C8598C}"/>
              </a:ext>
            </a:extLst>
          </p:cNvPr>
          <p:cNvSpPr>
            <a:spLocks xmlns:a="http://schemas.openxmlformats.org/drawingml/2006/main" noGrp="1"/>
          </p:cNvSpPr>
          <p:nvPr/>
        </p:nvSpPr>
        <p:spPr>
          <a:xfrm xmlns:a="http://schemas.openxmlformats.org/drawingml/2006/main">
            <a:off x="4076700" y="2971356"/>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88" name=""/>
          <p:cNvCxnSpPr/>
          <p:nvPr/>
        </p:nvCxnSpPr>
        <p:spPr>
          <a:xfrm xmlns:a="http://schemas.openxmlformats.org/drawingml/2006/main">
            <a:off x="4076700" y="2621312"/>
            <a:ext cx="9525" cy="700088"/>
          </a:xfrm>
          <a:prstGeom xmlns:a="http://schemas.openxmlformats.org/drawingml/2006/main" prst="straightConnector1">
            <a:avLst/>
          </a:prstGeom>
          <a:ln xmlns:a="http://schemas.openxmlformats.org/drawingml/2006/main" w="9525">
            <a:solidFill>
              <a:srgbClr val="BFE5E8"/>
            </a:solidFill>
            <a:prstDash val="solid"/>
          </a:ln>
        </p:spPr>
      </p:cxnSp>
      <p:sp>
        <p:nvSpPr>
          <p:cNvPr id="116" name="">
            <a:extLst xmlns:a="http://schemas.openxmlformats.org/drawingml/2006/main">
              <a:ext uri="{FF2B5EF4-FFF2-40B4-BE49-F238E27FC236}">
                <a16:creationId xmlns:a16="http://schemas.microsoft.com/office/drawing/2014/main" id="{1FBFF222-449D-4679-A008-97CE16EBCE58}"/>
              </a:ext>
            </a:extLst>
          </p:cNvPr>
          <p:cNvSpPr>
            <a:spLocks xmlns:a="http://schemas.openxmlformats.org/drawingml/2006/main" noGrp="1"/>
          </p:cNvSpPr>
          <p:nvPr/>
        </p:nvSpPr>
        <p:spPr>
          <a:xfrm xmlns:a="http://schemas.openxmlformats.org/drawingml/2006/main">
            <a:off x="4133850" y="2962381"/>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90" name=""/>
          <p:cNvCxnSpPr/>
          <p:nvPr/>
        </p:nvCxnSpPr>
        <p:spPr>
          <a:xfrm xmlns:a="http://schemas.openxmlformats.org/drawingml/2006/main">
            <a:off x="4133850" y="2614719"/>
            <a:ext cx="9525" cy="695325"/>
          </a:xfrm>
          <a:prstGeom xmlns:a="http://schemas.openxmlformats.org/drawingml/2006/main" prst="straightConnector1">
            <a:avLst/>
          </a:prstGeom>
          <a:ln xmlns:a="http://schemas.openxmlformats.org/drawingml/2006/main" w="9525">
            <a:solidFill>
              <a:srgbClr val="BFE5E8"/>
            </a:solidFill>
            <a:prstDash val="solid"/>
          </a:ln>
        </p:spPr>
      </p:cxnSp>
      <p:sp>
        <p:nvSpPr>
          <p:cNvPr id="118" name="">
            <a:extLst xmlns:a="http://schemas.openxmlformats.org/drawingml/2006/main">
              <a:ext uri="{FF2B5EF4-FFF2-40B4-BE49-F238E27FC236}">
                <a16:creationId xmlns:a16="http://schemas.microsoft.com/office/drawing/2014/main" id="{F7305D50-2A02-41CB-BE92-112621DFE176}"/>
              </a:ext>
            </a:extLst>
          </p:cNvPr>
          <p:cNvSpPr>
            <a:spLocks xmlns:a="http://schemas.openxmlformats.org/drawingml/2006/main" noGrp="1"/>
          </p:cNvSpPr>
          <p:nvPr/>
        </p:nvSpPr>
        <p:spPr>
          <a:xfrm xmlns:a="http://schemas.openxmlformats.org/drawingml/2006/main">
            <a:off x="4191000" y="2956315"/>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92" name=""/>
          <p:cNvCxnSpPr/>
          <p:nvPr/>
        </p:nvCxnSpPr>
        <p:spPr>
          <a:xfrm xmlns:a="http://schemas.openxmlformats.org/drawingml/2006/main">
            <a:off x="4191000" y="2611033"/>
            <a:ext cx="9525" cy="690563"/>
          </a:xfrm>
          <a:prstGeom xmlns:a="http://schemas.openxmlformats.org/drawingml/2006/main" prst="straightConnector1">
            <a:avLst/>
          </a:prstGeom>
          <a:ln xmlns:a="http://schemas.openxmlformats.org/drawingml/2006/main" w="9525">
            <a:solidFill>
              <a:srgbClr val="BFE5E8"/>
            </a:solidFill>
            <a:prstDash val="solid"/>
          </a:ln>
        </p:spPr>
      </p:cxnSp>
      <p:sp>
        <p:nvSpPr>
          <p:cNvPr id="120" name="">
            <a:extLst xmlns:a="http://schemas.openxmlformats.org/drawingml/2006/main">
              <a:ext uri="{FF2B5EF4-FFF2-40B4-BE49-F238E27FC236}">
                <a16:creationId xmlns:a16="http://schemas.microsoft.com/office/drawing/2014/main" id="{01095C41-9ABC-4C04-A127-41B4F21A162C}"/>
              </a:ext>
            </a:extLst>
          </p:cNvPr>
          <p:cNvSpPr>
            <a:spLocks xmlns:a="http://schemas.openxmlformats.org/drawingml/2006/main" noGrp="1"/>
          </p:cNvSpPr>
          <p:nvPr/>
        </p:nvSpPr>
        <p:spPr>
          <a:xfrm xmlns:a="http://schemas.openxmlformats.org/drawingml/2006/main">
            <a:off x="4248150" y="2953198"/>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94" name=""/>
          <p:cNvCxnSpPr/>
          <p:nvPr/>
        </p:nvCxnSpPr>
        <p:spPr>
          <a:xfrm xmlns:a="http://schemas.openxmlformats.org/drawingml/2006/main">
            <a:off x="4248150" y="2610298"/>
            <a:ext cx="9525" cy="685800"/>
          </a:xfrm>
          <a:prstGeom xmlns:a="http://schemas.openxmlformats.org/drawingml/2006/main" prst="straightConnector1">
            <a:avLst/>
          </a:prstGeom>
          <a:ln xmlns:a="http://schemas.openxmlformats.org/drawingml/2006/main" w="9525">
            <a:solidFill>
              <a:srgbClr val="BFE5E8"/>
            </a:solidFill>
            <a:prstDash val="solid"/>
          </a:ln>
        </p:spPr>
      </p:cxnSp>
      <p:sp>
        <p:nvSpPr>
          <p:cNvPr id="122" name="">
            <a:extLst xmlns:a="http://schemas.openxmlformats.org/drawingml/2006/main">
              <a:ext uri="{FF2B5EF4-FFF2-40B4-BE49-F238E27FC236}">
                <a16:creationId xmlns:a16="http://schemas.microsoft.com/office/drawing/2014/main" id="{8B194E81-013A-41D6-8257-1106DB8175D6}"/>
              </a:ext>
            </a:extLst>
          </p:cNvPr>
          <p:cNvSpPr>
            <a:spLocks xmlns:a="http://schemas.openxmlformats.org/drawingml/2006/main" noGrp="1"/>
          </p:cNvSpPr>
          <p:nvPr/>
        </p:nvSpPr>
        <p:spPr>
          <a:xfrm xmlns:a="http://schemas.openxmlformats.org/drawingml/2006/main">
            <a:off x="4305300" y="2953053"/>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96" name=""/>
          <p:cNvCxnSpPr/>
          <p:nvPr/>
        </p:nvCxnSpPr>
        <p:spPr>
          <a:xfrm xmlns:a="http://schemas.openxmlformats.org/drawingml/2006/main">
            <a:off x="4305300" y="2612534"/>
            <a:ext cx="9525" cy="681038"/>
          </a:xfrm>
          <a:prstGeom xmlns:a="http://schemas.openxmlformats.org/drawingml/2006/main" prst="straightConnector1">
            <a:avLst/>
          </a:prstGeom>
          <a:ln xmlns:a="http://schemas.openxmlformats.org/drawingml/2006/main" w="9525">
            <a:solidFill>
              <a:srgbClr val="BFE5E8"/>
            </a:solidFill>
            <a:prstDash val="solid"/>
          </a:ln>
        </p:spPr>
      </p:cxnSp>
      <p:sp>
        <p:nvSpPr>
          <p:cNvPr id="124" name="">
            <a:extLst xmlns:a="http://schemas.openxmlformats.org/drawingml/2006/main">
              <a:ext uri="{FF2B5EF4-FFF2-40B4-BE49-F238E27FC236}">
                <a16:creationId xmlns:a16="http://schemas.microsoft.com/office/drawing/2014/main" id="{9D0B6387-CE57-4A11-894C-B4FE6ACEDDD7}"/>
              </a:ext>
            </a:extLst>
          </p:cNvPr>
          <p:cNvSpPr>
            <a:spLocks xmlns:a="http://schemas.openxmlformats.org/drawingml/2006/main" noGrp="1"/>
          </p:cNvSpPr>
          <p:nvPr/>
        </p:nvSpPr>
        <p:spPr>
          <a:xfrm xmlns:a="http://schemas.openxmlformats.org/drawingml/2006/main">
            <a:off x="4362450" y="2955881"/>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298" name=""/>
          <p:cNvCxnSpPr/>
          <p:nvPr/>
        </p:nvCxnSpPr>
        <p:spPr>
          <a:xfrm xmlns:a="http://schemas.openxmlformats.org/drawingml/2006/main">
            <a:off x="4362450" y="2617744"/>
            <a:ext cx="9525" cy="676275"/>
          </a:xfrm>
          <a:prstGeom xmlns:a="http://schemas.openxmlformats.org/drawingml/2006/main" prst="straightConnector1">
            <a:avLst/>
          </a:prstGeom>
          <a:ln xmlns:a="http://schemas.openxmlformats.org/drawingml/2006/main" w="9525">
            <a:solidFill>
              <a:srgbClr val="BFE5E8"/>
            </a:solidFill>
            <a:prstDash val="solid"/>
          </a:ln>
        </p:spPr>
      </p:cxnSp>
      <p:sp>
        <p:nvSpPr>
          <p:cNvPr id="126" name="">
            <a:extLst xmlns:a="http://schemas.openxmlformats.org/drawingml/2006/main">
              <a:ext uri="{FF2B5EF4-FFF2-40B4-BE49-F238E27FC236}">
                <a16:creationId xmlns:a16="http://schemas.microsoft.com/office/drawing/2014/main" id="{3486DEBC-E5AD-4346-8E97-A3077268F30F}"/>
              </a:ext>
            </a:extLst>
          </p:cNvPr>
          <p:cNvSpPr>
            <a:spLocks xmlns:a="http://schemas.openxmlformats.org/drawingml/2006/main" noGrp="1"/>
          </p:cNvSpPr>
          <p:nvPr/>
        </p:nvSpPr>
        <p:spPr>
          <a:xfrm xmlns:a="http://schemas.openxmlformats.org/drawingml/2006/main">
            <a:off x="4419600" y="2961662"/>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300" name=""/>
          <p:cNvCxnSpPr/>
          <p:nvPr/>
        </p:nvCxnSpPr>
        <p:spPr>
          <a:xfrm xmlns:a="http://schemas.openxmlformats.org/drawingml/2006/main">
            <a:off x="4419600" y="2625906"/>
            <a:ext cx="9525" cy="671513"/>
          </a:xfrm>
          <a:prstGeom xmlns:a="http://schemas.openxmlformats.org/drawingml/2006/main" prst="straightConnector1">
            <a:avLst/>
          </a:prstGeom>
          <a:ln xmlns:a="http://schemas.openxmlformats.org/drawingml/2006/main" w="9525">
            <a:solidFill>
              <a:srgbClr val="BFE5E8"/>
            </a:solidFill>
            <a:prstDash val="solid"/>
          </a:ln>
        </p:spPr>
      </p:cxnSp>
      <p:sp>
        <p:nvSpPr>
          <p:cNvPr id="128" name="">
            <a:extLst xmlns:a="http://schemas.openxmlformats.org/drawingml/2006/main">
              <a:ext uri="{FF2B5EF4-FFF2-40B4-BE49-F238E27FC236}">
                <a16:creationId xmlns:a16="http://schemas.microsoft.com/office/drawing/2014/main" id="{3D9B0E50-C993-4FCB-8279-9B8443B2129C}"/>
              </a:ext>
            </a:extLst>
          </p:cNvPr>
          <p:cNvSpPr>
            <a:spLocks xmlns:a="http://schemas.openxmlformats.org/drawingml/2006/main" noGrp="1"/>
          </p:cNvSpPr>
          <p:nvPr/>
        </p:nvSpPr>
        <p:spPr>
          <a:xfrm xmlns:a="http://schemas.openxmlformats.org/drawingml/2006/main">
            <a:off x="4476750" y="2970356"/>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302" name=""/>
          <p:cNvCxnSpPr/>
          <p:nvPr/>
        </p:nvCxnSpPr>
        <p:spPr>
          <a:xfrm xmlns:a="http://schemas.openxmlformats.org/drawingml/2006/main">
            <a:off x="4476750" y="2636981"/>
            <a:ext cx="9525" cy="666750"/>
          </a:xfrm>
          <a:prstGeom xmlns:a="http://schemas.openxmlformats.org/drawingml/2006/main" prst="straightConnector1">
            <a:avLst/>
          </a:prstGeom>
          <a:ln xmlns:a="http://schemas.openxmlformats.org/drawingml/2006/main" w="9525">
            <a:solidFill>
              <a:srgbClr val="BFE5E8"/>
            </a:solidFill>
            <a:prstDash val="solid"/>
          </a:ln>
        </p:spPr>
      </p:cxnSp>
      <p:sp>
        <p:nvSpPr>
          <p:cNvPr id="130" name="">
            <a:extLst xmlns:a="http://schemas.openxmlformats.org/drawingml/2006/main">
              <a:ext uri="{FF2B5EF4-FFF2-40B4-BE49-F238E27FC236}">
                <a16:creationId xmlns:a16="http://schemas.microsoft.com/office/drawing/2014/main" id="{C732B3F3-C5B5-4940-B0D3-A9BD6BE58503}"/>
              </a:ext>
            </a:extLst>
          </p:cNvPr>
          <p:cNvSpPr>
            <a:spLocks xmlns:a="http://schemas.openxmlformats.org/drawingml/2006/main" noGrp="1"/>
          </p:cNvSpPr>
          <p:nvPr/>
        </p:nvSpPr>
        <p:spPr>
          <a:xfrm xmlns:a="http://schemas.openxmlformats.org/drawingml/2006/main">
            <a:off x="4533900" y="2981903"/>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304" name=""/>
          <p:cNvCxnSpPr/>
          <p:nvPr/>
        </p:nvCxnSpPr>
        <p:spPr>
          <a:xfrm xmlns:a="http://schemas.openxmlformats.org/drawingml/2006/main">
            <a:off x="4533900" y="2650909"/>
            <a:ext cx="9525" cy="661988"/>
          </a:xfrm>
          <a:prstGeom xmlns:a="http://schemas.openxmlformats.org/drawingml/2006/main" prst="straightConnector1">
            <a:avLst/>
          </a:prstGeom>
          <a:ln xmlns:a="http://schemas.openxmlformats.org/drawingml/2006/main" w="9525">
            <a:solidFill>
              <a:srgbClr val="BFE5E8"/>
            </a:solidFill>
            <a:prstDash val="solid"/>
          </a:ln>
        </p:spPr>
      </p:cxnSp>
      <p:sp>
        <p:nvSpPr>
          <p:cNvPr id="132" name="">
            <a:extLst xmlns:a="http://schemas.openxmlformats.org/drawingml/2006/main">
              <a:ext uri="{FF2B5EF4-FFF2-40B4-BE49-F238E27FC236}">
                <a16:creationId xmlns:a16="http://schemas.microsoft.com/office/drawing/2014/main" id="{49415C53-1948-47D3-B286-14EB8F411B56}"/>
              </a:ext>
            </a:extLst>
          </p:cNvPr>
          <p:cNvSpPr>
            <a:spLocks xmlns:a="http://schemas.openxmlformats.org/drawingml/2006/main" noGrp="1"/>
          </p:cNvSpPr>
          <p:nvPr/>
        </p:nvSpPr>
        <p:spPr>
          <a:xfrm xmlns:a="http://schemas.openxmlformats.org/drawingml/2006/main">
            <a:off x="4591050" y="2996222"/>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306" name=""/>
          <p:cNvCxnSpPr/>
          <p:nvPr/>
        </p:nvCxnSpPr>
        <p:spPr>
          <a:xfrm xmlns:a="http://schemas.openxmlformats.org/drawingml/2006/main">
            <a:off x="4591050" y="2667609"/>
            <a:ext cx="9525" cy="657225"/>
          </a:xfrm>
          <a:prstGeom xmlns:a="http://schemas.openxmlformats.org/drawingml/2006/main" prst="straightConnector1">
            <a:avLst/>
          </a:prstGeom>
          <a:ln xmlns:a="http://schemas.openxmlformats.org/drawingml/2006/main" w="9525">
            <a:solidFill>
              <a:srgbClr val="BFE5E8"/>
            </a:solidFill>
            <a:prstDash val="solid"/>
          </a:ln>
        </p:spPr>
      </p:cxnSp>
      <p:sp>
        <p:nvSpPr>
          <p:cNvPr id="134" name="">
            <a:extLst xmlns:a="http://schemas.openxmlformats.org/drawingml/2006/main">
              <a:ext uri="{FF2B5EF4-FFF2-40B4-BE49-F238E27FC236}">
                <a16:creationId xmlns:a16="http://schemas.microsoft.com/office/drawing/2014/main" id="{974C2574-AF41-40B2-A409-4964C4911282}"/>
              </a:ext>
            </a:extLst>
          </p:cNvPr>
          <p:cNvSpPr>
            <a:spLocks xmlns:a="http://schemas.openxmlformats.org/drawingml/2006/main" noGrp="1"/>
          </p:cNvSpPr>
          <p:nvPr/>
        </p:nvSpPr>
        <p:spPr>
          <a:xfrm xmlns:a="http://schemas.openxmlformats.org/drawingml/2006/main">
            <a:off x="4648200" y="3013214"/>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308" name=""/>
          <p:cNvCxnSpPr/>
          <p:nvPr/>
        </p:nvCxnSpPr>
        <p:spPr>
          <a:xfrm xmlns:a="http://schemas.openxmlformats.org/drawingml/2006/main">
            <a:off x="4648200" y="2686983"/>
            <a:ext cx="9525" cy="652463"/>
          </a:xfrm>
          <a:prstGeom xmlns:a="http://schemas.openxmlformats.org/drawingml/2006/main" prst="straightConnector1">
            <a:avLst/>
          </a:prstGeom>
          <a:ln xmlns:a="http://schemas.openxmlformats.org/drawingml/2006/main" w="9525">
            <a:solidFill>
              <a:srgbClr val="BFE5E8"/>
            </a:solidFill>
            <a:prstDash val="solid"/>
          </a:ln>
        </p:spPr>
      </p:cxnSp>
      <p:sp>
        <p:nvSpPr>
          <p:cNvPr id="136" name="">
            <a:extLst xmlns:a="http://schemas.openxmlformats.org/drawingml/2006/main">
              <a:ext uri="{FF2B5EF4-FFF2-40B4-BE49-F238E27FC236}">
                <a16:creationId xmlns:a16="http://schemas.microsoft.com/office/drawing/2014/main" id="{548F78E8-7F56-46CC-B366-E5570160BC91}"/>
              </a:ext>
            </a:extLst>
          </p:cNvPr>
          <p:cNvSpPr>
            <a:spLocks xmlns:a="http://schemas.openxmlformats.org/drawingml/2006/main" noGrp="1"/>
          </p:cNvSpPr>
          <p:nvPr/>
        </p:nvSpPr>
        <p:spPr>
          <a:xfrm xmlns:a="http://schemas.openxmlformats.org/drawingml/2006/main">
            <a:off x="4705350" y="3032762"/>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310" name=""/>
          <p:cNvCxnSpPr/>
          <p:nvPr/>
        </p:nvCxnSpPr>
        <p:spPr>
          <a:xfrm xmlns:a="http://schemas.openxmlformats.org/drawingml/2006/main">
            <a:off x="4705350" y="2708912"/>
            <a:ext cx="9525" cy="647700"/>
          </a:xfrm>
          <a:prstGeom xmlns:a="http://schemas.openxmlformats.org/drawingml/2006/main" prst="straightConnector1">
            <a:avLst/>
          </a:prstGeom>
          <a:ln xmlns:a="http://schemas.openxmlformats.org/drawingml/2006/main" w="9525">
            <a:solidFill>
              <a:srgbClr val="BFE5E8"/>
            </a:solidFill>
            <a:prstDash val="solid"/>
          </a:ln>
        </p:spPr>
      </p:cxnSp>
      <p:sp>
        <p:nvSpPr>
          <p:cNvPr id="138" name="">
            <a:extLst xmlns:a="http://schemas.openxmlformats.org/drawingml/2006/main">
              <a:ext uri="{FF2B5EF4-FFF2-40B4-BE49-F238E27FC236}">
                <a16:creationId xmlns:a16="http://schemas.microsoft.com/office/drawing/2014/main" id="{DA17D60F-6249-478A-B4E1-E393FCED4656}"/>
              </a:ext>
            </a:extLst>
          </p:cNvPr>
          <p:cNvSpPr>
            <a:spLocks xmlns:a="http://schemas.openxmlformats.org/drawingml/2006/main" noGrp="1"/>
          </p:cNvSpPr>
          <p:nvPr/>
        </p:nvSpPr>
        <p:spPr>
          <a:xfrm xmlns:a="http://schemas.openxmlformats.org/drawingml/2006/main">
            <a:off x="4762500" y="3054729"/>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312" name=""/>
          <p:cNvCxnSpPr/>
          <p:nvPr/>
        </p:nvCxnSpPr>
        <p:spPr>
          <a:xfrm xmlns:a="http://schemas.openxmlformats.org/drawingml/2006/main">
            <a:off x="4762500" y="2733260"/>
            <a:ext cx="9525" cy="642938"/>
          </a:xfrm>
          <a:prstGeom xmlns:a="http://schemas.openxmlformats.org/drawingml/2006/main" prst="straightConnector1">
            <a:avLst/>
          </a:prstGeom>
          <a:ln xmlns:a="http://schemas.openxmlformats.org/drawingml/2006/main" w="9525">
            <a:solidFill>
              <a:srgbClr val="BFE5E8"/>
            </a:solidFill>
            <a:prstDash val="solid"/>
          </a:ln>
        </p:spPr>
      </p:cxnSp>
      <p:sp>
        <p:nvSpPr>
          <p:cNvPr id="140" name="">
            <a:extLst xmlns:a="http://schemas.openxmlformats.org/drawingml/2006/main">
              <a:ext uri="{FF2B5EF4-FFF2-40B4-BE49-F238E27FC236}">
                <a16:creationId xmlns:a16="http://schemas.microsoft.com/office/drawing/2014/main" id="{47454736-349D-4911-8C4A-53869ACC753C}"/>
              </a:ext>
            </a:extLst>
          </p:cNvPr>
          <p:cNvSpPr>
            <a:spLocks xmlns:a="http://schemas.openxmlformats.org/drawingml/2006/main" noGrp="1"/>
          </p:cNvSpPr>
          <p:nvPr/>
        </p:nvSpPr>
        <p:spPr>
          <a:xfrm xmlns:a="http://schemas.openxmlformats.org/drawingml/2006/main">
            <a:off x="4819650" y="3078963"/>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314" name=""/>
          <p:cNvCxnSpPr/>
          <p:nvPr/>
        </p:nvCxnSpPr>
        <p:spPr>
          <a:xfrm xmlns:a="http://schemas.openxmlformats.org/drawingml/2006/main">
            <a:off x="4819650" y="2759875"/>
            <a:ext cx="9525" cy="638175"/>
          </a:xfrm>
          <a:prstGeom xmlns:a="http://schemas.openxmlformats.org/drawingml/2006/main" prst="straightConnector1">
            <a:avLst/>
          </a:prstGeom>
          <a:ln xmlns:a="http://schemas.openxmlformats.org/drawingml/2006/main" w="9525">
            <a:solidFill>
              <a:srgbClr val="BFE5E8"/>
            </a:solidFill>
            <a:prstDash val="solid"/>
          </a:ln>
        </p:spPr>
      </p:cxnSp>
      <p:sp>
        <p:nvSpPr>
          <p:cNvPr id="142" name="">
            <a:extLst xmlns:a="http://schemas.openxmlformats.org/drawingml/2006/main">
              <a:ext uri="{FF2B5EF4-FFF2-40B4-BE49-F238E27FC236}">
                <a16:creationId xmlns:a16="http://schemas.microsoft.com/office/drawing/2014/main" id="{CDE528C0-82A2-4EEF-BF8F-D36AA1389709}"/>
              </a:ext>
            </a:extLst>
          </p:cNvPr>
          <p:cNvSpPr>
            <a:spLocks xmlns:a="http://schemas.openxmlformats.org/drawingml/2006/main" noGrp="1"/>
          </p:cNvSpPr>
          <p:nvPr/>
        </p:nvSpPr>
        <p:spPr>
          <a:xfrm xmlns:a="http://schemas.openxmlformats.org/drawingml/2006/main">
            <a:off x="4876800" y="3105296"/>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316" name=""/>
          <p:cNvCxnSpPr/>
          <p:nvPr/>
        </p:nvCxnSpPr>
        <p:spPr>
          <a:xfrm xmlns:a="http://schemas.openxmlformats.org/drawingml/2006/main">
            <a:off x="4876800" y="2788589"/>
            <a:ext cx="9525" cy="633413"/>
          </a:xfrm>
          <a:prstGeom xmlns:a="http://schemas.openxmlformats.org/drawingml/2006/main" prst="straightConnector1">
            <a:avLst/>
          </a:prstGeom>
          <a:ln xmlns:a="http://schemas.openxmlformats.org/drawingml/2006/main" w="9525">
            <a:solidFill>
              <a:srgbClr val="BFE5E8"/>
            </a:solidFill>
            <a:prstDash val="solid"/>
          </a:ln>
        </p:spPr>
      </p:cxnSp>
      <p:sp>
        <p:nvSpPr>
          <p:cNvPr id="144" name="">
            <a:extLst xmlns:a="http://schemas.openxmlformats.org/drawingml/2006/main">
              <a:ext uri="{FF2B5EF4-FFF2-40B4-BE49-F238E27FC236}">
                <a16:creationId xmlns:a16="http://schemas.microsoft.com/office/drawing/2014/main" id="{848C550B-31BD-4013-9EC8-83364A57BD31}"/>
              </a:ext>
            </a:extLst>
          </p:cNvPr>
          <p:cNvSpPr>
            <a:spLocks xmlns:a="http://schemas.openxmlformats.org/drawingml/2006/main" noGrp="1"/>
          </p:cNvSpPr>
          <p:nvPr/>
        </p:nvSpPr>
        <p:spPr>
          <a:xfrm xmlns:a="http://schemas.openxmlformats.org/drawingml/2006/main">
            <a:off x="4933950" y="3133545"/>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318" name=""/>
          <p:cNvCxnSpPr/>
          <p:nvPr/>
        </p:nvCxnSpPr>
        <p:spPr>
          <a:xfrm xmlns:a="http://schemas.openxmlformats.org/drawingml/2006/main">
            <a:off x="4933950" y="2819220"/>
            <a:ext cx="9525" cy="628650"/>
          </a:xfrm>
          <a:prstGeom xmlns:a="http://schemas.openxmlformats.org/drawingml/2006/main" prst="straightConnector1">
            <a:avLst/>
          </a:prstGeom>
          <a:ln xmlns:a="http://schemas.openxmlformats.org/drawingml/2006/main" w="9525">
            <a:solidFill>
              <a:srgbClr val="BFE5E8"/>
            </a:solidFill>
            <a:prstDash val="solid"/>
          </a:ln>
        </p:spPr>
      </p:cxnSp>
      <p:sp>
        <p:nvSpPr>
          <p:cNvPr id="146" name="">
            <a:extLst xmlns:a="http://schemas.openxmlformats.org/drawingml/2006/main">
              <a:ext uri="{FF2B5EF4-FFF2-40B4-BE49-F238E27FC236}">
                <a16:creationId xmlns:a16="http://schemas.microsoft.com/office/drawing/2014/main" id="{4896C930-8340-45F3-BBBB-8499ABC071CA}"/>
              </a:ext>
            </a:extLst>
          </p:cNvPr>
          <p:cNvSpPr>
            <a:spLocks xmlns:a="http://schemas.openxmlformats.org/drawingml/2006/main" noGrp="1"/>
          </p:cNvSpPr>
          <p:nvPr/>
        </p:nvSpPr>
        <p:spPr>
          <a:xfrm xmlns:a="http://schemas.openxmlformats.org/drawingml/2006/main">
            <a:off x="4991100" y="3163514"/>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320" name=""/>
          <p:cNvCxnSpPr/>
          <p:nvPr/>
        </p:nvCxnSpPr>
        <p:spPr>
          <a:xfrm xmlns:a="http://schemas.openxmlformats.org/drawingml/2006/main">
            <a:off x="4991100" y="2851570"/>
            <a:ext cx="9525" cy="623888"/>
          </a:xfrm>
          <a:prstGeom xmlns:a="http://schemas.openxmlformats.org/drawingml/2006/main" prst="straightConnector1">
            <a:avLst/>
          </a:prstGeom>
          <a:ln xmlns:a="http://schemas.openxmlformats.org/drawingml/2006/main" w="9525">
            <a:solidFill>
              <a:srgbClr val="BFE5E8"/>
            </a:solidFill>
            <a:prstDash val="solid"/>
          </a:ln>
        </p:spPr>
      </p:cxnSp>
      <p:sp>
        <p:nvSpPr>
          <p:cNvPr id="148" name="">
            <a:extLst xmlns:a="http://schemas.openxmlformats.org/drawingml/2006/main">
              <a:ext uri="{FF2B5EF4-FFF2-40B4-BE49-F238E27FC236}">
                <a16:creationId xmlns:a16="http://schemas.microsoft.com/office/drawing/2014/main" id="{61E479C5-5BD7-474E-84BD-5D17C8478945}"/>
              </a:ext>
            </a:extLst>
          </p:cNvPr>
          <p:cNvSpPr>
            <a:spLocks xmlns:a="http://schemas.openxmlformats.org/drawingml/2006/main" noGrp="1"/>
          </p:cNvSpPr>
          <p:nvPr/>
        </p:nvSpPr>
        <p:spPr>
          <a:xfrm xmlns:a="http://schemas.openxmlformats.org/drawingml/2006/main">
            <a:off x="5048250" y="3194995"/>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322" name=""/>
          <p:cNvCxnSpPr/>
          <p:nvPr/>
        </p:nvCxnSpPr>
        <p:spPr>
          <a:xfrm xmlns:a="http://schemas.openxmlformats.org/drawingml/2006/main">
            <a:off x="5048250" y="2885433"/>
            <a:ext cx="9525" cy="619125"/>
          </a:xfrm>
          <a:prstGeom xmlns:a="http://schemas.openxmlformats.org/drawingml/2006/main" prst="straightConnector1">
            <a:avLst/>
          </a:prstGeom>
          <a:ln xmlns:a="http://schemas.openxmlformats.org/drawingml/2006/main" w="9525">
            <a:solidFill>
              <a:srgbClr val="BFE5E8"/>
            </a:solidFill>
            <a:prstDash val="solid"/>
          </a:ln>
        </p:spPr>
      </p:cxnSp>
      <p:sp>
        <p:nvSpPr>
          <p:cNvPr id="150" name="">
            <a:extLst xmlns:a="http://schemas.openxmlformats.org/drawingml/2006/main">
              <a:ext uri="{FF2B5EF4-FFF2-40B4-BE49-F238E27FC236}">
                <a16:creationId xmlns:a16="http://schemas.microsoft.com/office/drawing/2014/main" id="{977831B0-1C4B-440E-9591-F1072DE5D14D}"/>
              </a:ext>
            </a:extLst>
          </p:cNvPr>
          <p:cNvSpPr>
            <a:spLocks xmlns:a="http://schemas.openxmlformats.org/drawingml/2006/main" noGrp="1"/>
          </p:cNvSpPr>
          <p:nvPr/>
        </p:nvSpPr>
        <p:spPr>
          <a:xfrm xmlns:a="http://schemas.openxmlformats.org/drawingml/2006/main">
            <a:off x="5105400" y="3227770"/>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324" name=""/>
          <p:cNvCxnSpPr/>
          <p:nvPr/>
        </p:nvCxnSpPr>
        <p:spPr>
          <a:xfrm xmlns:a="http://schemas.openxmlformats.org/drawingml/2006/main">
            <a:off x="5105400" y="2920588"/>
            <a:ext cx="9525" cy="614363"/>
          </a:xfrm>
          <a:prstGeom xmlns:a="http://schemas.openxmlformats.org/drawingml/2006/main" prst="straightConnector1">
            <a:avLst/>
          </a:prstGeom>
          <a:ln xmlns:a="http://schemas.openxmlformats.org/drawingml/2006/main" w="9525">
            <a:solidFill>
              <a:srgbClr val="BFE5E8"/>
            </a:solidFill>
            <a:prstDash val="solid"/>
          </a:ln>
        </p:spPr>
      </p:cxnSp>
      <p:sp>
        <p:nvSpPr>
          <p:cNvPr id="152" name="">
            <a:extLst xmlns:a="http://schemas.openxmlformats.org/drawingml/2006/main">
              <a:ext uri="{FF2B5EF4-FFF2-40B4-BE49-F238E27FC236}">
                <a16:creationId xmlns:a16="http://schemas.microsoft.com/office/drawing/2014/main" id="{3F2CD380-601C-4227-BA74-7E37C7F75FF1}"/>
              </a:ext>
            </a:extLst>
          </p:cNvPr>
          <p:cNvSpPr>
            <a:spLocks xmlns:a="http://schemas.openxmlformats.org/drawingml/2006/main" noGrp="1"/>
          </p:cNvSpPr>
          <p:nvPr/>
        </p:nvSpPr>
        <p:spPr>
          <a:xfrm xmlns:a="http://schemas.openxmlformats.org/drawingml/2006/main">
            <a:off x="5162550" y="3261611"/>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326" name=""/>
          <p:cNvCxnSpPr/>
          <p:nvPr/>
        </p:nvCxnSpPr>
        <p:spPr>
          <a:xfrm xmlns:a="http://schemas.openxmlformats.org/drawingml/2006/main">
            <a:off x="5162550" y="2956811"/>
            <a:ext cx="9525" cy="609600"/>
          </a:xfrm>
          <a:prstGeom xmlns:a="http://schemas.openxmlformats.org/drawingml/2006/main" prst="straightConnector1">
            <a:avLst/>
          </a:prstGeom>
          <a:ln xmlns:a="http://schemas.openxmlformats.org/drawingml/2006/main" w="9525">
            <a:solidFill>
              <a:srgbClr val="BFE5E8"/>
            </a:solidFill>
            <a:prstDash val="solid"/>
          </a:ln>
        </p:spPr>
      </p:cxnSp>
      <p:sp>
        <p:nvSpPr>
          <p:cNvPr id="154" name="">
            <a:extLst xmlns:a="http://schemas.openxmlformats.org/drawingml/2006/main">
              <a:ext uri="{FF2B5EF4-FFF2-40B4-BE49-F238E27FC236}">
                <a16:creationId xmlns:a16="http://schemas.microsoft.com/office/drawing/2014/main" id="{C0D41E0E-8A24-4F58-B6BE-7FC3322B2394}"/>
              </a:ext>
            </a:extLst>
          </p:cNvPr>
          <p:cNvSpPr>
            <a:spLocks xmlns:a="http://schemas.openxmlformats.org/drawingml/2006/main" noGrp="1"/>
          </p:cNvSpPr>
          <p:nvPr/>
        </p:nvSpPr>
        <p:spPr>
          <a:xfrm xmlns:a="http://schemas.openxmlformats.org/drawingml/2006/main">
            <a:off x="5219700" y="3296283"/>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328" name=""/>
          <p:cNvCxnSpPr/>
          <p:nvPr/>
        </p:nvCxnSpPr>
        <p:spPr>
          <a:xfrm xmlns:a="http://schemas.openxmlformats.org/drawingml/2006/main">
            <a:off x="5219700" y="2993864"/>
            <a:ext cx="9525" cy="604838"/>
          </a:xfrm>
          <a:prstGeom xmlns:a="http://schemas.openxmlformats.org/drawingml/2006/main" prst="straightConnector1">
            <a:avLst/>
          </a:prstGeom>
          <a:ln xmlns:a="http://schemas.openxmlformats.org/drawingml/2006/main" w="9525">
            <a:solidFill>
              <a:srgbClr val="BFE5E8"/>
            </a:solidFill>
            <a:prstDash val="solid"/>
          </a:ln>
        </p:spPr>
      </p:cxnSp>
      <p:sp>
        <p:nvSpPr>
          <p:cNvPr id="156" name="">
            <a:extLst xmlns:a="http://schemas.openxmlformats.org/drawingml/2006/main">
              <a:ext uri="{FF2B5EF4-FFF2-40B4-BE49-F238E27FC236}">
                <a16:creationId xmlns:a16="http://schemas.microsoft.com/office/drawing/2014/main" id="{23477055-DFBB-443F-9BE6-CF075750E048}"/>
              </a:ext>
            </a:extLst>
          </p:cNvPr>
          <p:cNvSpPr>
            <a:spLocks xmlns:a="http://schemas.openxmlformats.org/drawingml/2006/main" noGrp="1"/>
          </p:cNvSpPr>
          <p:nvPr/>
        </p:nvSpPr>
        <p:spPr>
          <a:xfrm xmlns:a="http://schemas.openxmlformats.org/drawingml/2006/main">
            <a:off x="5276850" y="3331545"/>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330" name=""/>
          <p:cNvCxnSpPr/>
          <p:nvPr/>
        </p:nvCxnSpPr>
        <p:spPr>
          <a:xfrm xmlns:a="http://schemas.openxmlformats.org/drawingml/2006/main">
            <a:off x="5276850" y="3031508"/>
            <a:ext cx="9525" cy="600075"/>
          </a:xfrm>
          <a:prstGeom xmlns:a="http://schemas.openxmlformats.org/drawingml/2006/main" prst="straightConnector1">
            <a:avLst/>
          </a:prstGeom>
          <a:ln xmlns:a="http://schemas.openxmlformats.org/drawingml/2006/main" w="9525">
            <a:solidFill>
              <a:srgbClr val="BFE5E8"/>
            </a:solidFill>
            <a:prstDash val="solid"/>
          </a:ln>
        </p:spPr>
      </p:cxnSp>
      <p:sp>
        <p:nvSpPr>
          <p:cNvPr id="158" name="">
            <a:extLst xmlns:a="http://schemas.openxmlformats.org/drawingml/2006/main">
              <a:ext uri="{FF2B5EF4-FFF2-40B4-BE49-F238E27FC236}">
                <a16:creationId xmlns:a16="http://schemas.microsoft.com/office/drawing/2014/main" id="{7D5344D6-AA67-42A3-B509-625723107930}"/>
              </a:ext>
            </a:extLst>
          </p:cNvPr>
          <p:cNvSpPr>
            <a:spLocks xmlns:a="http://schemas.openxmlformats.org/drawingml/2006/main" noGrp="1"/>
          </p:cNvSpPr>
          <p:nvPr/>
        </p:nvSpPr>
        <p:spPr>
          <a:xfrm xmlns:a="http://schemas.openxmlformats.org/drawingml/2006/main">
            <a:off x="5334000" y="3367154"/>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332" name=""/>
          <p:cNvCxnSpPr/>
          <p:nvPr/>
        </p:nvCxnSpPr>
        <p:spPr>
          <a:xfrm xmlns:a="http://schemas.openxmlformats.org/drawingml/2006/main">
            <a:off x="5334000" y="3069497"/>
            <a:ext cx="9525" cy="595313"/>
          </a:xfrm>
          <a:prstGeom xmlns:a="http://schemas.openxmlformats.org/drawingml/2006/main" prst="straightConnector1">
            <a:avLst/>
          </a:prstGeom>
          <a:ln xmlns:a="http://schemas.openxmlformats.org/drawingml/2006/main" w="9525">
            <a:solidFill>
              <a:srgbClr val="BFE5E8"/>
            </a:solidFill>
            <a:prstDash val="solid"/>
          </a:ln>
        </p:spPr>
      </p:cxnSp>
      <p:sp>
        <p:nvSpPr>
          <p:cNvPr id="160" name="">
            <a:extLst xmlns:a="http://schemas.openxmlformats.org/drawingml/2006/main">
              <a:ext uri="{FF2B5EF4-FFF2-40B4-BE49-F238E27FC236}">
                <a16:creationId xmlns:a16="http://schemas.microsoft.com/office/drawing/2014/main" id="{0D4BDE30-EC85-4F63-AA70-F561498B34D7}"/>
              </a:ext>
            </a:extLst>
          </p:cNvPr>
          <p:cNvSpPr>
            <a:spLocks xmlns:a="http://schemas.openxmlformats.org/drawingml/2006/main" noGrp="1"/>
          </p:cNvSpPr>
          <p:nvPr/>
        </p:nvSpPr>
        <p:spPr>
          <a:xfrm xmlns:a="http://schemas.openxmlformats.org/drawingml/2006/main">
            <a:off x="5391150" y="3402861"/>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334" name=""/>
          <p:cNvCxnSpPr/>
          <p:nvPr/>
        </p:nvCxnSpPr>
        <p:spPr>
          <a:xfrm xmlns:a="http://schemas.openxmlformats.org/drawingml/2006/main">
            <a:off x="5391150" y="3107586"/>
            <a:ext cx="9525" cy="590550"/>
          </a:xfrm>
          <a:prstGeom xmlns:a="http://schemas.openxmlformats.org/drawingml/2006/main" prst="straightConnector1">
            <a:avLst/>
          </a:prstGeom>
          <a:ln xmlns:a="http://schemas.openxmlformats.org/drawingml/2006/main" w="9525">
            <a:solidFill>
              <a:srgbClr val="BFE5E8"/>
            </a:solidFill>
            <a:prstDash val="solid"/>
          </a:ln>
        </p:spPr>
      </p:cxnSp>
      <p:sp>
        <p:nvSpPr>
          <p:cNvPr id="162" name="">
            <a:extLst xmlns:a="http://schemas.openxmlformats.org/drawingml/2006/main">
              <a:ext uri="{FF2B5EF4-FFF2-40B4-BE49-F238E27FC236}">
                <a16:creationId xmlns:a16="http://schemas.microsoft.com/office/drawing/2014/main" id="{3EF06A9B-C0EA-48F8-97F5-D8588C2CBC2B}"/>
              </a:ext>
            </a:extLst>
          </p:cNvPr>
          <p:cNvSpPr>
            <a:spLocks xmlns:a="http://schemas.openxmlformats.org/drawingml/2006/main" noGrp="1"/>
          </p:cNvSpPr>
          <p:nvPr/>
        </p:nvSpPr>
        <p:spPr>
          <a:xfrm xmlns:a="http://schemas.openxmlformats.org/drawingml/2006/main">
            <a:off x="5448300" y="3438419"/>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336" name=""/>
          <p:cNvCxnSpPr/>
          <p:nvPr/>
        </p:nvCxnSpPr>
        <p:spPr>
          <a:xfrm xmlns:a="http://schemas.openxmlformats.org/drawingml/2006/main">
            <a:off x="5448300" y="3145525"/>
            <a:ext cx="9525" cy="585788"/>
          </a:xfrm>
          <a:prstGeom xmlns:a="http://schemas.openxmlformats.org/drawingml/2006/main" prst="straightConnector1">
            <a:avLst/>
          </a:prstGeom>
          <a:ln xmlns:a="http://schemas.openxmlformats.org/drawingml/2006/main" w="9525">
            <a:solidFill>
              <a:srgbClr val="BFE5E8"/>
            </a:solidFill>
            <a:prstDash val="solid"/>
          </a:ln>
        </p:spPr>
      </p:cxnSp>
      <p:sp>
        <p:nvSpPr>
          <p:cNvPr id="164" name="">
            <a:extLst xmlns:a="http://schemas.openxmlformats.org/drawingml/2006/main">
              <a:ext uri="{FF2B5EF4-FFF2-40B4-BE49-F238E27FC236}">
                <a16:creationId xmlns:a16="http://schemas.microsoft.com/office/drawing/2014/main" id="{8CD072FF-38F2-4AA3-AF7D-E66E6484BB71}"/>
              </a:ext>
            </a:extLst>
          </p:cNvPr>
          <p:cNvSpPr>
            <a:spLocks xmlns:a="http://schemas.openxmlformats.org/drawingml/2006/main" noGrp="1"/>
          </p:cNvSpPr>
          <p:nvPr/>
        </p:nvSpPr>
        <p:spPr>
          <a:xfrm xmlns:a="http://schemas.openxmlformats.org/drawingml/2006/main">
            <a:off x="5505450" y="3473581"/>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338" name=""/>
          <p:cNvCxnSpPr/>
          <p:nvPr/>
        </p:nvCxnSpPr>
        <p:spPr>
          <a:xfrm xmlns:a="http://schemas.openxmlformats.org/drawingml/2006/main">
            <a:off x="5505450" y="3183068"/>
            <a:ext cx="9525" cy="581025"/>
          </a:xfrm>
          <a:prstGeom xmlns:a="http://schemas.openxmlformats.org/drawingml/2006/main" prst="straightConnector1">
            <a:avLst/>
          </a:prstGeom>
          <a:ln xmlns:a="http://schemas.openxmlformats.org/drawingml/2006/main" w="9525">
            <a:solidFill>
              <a:srgbClr val="BFE5E8"/>
            </a:solidFill>
            <a:prstDash val="solid"/>
          </a:ln>
        </p:spPr>
      </p:cxnSp>
      <p:sp>
        <p:nvSpPr>
          <p:cNvPr id="166" name="">
            <a:extLst xmlns:a="http://schemas.openxmlformats.org/drawingml/2006/main">
              <a:ext uri="{FF2B5EF4-FFF2-40B4-BE49-F238E27FC236}">
                <a16:creationId xmlns:a16="http://schemas.microsoft.com/office/drawing/2014/main" id="{5E627231-77DE-4036-B964-6503C0934DE4}"/>
              </a:ext>
            </a:extLst>
          </p:cNvPr>
          <p:cNvSpPr>
            <a:spLocks xmlns:a="http://schemas.openxmlformats.org/drawingml/2006/main" noGrp="1"/>
          </p:cNvSpPr>
          <p:nvPr/>
        </p:nvSpPr>
        <p:spPr>
          <a:xfrm xmlns:a="http://schemas.openxmlformats.org/drawingml/2006/main">
            <a:off x="5562600" y="3508103"/>
            <a:ext cx="38100" cy="38100"/>
          </a:xfrm>
          <a:prstGeom xmlns:a="http://schemas.openxmlformats.org/drawingml/2006/main" prst="ellipse">
            <a:avLst/>
          </a:prstGeom>
          <a:solidFill xmlns:a="http://schemas.openxmlformats.org/drawingml/2006/main">
            <a:srgbClr val="102A43"/>
          </a:solidFill>
          <a:ln xmlns:a="http://schemas.openxmlformats.org/drawingml/2006/main" w="0">
            <a:solidFill>
              <a:srgbClr val="102A43"/>
            </a:solidFill>
            <a:prstDash val="solid"/>
          </a:ln>
        </p:spPr>
      </p:sp>
      <p:cxnSp>
        <p:nvCxnSpPr>
          <p:cNvPr id="340" name=""/>
          <p:cNvCxnSpPr/>
          <p:nvPr/>
        </p:nvCxnSpPr>
        <p:spPr>
          <a:xfrm xmlns:a="http://schemas.openxmlformats.org/drawingml/2006/main">
            <a:off x="5562600" y="3219972"/>
            <a:ext cx="9525" cy="576263"/>
          </a:xfrm>
          <a:prstGeom xmlns:a="http://schemas.openxmlformats.org/drawingml/2006/main" prst="straightConnector1">
            <a:avLst/>
          </a:prstGeom>
          <a:ln xmlns:a="http://schemas.openxmlformats.org/drawingml/2006/main" w="9525">
            <a:solidFill>
              <a:srgbClr val="BFE5E8"/>
            </a:solidFill>
            <a:prstDash val="solid"/>
          </a:ln>
        </p:spPr>
      </p:cxnSp>
      <p:sp>
        <p:nvSpPr>
          <p:cNvPr id="168" name="">
            <a:extLst xmlns:a="http://schemas.openxmlformats.org/drawingml/2006/main">
              <a:ext uri="{FF2B5EF4-FFF2-40B4-BE49-F238E27FC236}">
                <a16:creationId xmlns:a16="http://schemas.microsoft.com/office/drawing/2014/main" id="{F8E4CF68-D1E2-42E2-8518-43C1BB4A50B8}"/>
              </a:ext>
            </a:extLst>
          </p:cNvPr>
          <p:cNvSpPr>
            <a:spLocks xmlns:a="http://schemas.openxmlformats.org/drawingml/2006/main" noGrp="1"/>
          </p:cNvSpPr>
          <p:nvPr/>
        </p:nvSpPr>
        <p:spPr>
          <a:xfrm xmlns:a="http://schemas.openxmlformats.org/drawingml/2006/main">
            <a:off x="5572125" y="3143250"/>
            <a:ext cx="228600" cy="228600"/>
          </a:xfrm>
          <a:prstGeom xmlns:a="http://schemas.openxmlformats.org/drawingml/2006/main" prst="ellipse">
            <a:avLst/>
          </a:prstGeom>
          <a:solidFill xmlns:a="http://schemas.openxmlformats.org/drawingml/2006/main">
            <a:srgbClr val="E76F51"/>
          </a:solidFill>
          <a:ln xmlns:a="http://schemas.openxmlformats.org/drawingml/2006/main" w="0">
            <a:solidFill>
              <a:srgbClr val="E76F51"/>
            </a:solidFill>
            <a:prstDash val="solid"/>
          </a:ln>
        </p:spPr>
      </p:sp>
      <p:sp>
        <p:nvSpPr>
          <p:cNvPr id="169" name="text">
            <a:extLst xmlns:a="http://schemas.openxmlformats.org/drawingml/2006/main">
              <a:ext uri="{FF2B5EF4-FFF2-40B4-BE49-F238E27FC236}">
                <a16:creationId xmlns:a16="http://schemas.microsoft.com/office/drawing/2014/main" id="{D478E410-C6B5-49C9-899E-D3AD065BE23E}"/>
              </a:ext>
            </a:extLst>
          </p:cNvPr>
          <p:cNvSpPr>
            <a:spLocks xmlns:a="http://schemas.openxmlformats.org/drawingml/2006/main" noGrp="1"/>
          </p:cNvSpPr>
          <p:nvPr/>
        </p:nvSpPr>
        <p:spPr>
          <a:xfrm xmlns:a="http://schemas.openxmlformats.org/drawingml/2006/main">
            <a:off x="7334250" y="2333625"/>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025" b="1">
                <a:solidFill>
                  <a:srgbClr val="102A43"/>
                </a:solidFill>
              </a:defRPr>
            </a:pPr>
            <a:r>
              <a:rPr sz="2025" b="1">
                <a:solidFill>
                  <a:srgbClr val="102A43"/>
                </a:solidFill>
              </a:rPr>
              <a:t>candidate selected</a:t>
            </a:r>
          </a:p>
          <a:p xmlns:a="http://schemas.openxmlformats.org/drawingml/2006/main">
            <a:pPr algn="ctr">
              <a:defRPr sz="2025" b="1">
                <a:solidFill>
                  <a:srgbClr val="102A43"/>
                </a:solidFill>
              </a:defRPr>
            </a:pPr>
            <a:r>
              <a:rPr sz="2025" b="1">
                <a:solidFill>
                  <a:srgbClr val="102A43"/>
                </a:solidFill>
              </a:rPr>
              <a:t>for expected value</a:t>
            </a:r>
          </a:p>
          <a:p xmlns:a="http://schemas.openxmlformats.org/drawingml/2006/main">
            <a:pPr algn="ctr">
              <a:defRPr sz="2025" b="1">
                <a:solidFill>
                  <a:srgbClr val="102A43"/>
                </a:solidFill>
              </a:defRPr>
            </a:pPr>
            <a:r>
              <a:rPr sz="2025" b="1">
                <a:solidFill>
                  <a:srgbClr val="102A43"/>
                </a:solidFill>
              </a:rPr>
              <a:t>or information gain</a:t>
            </a:r>
          </a:p>
        </p:txBody>
      </p:sp>
      <p:sp>
        <p:nvSpPr>
          <p:cNvPr id="170" name="">
            <a:extLst xmlns:a="http://schemas.openxmlformats.org/drawingml/2006/main">
              <a:ext uri="{FF2B5EF4-FFF2-40B4-BE49-F238E27FC236}">
                <a16:creationId xmlns:a16="http://schemas.microsoft.com/office/drawing/2014/main" id="{B08C70F9-B1D5-4DF0-9078-52660D1F6842}"/>
              </a:ext>
            </a:extLst>
          </p:cNvPr>
          <p:cNvSpPr>
            <a:spLocks xmlns:a="http://schemas.openxmlformats.org/drawingml/2006/main" noGrp="1"/>
          </p:cNvSpPr>
          <p:nvPr/>
        </p:nvSpPr>
        <p:spPr>
          <a:xfrm xmlns:a="http://schemas.openxmlformats.org/drawingml/2006/main">
            <a:off x="7810500" y="3619500"/>
            <a:ext cx="2286000" cy="781050"/>
          </a:xfrm>
          <a:prstGeom xmlns:a="http://schemas.openxmlformats.org/drawingml/2006/main" prst="roundRect">
            <a:avLst>
              <a:gd name="adj" fmla="val 9756"/>
            </a:avLst>
          </a:prstGeom>
          <a:solidFill xmlns:a="http://schemas.openxmlformats.org/drawingml/2006/main">
            <a:srgbClr val="E8F4F5"/>
          </a:solidFill>
          <a:ln xmlns:a="http://schemas.openxmlformats.org/drawingml/2006/main" w="14288">
            <a:solidFill>
              <a:srgbClr val="16A6B6"/>
            </a:solidFill>
            <a:prstDash val="solid"/>
          </a:ln>
        </p:spPr>
      </p:sp>
      <p:sp>
        <p:nvSpPr>
          <p:cNvPr id="171" name="text">
            <a:extLst xmlns:a="http://schemas.openxmlformats.org/drawingml/2006/main">
              <a:ext uri="{FF2B5EF4-FFF2-40B4-BE49-F238E27FC236}">
                <a16:creationId xmlns:a16="http://schemas.microsoft.com/office/drawing/2014/main" id="{A576B836-F14C-445B-B53E-D980B20B18F7}"/>
              </a:ext>
            </a:extLst>
          </p:cNvPr>
          <p:cNvSpPr>
            <a:spLocks xmlns:a="http://schemas.openxmlformats.org/drawingml/2006/main" noGrp="1"/>
          </p:cNvSpPr>
          <p:nvPr/>
        </p:nvSpPr>
        <p:spPr>
          <a:xfrm xmlns:a="http://schemas.openxmlformats.org/drawingml/2006/main">
            <a:off x="7905750" y="375285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102A43"/>
                </a:solidFill>
              </a:defRPr>
            </a:pPr>
            <a:r>
              <a:rPr sz="1575" b="1">
                <a:solidFill>
                  <a:srgbClr val="102A43"/>
                </a:solidFill>
              </a:rPr>
              <a:t>native</a:t>
            </a:r>
          </a:p>
          <a:p xmlns:a="http://schemas.openxmlformats.org/drawingml/2006/main">
            <a:pPr algn="ctr">
              <a:defRPr sz="1575" b="1">
                <a:solidFill>
                  <a:srgbClr val="102A43"/>
                </a:solidFill>
              </a:defRPr>
            </a:pPr>
            <a:r>
              <a:rPr sz="1575" b="1">
                <a:solidFill>
                  <a:srgbClr val="102A43"/>
                </a:solidFill>
              </a:rPr>
              <a:t>reference run</a:t>
            </a:r>
          </a:p>
        </p:txBody>
      </p:sp>
      <p:sp>
        <p:nvSpPr>
          <p:cNvPr id="172" name="">
            <a:extLst xmlns:a="http://schemas.openxmlformats.org/drawingml/2006/main">
              <a:ext uri="{FF2B5EF4-FFF2-40B4-BE49-F238E27FC236}">
                <a16:creationId xmlns:a16="http://schemas.microsoft.com/office/drawing/2014/main" id="{F2A91963-A175-49BF-88AC-E0F0A7C3AA70}"/>
              </a:ext>
            </a:extLst>
          </p:cNvPr>
          <p:cNvSpPr>
            <a:spLocks xmlns:a="http://schemas.openxmlformats.org/drawingml/2006/main" noGrp="1"/>
          </p:cNvSpPr>
          <p:nvPr/>
        </p:nvSpPr>
        <p:spPr>
          <a:xfrm xmlns:a="http://schemas.openxmlformats.org/drawingml/2006/main">
            <a:off x="666750" y="5381625"/>
            <a:ext cx="10858500" cy="714375"/>
          </a:xfrm>
          <a:prstGeom xmlns:a="http://schemas.openxmlformats.org/drawingml/2006/main" prst="roundRect">
            <a:avLst>
              <a:gd name="adj" fmla="val 10667"/>
            </a:avLst>
          </a:prstGeom>
          <a:solidFill xmlns:a="http://schemas.openxmlformats.org/drawingml/2006/main">
            <a:srgbClr val="E8F4F5"/>
          </a:solidFill>
          <a:ln xmlns:a="http://schemas.openxmlformats.org/drawingml/2006/main" w="0">
            <a:noFill/>
            <a:prstDash val="solid"/>
          </a:ln>
        </p:spPr>
      </p:sp>
      <p:sp>
        <p:nvSpPr>
          <p:cNvPr id="173" name="text">
            <a:extLst xmlns:a="http://schemas.openxmlformats.org/drawingml/2006/main">
              <a:ext uri="{FF2B5EF4-FFF2-40B4-BE49-F238E27FC236}">
                <a16:creationId xmlns:a16="http://schemas.microsoft.com/office/drawing/2014/main" id="{16D6583B-BB3E-4137-9C7B-3B6B3C6AC3D7}"/>
              </a:ext>
            </a:extLst>
          </p:cNvPr>
          <p:cNvSpPr>
            <a:spLocks xmlns:a="http://schemas.openxmlformats.org/drawingml/2006/main" noGrp="1"/>
          </p:cNvSpPr>
          <p:nvPr/>
        </p:nvSpPr>
        <p:spPr>
          <a:xfrm xmlns:a="http://schemas.openxmlformats.org/drawingml/2006/main">
            <a:off x="876300" y="5562600"/>
            <a:ext cx="10439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102A43"/>
                </a:solidFill>
              </a:defRPr>
            </a:pPr>
            <a:r>
              <a:rPr sz="1875" b="1">
                <a:solidFill>
                  <a:srgbClr val="102A43"/>
                </a:solidFill>
              </a:rPr>
              <a:t>Choose x that maximizes expected information gain or a predeclared acquisition score—not “gate pass.”</a:t>
            </a:r>
          </a:p>
        </p:txBody>
      </p:sp>
    </p:spTree>
    <p:extLst>
      <p:ext uri="{BB962C8B-B14F-4D97-AF65-F5344CB8AC3E}">
        <p14:creationId xmlns:p14="http://schemas.microsoft.com/office/powerpoint/2010/main" val="149901430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
            <a:extLst xmlns:a="http://schemas.openxmlformats.org/drawingml/2006/main">
              <a:ext uri="{FF2B5EF4-FFF2-40B4-BE49-F238E27FC236}">
                <a16:creationId xmlns:a16="http://schemas.microsoft.com/office/drawing/2014/main" id="{0297E447-D55E-4370-BF86-7D90C7C4AC2E}"/>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NEURAL LAYERS</a:t>
            </a:r>
          </a:p>
        </p:txBody>
      </p:sp>
      <p:sp>
        <p:nvSpPr>
          <p:cNvPr id="2" name="text">
            <a:extLst xmlns:a="http://schemas.openxmlformats.org/drawingml/2006/main">
              <a:ext uri="{FF2B5EF4-FFF2-40B4-BE49-F238E27FC236}">
                <a16:creationId xmlns:a16="http://schemas.microsoft.com/office/drawing/2014/main" id="{47E9DBC6-53DD-410D-968A-9A8DA774EA87}"/>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0F14"/>
                </a:solidFill>
              </a:defRPr>
            </a:pPr>
            <a:r>
              <a:rPr sz="2850" b="1">
                <a:solidFill>
                  <a:srgbClr val="0B0F14"/>
                </a:solidFill>
              </a:rPr>
              <a:t>The neural models serve the simulator and the evidence system</a:t>
            </a:r>
          </a:p>
        </p:txBody>
      </p:sp>
      <p:cxnSp>
        <p:nvCxnSpPr>
          <p:cNvPr id="17"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C4C168F4-7527-49EC-A5DE-7A5C430154F8}"/>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28</a:t>
            </a:r>
          </a:p>
        </p:txBody>
      </p:sp>
      <p:sp>
        <p:nvSpPr>
          <p:cNvPr id="5" name="text">
            <a:extLst xmlns:a="http://schemas.openxmlformats.org/drawingml/2006/main">
              <a:ext uri="{FF2B5EF4-FFF2-40B4-BE49-F238E27FC236}">
                <a16:creationId xmlns:a16="http://schemas.microsoft.com/office/drawing/2014/main" id="{44CB3D67-A9F1-41D7-B4B1-9F3ABB8EB131}"/>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sp>
        <p:nvSpPr>
          <p:cNvPr id="6" name="">
            <a:extLst xmlns:a="http://schemas.openxmlformats.org/drawingml/2006/main">
              <a:ext uri="{FF2B5EF4-FFF2-40B4-BE49-F238E27FC236}">
                <a16:creationId xmlns:a16="http://schemas.microsoft.com/office/drawing/2014/main" id="{0828E3C1-0BC3-43FC-A184-44737603C009}"/>
              </a:ext>
            </a:extLst>
          </p:cNvPr>
          <p:cNvSpPr>
            <a:spLocks xmlns:a="http://schemas.openxmlformats.org/drawingml/2006/main" noGrp="1"/>
          </p:cNvSpPr>
          <p:nvPr/>
        </p:nvSpPr>
        <p:spPr>
          <a:xfrm xmlns:a="http://schemas.openxmlformats.org/drawingml/2006/main">
            <a:off x="1238250" y="2286000"/>
            <a:ext cx="2190750" cy="904875"/>
          </a:xfrm>
          <a:prstGeom xmlns:a="http://schemas.openxmlformats.org/drawingml/2006/main" prst="roundRect">
            <a:avLst>
              <a:gd name="adj" fmla="val 8421"/>
            </a:avLst>
          </a:prstGeom>
          <a:solidFill xmlns:a="http://schemas.openxmlformats.org/drawingml/2006/main">
            <a:srgbClr val="E8F4F5"/>
          </a:solidFill>
          <a:ln xmlns:a="http://schemas.openxmlformats.org/drawingml/2006/main" w="14288">
            <a:solidFill>
              <a:srgbClr val="16A6B6"/>
            </a:solidFill>
            <a:prstDash val="solid"/>
          </a:ln>
        </p:spPr>
      </p:sp>
      <p:sp>
        <p:nvSpPr>
          <p:cNvPr id="7" name="text">
            <a:extLst xmlns:a="http://schemas.openxmlformats.org/drawingml/2006/main">
              <a:ext uri="{FF2B5EF4-FFF2-40B4-BE49-F238E27FC236}">
                <a16:creationId xmlns:a16="http://schemas.microsoft.com/office/drawing/2014/main" id="{6FD592F4-FC7F-4D4B-A424-41E22CDAF932}"/>
              </a:ext>
            </a:extLst>
          </p:cNvPr>
          <p:cNvSpPr>
            <a:spLocks xmlns:a="http://schemas.openxmlformats.org/drawingml/2006/main" noGrp="1"/>
          </p:cNvSpPr>
          <p:nvPr/>
        </p:nvSpPr>
        <p:spPr>
          <a:xfrm xmlns:a="http://schemas.openxmlformats.org/drawingml/2006/main">
            <a:off x="1333500" y="2419350"/>
            <a:ext cx="20002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102A43"/>
                </a:solidFill>
              </a:defRPr>
            </a:pPr>
            <a:r>
              <a:rPr sz="1575" b="1">
                <a:solidFill>
                  <a:srgbClr val="102A43"/>
                </a:solidFill>
              </a:rPr>
              <a:t>inner</a:t>
            </a:r>
          </a:p>
          <a:p xmlns:a="http://schemas.openxmlformats.org/drawingml/2006/main">
            <a:pPr algn="ctr">
              <a:defRPr sz="1575" b="1">
                <a:solidFill>
                  <a:srgbClr val="102A43"/>
                </a:solidFill>
              </a:defRPr>
            </a:pPr>
            <a:r>
              <a:rPr sz="1575" b="1">
                <a:solidFill>
                  <a:srgbClr val="102A43"/>
                </a:solidFill>
              </a:rPr>
              <a:t>accepted simulator runs</a:t>
            </a:r>
          </a:p>
        </p:txBody>
      </p:sp>
      <p:cxnSp>
        <p:nvCxnSpPr>
          <p:cNvPr id="22" name=""/>
          <p:cNvCxnSpPr/>
          <p:nvPr/>
        </p:nvCxnSpPr>
        <p:spPr>
          <a:xfrm xmlns:a="http://schemas.openxmlformats.org/drawingml/2006/main">
            <a:off x="3429000" y="2743200"/>
            <a:ext cx="1524000" cy="9525"/>
          </a:xfrm>
          <a:prstGeom xmlns:a="http://schemas.openxmlformats.org/drawingml/2006/main" prst="straightConnector1">
            <a:avLst/>
          </a:prstGeom>
          <a:ln xmlns:a="http://schemas.openxmlformats.org/drawingml/2006/main" w="28575">
            <a:solidFill>
              <a:srgbClr val="B8C7D0"/>
            </a:solidFill>
            <a:prstDash val="solid"/>
          </a:ln>
        </p:spPr>
      </p:cxnSp>
      <p:sp>
        <p:nvSpPr>
          <p:cNvPr id="9" name="">
            <a:extLst xmlns:a="http://schemas.openxmlformats.org/drawingml/2006/main">
              <a:ext uri="{FF2B5EF4-FFF2-40B4-BE49-F238E27FC236}">
                <a16:creationId xmlns:a16="http://schemas.microsoft.com/office/drawing/2014/main" id="{7A63D5B9-9B16-409E-A7D4-30FCF0F8CE5E}"/>
              </a:ext>
            </a:extLst>
          </p:cNvPr>
          <p:cNvSpPr>
            <a:spLocks xmlns:a="http://schemas.openxmlformats.org/drawingml/2006/main" noGrp="1"/>
          </p:cNvSpPr>
          <p:nvPr/>
        </p:nvSpPr>
        <p:spPr>
          <a:xfrm xmlns:a="http://schemas.openxmlformats.org/drawingml/2006/main">
            <a:off x="4953000" y="2286000"/>
            <a:ext cx="2286000" cy="904875"/>
          </a:xfrm>
          <a:prstGeom xmlns:a="http://schemas.openxmlformats.org/drawingml/2006/main" prst="roundRect">
            <a:avLst>
              <a:gd name="adj" fmla="val 8421"/>
            </a:avLst>
          </a:prstGeom>
          <a:solidFill xmlns:a="http://schemas.openxmlformats.org/drawingml/2006/main">
            <a:srgbClr val="F2ECFA"/>
          </a:solidFill>
          <a:ln xmlns:a="http://schemas.openxmlformats.org/drawingml/2006/main" w="14288">
            <a:solidFill>
              <a:srgbClr val="7454A3"/>
            </a:solidFill>
            <a:prstDash val="solid"/>
          </a:ln>
        </p:spPr>
      </p:sp>
      <p:sp>
        <p:nvSpPr>
          <p:cNvPr id="10" name="text">
            <a:extLst xmlns:a="http://schemas.openxmlformats.org/drawingml/2006/main">
              <a:ext uri="{FF2B5EF4-FFF2-40B4-BE49-F238E27FC236}">
                <a16:creationId xmlns:a16="http://schemas.microsoft.com/office/drawing/2014/main" id="{B5228286-37D0-47C5-8C87-03DD370105A5}"/>
              </a:ext>
            </a:extLst>
          </p:cNvPr>
          <p:cNvSpPr>
            <a:spLocks xmlns:a="http://schemas.openxmlformats.org/drawingml/2006/main" noGrp="1"/>
          </p:cNvSpPr>
          <p:nvPr/>
        </p:nvSpPr>
        <p:spPr>
          <a:xfrm xmlns:a="http://schemas.openxmlformats.org/drawingml/2006/main">
            <a:off x="5048250" y="2419350"/>
            <a:ext cx="20955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102A43"/>
                </a:solidFill>
              </a:defRPr>
            </a:pPr>
            <a:r>
              <a:rPr sz="1575" b="1">
                <a:solidFill>
                  <a:srgbClr val="102A43"/>
                </a:solidFill>
              </a:rPr>
              <a:t>neural</a:t>
            </a:r>
          </a:p>
          <a:p xmlns:a="http://schemas.openxmlformats.org/drawingml/2006/main">
            <a:pPr algn="ctr">
              <a:defRPr sz="1575" b="1">
                <a:solidFill>
                  <a:srgbClr val="102A43"/>
                </a:solidFill>
              </a:defRPr>
            </a:pPr>
            <a:r>
              <a:rPr sz="1575" b="1">
                <a:solidFill>
                  <a:srgbClr val="102A43"/>
                </a:solidFill>
              </a:rPr>
              <a:t>surrogate / posterior</a:t>
            </a:r>
          </a:p>
        </p:txBody>
      </p:sp>
      <p:cxnSp>
        <p:nvCxnSpPr>
          <p:cNvPr id="25" name=""/>
          <p:cNvCxnSpPr/>
          <p:nvPr/>
        </p:nvCxnSpPr>
        <p:spPr>
          <a:xfrm xmlns:a="http://schemas.openxmlformats.org/drawingml/2006/main">
            <a:off x="7239000" y="2743200"/>
            <a:ext cx="1524000" cy="9525"/>
          </a:xfrm>
          <a:prstGeom xmlns:a="http://schemas.openxmlformats.org/drawingml/2006/main" prst="straightConnector1">
            <a:avLst/>
          </a:prstGeom>
          <a:ln xmlns:a="http://schemas.openxmlformats.org/drawingml/2006/main" w="28575">
            <a:solidFill>
              <a:srgbClr val="B8C7D0"/>
            </a:solidFill>
            <a:prstDash val="solid"/>
          </a:ln>
        </p:spPr>
      </p:cxnSp>
      <p:sp>
        <p:nvSpPr>
          <p:cNvPr id="12" name="">
            <a:extLst xmlns:a="http://schemas.openxmlformats.org/drawingml/2006/main">
              <a:ext uri="{FF2B5EF4-FFF2-40B4-BE49-F238E27FC236}">
                <a16:creationId xmlns:a16="http://schemas.microsoft.com/office/drawing/2014/main" id="{8D074DF4-97F8-497A-8A46-BF1BA9ECD03E}"/>
              </a:ext>
            </a:extLst>
          </p:cNvPr>
          <p:cNvSpPr>
            <a:spLocks xmlns:a="http://schemas.openxmlformats.org/drawingml/2006/main" noGrp="1"/>
          </p:cNvSpPr>
          <p:nvPr/>
        </p:nvSpPr>
        <p:spPr>
          <a:xfrm xmlns:a="http://schemas.openxmlformats.org/drawingml/2006/main">
            <a:off x="8763000" y="2286000"/>
            <a:ext cx="2190750" cy="904875"/>
          </a:xfrm>
          <a:prstGeom xmlns:a="http://schemas.openxmlformats.org/drawingml/2006/main" prst="roundRect">
            <a:avLst>
              <a:gd name="adj" fmla="val 8421"/>
            </a:avLst>
          </a:prstGeom>
          <a:solidFill xmlns:a="http://schemas.openxmlformats.org/drawingml/2006/main">
            <a:srgbClr val="FFF5DF"/>
          </a:solidFill>
          <a:ln xmlns:a="http://schemas.openxmlformats.org/drawingml/2006/main" w="14288">
            <a:solidFill>
              <a:srgbClr val="E9C46A"/>
            </a:solidFill>
            <a:prstDash val="solid"/>
          </a:ln>
        </p:spPr>
      </p:sp>
      <p:sp>
        <p:nvSpPr>
          <p:cNvPr id="13" name="text">
            <a:extLst xmlns:a="http://schemas.openxmlformats.org/drawingml/2006/main">
              <a:ext uri="{FF2B5EF4-FFF2-40B4-BE49-F238E27FC236}">
                <a16:creationId xmlns:a16="http://schemas.microsoft.com/office/drawing/2014/main" id="{B6820E43-CEC0-44F9-AA37-CE8751DE6464}"/>
              </a:ext>
            </a:extLst>
          </p:cNvPr>
          <p:cNvSpPr>
            <a:spLocks xmlns:a="http://schemas.openxmlformats.org/drawingml/2006/main" noGrp="1"/>
          </p:cNvSpPr>
          <p:nvPr/>
        </p:nvSpPr>
        <p:spPr>
          <a:xfrm xmlns:a="http://schemas.openxmlformats.org/drawingml/2006/main">
            <a:off x="8858250" y="2419350"/>
            <a:ext cx="20002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102A43"/>
                </a:solidFill>
              </a:defRPr>
            </a:pPr>
            <a:r>
              <a:rPr sz="1575" b="1">
                <a:solidFill>
                  <a:srgbClr val="102A43"/>
                </a:solidFill>
              </a:rPr>
              <a:t>outer</a:t>
            </a:r>
          </a:p>
          <a:p xmlns:a="http://schemas.openxmlformats.org/drawingml/2006/main">
            <a:pPr algn="ctr">
              <a:defRPr sz="1575" b="1">
                <a:solidFill>
                  <a:srgbClr val="102A43"/>
                </a:solidFill>
              </a:defRPr>
            </a:pPr>
            <a:r>
              <a:rPr sz="1575" b="1">
                <a:solidFill>
                  <a:srgbClr val="102A43"/>
                </a:solidFill>
              </a:rPr>
              <a:t>research + provenance</a:t>
            </a:r>
          </a:p>
        </p:txBody>
      </p:sp>
      <p:sp>
        <p:nvSpPr>
          <p:cNvPr id="14" name="text">
            <a:extLst xmlns:a="http://schemas.openxmlformats.org/drawingml/2006/main">
              <a:ext uri="{FF2B5EF4-FFF2-40B4-BE49-F238E27FC236}">
                <a16:creationId xmlns:a16="http://schemas.microsoft.com/office/drawing/2014/main" id="{CCC32953-8F89-48A9-ADA1-7F0900AB88B1}"/>
              </a:ext>
            </a:extLst>
          </p:cNvPr>
          <p:cNvSpPr>
            <a:spLocks xmlns:a="http://schemas.openxmlformats.org/drawingml/2006/main" noGrp="1"/>
          </p:cNvSpPr>
          <p:nvPr/>
        </p:nvSpPr>
        <p:spPr>
          <a:xfrm xmlns:a="http://schemas.openxmlformats.org/drawingml/2006/main">
            <a:off x="1143000" y="4572000"/>
            <a:ext cx="990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025" b="1">
                <a:solidFill>
                  <a:srgbClr val="102A43"/>
                </a:solidFill>
              </a:defRPr>
            </a:pPr>
            <a:r>
              <a:rPr sz="2025" b="1">
                <a:solidFill>
                  <a:srgbClr val="102A43"/>
                </a:solidFill>
              </a:rPr>
              <a:t>Inner: learned from accepted native simulations. Outer: learned from external research. Neither replaces source audit, native comparison, or uncertainty reporting.</a:t>
            </a:r>
          </a:p>
        </p:txBody>
      </p:sp>
    </p:spTree>
    <p:extLst>
      <p:ext uri="{BB962C8B-B14F-4D97-AF65-F5344CB8AC3E}">
        <p14:creationId xmlns:p14="http://schemas.microsoft.com/office/powerpoint/2010/main" val="198596648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
            <a:extLst xmlns:a="http://schemas.openxmlformats.org/drawingml/2006/main">
              <a:ext uri="{FF2B5EF4-FFF2-40B4-BE49-F238E27FC236}">
                <a16:creationId xmlns:a16="http://schemas.microsoft.com/office/drawing/2014/main" id="{1749A267-66A6-4AC6-96A1-25E3B4BB9904}"/>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SIMULATOR-BASED INFERENCE</a:t>
            </a:r>
          </a:p>
        </p:txBody>
      </p:sp>
      <p:sp>
        <p:nvSpPr>
          <p:cNvPr id="2" name="text">
            <a:extLst xmlns:a="http://schemas.openxmlformats.org/drawingml/2006/main">
              <a:ext uri="{FF2B5EF4-FFF2-40B4-BE49-F238E27FC236}">
                <a16:creationId xmlns:a16="http://schemas.microsoft.com/office/drawing/2014/main" id="{92240CFF-0B8E-4783-A2F8-E6F4643D4247}"/>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0F14"/>
                </a:solidFill>
              </a:defRPr>
            </a:pPr>
            <a:r>
              <a:rPr sz="2850" b="1">
                <a:solidFill>
                  <a:srgbClr val="0B0F14"/>
                </a:solidFill>
              </a:rPr>
              <a:t>Neural posterior estimation learns a distribution over compatible mechanisms</a:t>
            </a:r>
          </a:p>
        </p:txBody>
      </p:sp>
      <p:cxnSp>
        <p:nvCxnSpPr>
          <p:cNvPr id="21"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C3CEC240-F269-4AE2-903B-AEEDEB6E23FF}"/>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29</a:t>
            </a:r>
          </a:p>
        </p:txBody>
      </p:sp>
      <p:sp>
        <p:nvSpPr>
          <p:cNvPr id="5" name="text">
            <a:extLst xmlns:a="http://schemas.openxmlformats.org/drawingml/2006/main">
              <a:ext uri="{FF2B5EF4-FFF2-40B4-BE49-F238E27FC236}">
                <a16:creationId xmlns:a16="http://schemas.microsoft.com/office/drawing/2014/main" id="{6752C770-DB42-4684-A8E9-5E95CA0BF22F}"/>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sp>
        <p:nvSpPr>
          <p:cNvPr id="6" name="">
            <a:extLst xmlns:a="http://schemas.openxmlformats.org/drawingml/2006/main">
              <a:ext uri="{FF2B5EF4-FFF2-40B4-BE49-F238E27FC236}">
                <a16:creationId xmlns:a16="http://schemas.microsoft.com/office/drawing/2014/main" id="{92DB41DF-E16F-4906-B6F0-3C832D5B64C5}"/>
              </a:ext>
            </a:extLst>
          </p:cNvPr>
          <p:cNvSpPr>
            <a:spLocks xmlns:a="http://schemas.openxmlformats.org/drawingml/2006/main" noGrp="1"/>
          </p:cNvSpPr>
          <p:nvPr/>
        </p:nvSpPr>
        <p:spPr>
          <a:xfrm xmlns:a="http://schemas.openxmlformats.org/drawingml/2006/main">
            <a:off x="809625" y="2428875"/>
            <a:ext cx="1714500" cy="762000"/>
          </a:xfrm>
          <a:prstGeom xmlns:a="http://schemas.openxmlformats.org/drawingml/2006/main" prst="roundRect">
            <a:avLst>
              <a:gd name="adj" fmla="val 10000"/>
            </a:avLst>
          </a:prstGeom>
          <a:solidFill xmlns:a="http://schemas.openxmlformats.org/drawingml/2006/main">
            <a:srgbClr val="FFF5DF"/>
          </a:solidFill>
          <a:ln xmlns:a="http://schemas.openxmlformats.org/drawingml/2006/main" w="14288">
            <a:solidFill>
              <a:srgbClr val="E9C46A"/>
            </a:solidFill>
            <a:prstDash val="solid"/>
          </a:ln>
        </p:spPr>
      </p:sp>
      <p:sp>
        <p:nvSpPr>
          <p:cNvPr id="7" name="text">
            <a:extLst xmlns:a="http://schemas.openxmlformats.org/drawingml/2006/main">
              <a:ext uri="{FF2B5EF4-FFF2-40B4-BE49-F238E27FC236}">
                <a16:creationId xmlns:a16="http://schemas.microsoft.com/office/drawing/2014/main" id="{5FEDDA4B-6939-4F8E-B9B3-AB064389D51C}"/>
              </a:ext>
            </a:extLst>
          </p:cNvPr>
          <p:cNvSpPr>
            <a:spLocks xmlns:a="http://schemas.openxmlformats.org/drawingml/2006/main" noGrp="1"/>
          </p:cNvSpPr>
          <p:nvPr/>
        </p:nvSpPr>
        <p:spPr>
          <a:xfrm xmlns:a="http://schemas.openxmlformats.org/drawingml/2006/main">
            <a:off x="904875" y="2562225"/>
            <a:ext cx="152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02A43"/>
                </a:solidFill>
              </a:defRPr>
            </a:pPr>
            <a:r>
              <a:rPr sz="1500" b="1">
                <a:solidFill>
                  <a:srgbClr val="102A43"/>
                </a:solidFill>
              </a:rPr>
              <a:t>sample θ</a:t>
            </a:r>
          </a:p>
          <a:p xmlns:a="http://schemas.openxmlformats.org/drawingml/2006/main">
            <a:pPr algn="ctr">
              <a:defRPr sz="1500" b="1">
                <a:solidFill>
                  <a:srgbClr val="102A43"/>
                </a:solidFill>
              </a:defRPr>
            </a:pPr>
            <a:r>
              <a:rPr sz="1500" b="1">
                <a:solidFill>
                  <a:srgbClr val="102A43"/>
                </a:solidFill>
              </a:rPr>
              <a:t>from prior</a:t>
            </a:r>
          </a:p>
        </p:txBody>
      </p:sp>
      <p:cxnSp>
        <p:nvCxnSpPr>
          <p:cNvPr id="26" name=""/>
          <p:cNvCxnSpPr/>
          <p:nvPr/>
        </p:nvCxnSpPr>
        <p:spPr>
          <a:xfrm xmlns:a="http://schemas.openxmlformats.org/drawingml/2006/main">
            <a:off x="2524125" y="2809875"/>
            <a:ext cx="1190625" cy="9525"/>
          </a:xfrm>
          <a:prstGeom xmlns:a="http://schemas.openxmlformats.org/drawingml/2006/main" prst="straightConnector1">
            <a:avLst/>
          </a:prstGeom>
          <a:ln xmlns:a="http://schemas.openxmlformats.org/drawingml/2006/main" w="28575">
            <a:solidFill>
              <a:srgbClr val="B8C7D0"/>
            </a:solidFill>
            <a:prstDash val="solid"/>
          </a:ln>
        </p:spPr>
      </p:cxnSp>
      <p:sp>
        <p:nvSpPr>
          <p:cNvPr id="9" name="">
            <a:extLst xmlns:a="http://schemas.openxmlformats.org/drawingml/2006/main">
              <a:ext uri="{FF2B5EF4-FFF2-40B4-BE49-F238E27FC236}">
                <a16:creationId xmlns:a16="http://schemas.microsoft.com/office/drawing/2014/main" id="{EB21AD17-65D7-4671-9284-E374F4B12313}"/>
              </a:ext>
            </a:extLst>
          </p:cNvPr>
          <p:cNvSpPr>
            <a:spLocks xmlns:a="http://schemas.openxmlformats.org/drawingml/2006/main" noGrp="1"/>
          </p:cNvSpPr>
          <p:nvPr/>
        </p:nvSpPr>
        <p:spPr>
          <a:xfrm xmlns:a="http://schemas.openxmlformats.org/drawingml/2006/main">
            <a:off x="3714750" y="2428875"/>
            <a:ext cx="1714500" cy="762000"/>
          </a:xfrm>
          <a:prstGeom xmlns:a="http://schemas.openxmlformats.org/drawingml/2006/main" prst="roundRect">
            <a:avLst>
              <a:gd name="adj" fmla="val 10000"/>
            </a:avLst>
          </a:prstGeom>
          <a:solidFill xmlns:a="http://schemas.openxmlformats.org/drawingml/2006/main">
            <a:srgbClr val="E8F4F5"/>
          </a:solidFill>
          <a:ln xmlns:a="http://schemas.openxmlformats.org/drawingml/2006/main" w="14288">
            <a:solidFill>
              <a:srgbClr val="16A6B6"/>
            </a:solidFill>
            <a:prstDash val="solid"/>
          </a:ln>
        </p:spPr>
      </p:sp>
      <p:sp>
        <p:nvSpPr>
          <p:cNvPr id="10" name="text">
            <a:extLst xmlns:a="http://schemas.openxmlformats.org/drawingml/2006/main">
              <a:ext uri="{FF2B5EF4-FFF2-40B4-BE49-F238E27FC236}">
                <a16:creationId xmlns:a16="http://schemas.microsoft.com/office/drawing/2014/main" id="{0C12850B-D9CC-499D-B2F7-E7A46B86A19C}"/>
              </a:ext>
            </a:extLst>
          </p:cNvPr>
          <p:cNvSpPr>
            <a:spLocks xmlns:a="http://schemas.openxmlformats.org/drawingml/2006/main" noGrp="1"/>
          </p:cNvSpPr>
          <p:nvPr/>
        </p:nvSpPr>
        <p:spPr>
          <a:xfrm xmlns:a="http://schemas.openxmlformats.org/drawingml/2006/main">
            <a:off x="3810000" y="2562225"/>
            <a:ext cx="152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02A43"/>
                </a:solidFill>
              </a:defRPr>
            </a:pPr>
            <a:r>
              <a:rPr sz="1500" b="1">
                <a:solidFill>
                  <a:srgbClr val="102A43"/>
                </a:solidFill>
              </a:rPr>
              <a:t>native</a:t>
            </a:r>
          </a:p>
          <a:p xmlns:a="http://schemas.openxmlformats.org/drawingml/2006/main">
            <a:pPr algn="ctr">
              <a:defRPr sz="1500" b="1">
                <a:solidFill>
                  <a:srgbClr val="102A43"/>
                </a:solidFill>
              </a:defRPr>
            </a:pPr>
            <a:r>
              <a:rPr sz="1500" b="1">
                <a:solidFill>
                  <a:srgbClr val="102A43"/>
                </a:solidFill>
              </a:rPr>
              <a:t>simulator</a:t>
            </a:r>
          </a:p>
        </p:txBody>
      </p:sp>
      <p:cxnSp>
        <p:nvCxnSpPr>
          <p:cNvPr id="29" name=""/>
          <p:cNvCxnSpPr/>
          <p:nvPr/>
        </p:nvCxnSpPr>
        <p:spPr>
          <a:xfrm xmlns:a="http://schemas.openxmlformats.org/drawingml/2006/main">
            <a:off x="5429250" y="2809875"/>
            <a:ext cx="1190625" cy="9525"/>
          </a:xfrm>
          <a:prstGeom xmlns:a="http://schemas.openxmlformats.org/drawingml/2006/main" prst="straightConnector1">
            <a:avLst/>
          </a:prstGeom>
          <a:ln xmlns:a="http://schemas.openxmlformats.org/drawingml/2006/main" w="28575">
            <a:solidFill>
              <a:srgbClr val="B8C7D0"/>
            </a:solidFill>
            <a:prstDash val="solid"/>
          </a:ln>
        </p:spPr>
      </p:cxnSp>
      <p:sp>
        <p:nvSpPr>
          <p:cNvPr id="12" name="">
            <a:extLst xmlns:a="http://schemas.openxmlformats.org/drawingml/2006/main">
              <a:ext uri="{FF2B5EF4-FFF2-40B4-BE49-F238E27FC236}">
                <a16:creationId xmlns:a16="http://schemas.microsoft.com/office/drawing/2014/main" id="{E7CED87D-53A1-40AF-B8AE-E7116A9F2615}"/>
              </a:ext>
            </a:extLst>
          </p:cNvPr>
          <p:cNvSpPr>
            <a:spLocks xmlns:a="http://schemas.openxmlformats.org/drawingml/2006/main" noGrp="1"/>
          </p:cNvSpPr>
          <p:nvPr/>
        </p:nvSpPr>
        <p:spPr>
          <a:xfrm xmlns:a="http://schemas.openxmlformats.org/drawingml/2006/main">
            <a:off x="6619875" y="2428875"/>
            <a:ext cx="1714500" cy="762000"/>
          </a:xfrm>
          <a:prstGeom xmlns:a="http://schemas.openxmlformats.org/drawingml/2006/main" prst="roundRect">
            <a:avLst>
              <a:gd name="adj" fmla="val 10000"/>
            </a:avLst>
          </a:prstGeom>
          <a:solidFill xmlns:a="http://schemas.openxmlformats.org/drawingml/2006/main">
            <a:srgbClr val="EEF4F7"/>
          </a:solidFill>
          <a:ln xmlns:a="http://schemas.openxmlformats.org/drawingml/2006/main" w="14288">
            <a:solidFill>
              <a:srgbClr val="B8C7D0"/>
            </a:solidFill>
            <a:prstDash val="solid"/>
          </a:ln>
        </p:spPr>
      </p:sp>
      <p:sp>
        <p:nvSpPr>
          <p:cNvPr id="13" name="text">
            <a:extLst xmlns:a="http://schemas.openxmlformats.org/drawingml/2006/main">
              <a:ext uri="{FF2B5EF4-FFF2-40B4-BE49-F238E27FC236}">
                <a16:creationId xmlns:a16="http://schemas.microsoft.com/office/drawing/2014/main" id="{E10B2A0A-D179-403B-8254-C9F3F6D61D78}"/>
              </a:ext>
            </a:extLst>
          </p:cNvPr>
          <p:cNvSpPr>
            <a:spLocks xmlns:a="http://schemas.openxmlformats.org/drawingml/2006/main" noGrp="1"/>
          </p:cNvSpPr>
          <p:nvPr/>
        </p:nvSpPr>
        <p:spPr>
          <a:xfrm xmlns:a="http://schemas.openxmlformats.org/drawingml/2006/main">
            <a:off x="6715125" y="2562225"/>
            <a:ext cx="152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102A43"/>
                </a:solidFill>
              </a:defRPr>
            </a:pPr>
            <a:r>
              <a:rPr sz="1425" b="1">
                <a:solidFill>
                  <a:srgbClr val="102A43"/>
                </a:solidFill>
              </a:rPr>
              <a:t>summary /</a:t>
            </a:r>
          </a:p>
          <a:p xmlns:a="http://schemas.openxmlformats.org/drawingml/2006/main">
            <a:pPr algn="ctr">
              <a:defRPr sz="1425" b="1">
                <a:solidFill>
                  <a:srgbClr val="102A43"/>
                </a:solidFill>
              </a:defRPr>
            </a:pPr>
            <a:r>
              <a:rPr sz="1425" b="1">
                <a:solidFill>
                  <a:srgbClr val="102A43"/>
                </a:solidFill>
              </a:rPr>
              <a:t>observation H</a:t>
            </a:r>
          </a:p>
        </p:txBody>
      </p:sp>
      <p:cxnSp>
        <p:nvCxnSpPr>
          <p:cNvPr id="32" name=""/>
          <p:cNvCxnSpPr/>
          <p:nvPr/>
        </p:nvCxnSpPr>
        <p:spPr>
          <a:xfrm xmlns:a="http://schemas.openxmlformats.org/drawingml/2006/main">
            <a:off x="8334375" y="2809875"/>
            <a:ext cx="1190625" cy="9525"/>
          </a:xfrm>
          <a:prstGeom xmlns:a="http://schemas.openxmlformats.org/drawingml/2006/main" prst="straightConnector1">
            <a:avLst/>
          </a:prstGeom>
          <a:ln xmlns:a="http://schemas.openxmlformats.org/drawingml/2006/main" w="28575">
            <a:solidFill>
              <a:srgbClr val="B8C7D0"/>
            </a:solidFill>
            <a:prstDash val="solid"/>
          </a:ln>
        </p:spPr>
      </p:cxnSp>
      <p:sp>
        <p:nvSpPr>
          <p:cNvPr id="15" name="">
            <a:extLst xmlns:a="http://schemas.openxmlformats.org/drawingml/2006/main">
              <a:ext uri="{FF2B5EF4-FFF2-40B4-BE49-F238E27FC236}">
                <a16:creationId xmlns:a16="http://schemas.microsoft.com/office/drawing/2014/main" id="{A38DDE89-30AC-4C05-9BB5-5B9F944F8F11}"/>
              </a:ext>
            </a:extLst>
          </p:cNvPr>
          <p:cNvSpPr>
            <a:spLocks xmlns:a="http://schemas.openxmlformats.org/drawingml/2006/main" noGrp="1"/>
          </p:cNvSpPr>
          <p:nvPr/>
        </p:nvSpPr>
        <p:spPr>
          <a:xfrm xmlns:a="http://schemas.openxmlformats.org/drawingml/2006/main">
            <a:off x="9525000" y="2428875"/>
            <a:ext cx="1714500" cy="762000"/>
          </a:xfrm>
          <a:prstGeom xmlns:a="http://schemas.openxmlformats.org/drawingml/2006/main" prst="roundRect">
            <a:avLst>
              <a:gd name="adj" fmla="val 10000"/>
            </a:avLst>
          </a:prstGeom>
          <a:solidFill xmlns:a="http://schemas.openxmlformats.org/drawingml/2006/main">
            <a:srgbClr val="F2ECFA"/>
          </a:solidFill>
          <a:ln xmlns:a="http://schemas.openxmlformats.org/drawingml/2006/main" w="14288">
            <a:solidFill>
              <a:srgbClr val="7454A3"/>
            </a:solidFill>
            <a:prstDash val="solid"/>
          </a:ln>
        </p:spPr>
      </p:sp>
      <p:sp>
        <p:nvSpPr>
          <p:cNvPr id="16" name="text">
            <a:extLst xmlns:a="http://schemas.openxmlformats.org/drawingml/2006/main">
              <a:ext uri="{FF2B5EF4-FFF2-40B4-BE49-F238E27FC236}">
                <a16:creationId xmlns:a16="http://schemas.microsoft.com/office/drawing/2014/main" id="{A6B1C6F3-18D6-4D24-8CA5-1DC9641CF04D}"/>
              </a:ext>
            </a:extLst>
          </p:cNvPr>
          <p:cNvSpPr>
            <a:spLocks xmlns:a="http://schemas.openxmlformats.org/drawingml/2006/main" noGrp="1"/>
          </p:cNvSpPr>
          <p:nvPr/>
        </p:nvSpPr>
        <p:spPr>
          <a:xfrm xmlns:a="http://schemas.openxmlformats.org/drawingml/2006/main">
            <a:off x="9620250" y="2562225"/>
            <a:ext cx="152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102A43"/>
                </a:solidFill>
              </a:defRPr>
            </a:pPr>
            <a:r>
              <a:rPr sz="1575" b="1">
                <a:solidFill>
                  <a:srgbClr val="102A43"/>
                </a:solidFill>
              </a:rPr>
              <a:t>qφ(θ|y)</a:t>
            </a:r>
          </a:p>
        </p:txBody>
      </p:sp>
      <p:sp>
        <p:nvSpPr>
          <p:cNvPr id="17" name="">
            <a:extLst xmlns:a="http://schemas.openxmlformats.org/drawingml/2006/main">
              <a:ext uri="{FF2B5EF4-FFF2-40B4-BE49-F238E27FC236}">
                <a16:creationId xmlns:a16="http://schemas.microsoft.com/office/drawing/2014/main" id="{AC5E3E60-6338-4CE8-918E-C30663ED5611}"/>
              </a:ext>
            </a:extLst>
          </p:cNvPr>
          <p:cNvSpPr>
            <a:spLocks xmlns:a="http://schemas.openxmlformats.org/drawingml/2006/main" noGrp="1"/>
          </p:cNvSpPr>
          <p:nvPr/>
        </p:nvSpPr>
        <p:spPr>
          <a:xfrm xmlns:a="http://schemas.openxmlformats.org/drawingml/2006/main">
            <a:off x="666750" y="5000625"/>
            <a:ext cx="10858500" cy="714375"/>
          </a:xfrm>
          <a:prstGeom xmlns:a="http://schemas.openxmlformats.org/drawingml/2006/main" prst="roundRect">
            <a:avLst>
              <a:gd name="adj" fmla="val 10667"/>
            </a:avLst>
          </a:prstGeom>
          <a:solidFill xmlns:a="http://schemas.openxmlformats.org/drawingml/2006/main">
            <a:srgbClr val="E8F4F5"/>
          </a:solidFill>
          <a:ln xmlns:a="http://schemas.openxmlformats.org/drawingml/2006/main" w="0">
            <a:noFill/>
            <a:prstDash val="solid"/>
          </a:ln>
        </p:spPr>
      </p:sp>
      <p:sp>
        <p:nvSpPr>
          <p:cNvPr id="18" name="text">
            <a:extLst xmlns:a="http://schemas.openxmlformats.org/drawingml/2006/main">
              <a:ext uri="{FF2B5EF4-FFF2-40B4-BE49-F238E27FC236}">
                <a16:creationId xmlns:a16="http://schemas.microsoft.com/office/drawing/2014/main" id="{ACFA3FF4-C4AA-4587-9667-F132BD11BA89}"/>
              </a:ext>
            </a:extLst>
          </p:cNvPr>
          <p:cNvSpPr>
            <a:spLocks xmlns:a="http://schemas.openxmlformats.org/drawingml/2006/main" noGrp="1"/>
          </p:cNvSpPr>
          <p:nvPr/>
        </p:nvSpPr>
        <p:spPr>
          <a:xfrm xmlns:a="http://schemas.openxmlformats.org/drawingml/2006/main">
            <a:off x="876300" y="5181600"/>
            <a:ext cx="10439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102A43"/>
                </a:solidFill>
              </a:defRPr>
            </a:pPr>
            <a:r>
              <a:rPr sz="1875" b="1">
                <a:solidFill>
                  <a:srgbClr val="102A43"/>
                </a:solidFill>
              </a:rPr>
              <a:t>qφ(θ | y) ≈ p(θ | y),  trained on simulated pairs (θ, y) and checked by posterior predictive runs</a:t>
            </a:r>
          </a:p>
        </p:txBody>
      </p:sp>
    </p:spTree>
    <p:extLst>
      <p:ext uri="{BB962C8B-B14F-4D97-AF65-F5344CB8AC3E}">
        <p14:creationId xmlns:p14="http://schemas.microsoft.com/office/powerpoint/2010/main" val="33185112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2CD15667-3353-4DE4-986B-10BA4CB01BFF}"/>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GRAY-BOX LEARNING</a:t>
            </a:r>
          </a:p>
        </p:txBody>
      </p:sp>
      <p:sp>
        <p:nvSpPr>
          <p:cNvPr id="2" name="text">
            <a:extLst xmlns:a="http://schemas.openxmlformats.org/drawingml/2006/main">
              <a:ext uri="{FF2B5EF4-FFF2-40B4-BE49-F238E27FC236}">
                <a16:creationId xmlns:a16="http://schemas.microsoft.com/office/drawing/2014/main" id="{8F5F15CA-13BB-4B2B-BC3C-8689A4A4D790}"/>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0F14"/>
                </a:solidFill>
              </a:defRPr>
            </a:pPr>
            <a:r>
              <a:rPr sz="2850" b="1">
                <a:solidFill>
                  <a:srgbClr val="0B0F14"/>
                </a:solidFill>
              </a:rPr>
              <a:t>Learn what is difficult to compute; keep declared physics explicit</a:t>
            </a:r>
          </a:p>
        </p:txBody>
      </p:sp>
      <p:cxnSp>
        <p:nvCxnSpPr>
          <p:cNvPr id="16"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CABD8379-628E-4B15-B7DD-594DF688E33A}"/>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30</a:t>
            </a:r>
          </a:p>
        </p:txBody>
      </p:sp>
      <p:sp>
        <p:nvSpPr>
          <p:cNvPr id="5" name="text">
            <a:extLst xmlns:a="http://schemas.openxmlformats.org/drawingml/2006/main">
              <a:ext uri="{FF2B5EF4-FFF2-40B4-BE49-F238E27FC236}">
                <a16:creationId xmlns:a16="http://schemas.microsoft.com/office/drawing/2014/main" id="{79F3C89A-47E8-4368-BBE7-568FB4BE72F7}"/>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sp>
        <p:nvSpPr>
          <p:cNvPr id="6" name="">
            <a:extLst xmlns:a="http://schemas.openxmlformats.org/drawingml/2006/main">
              <a:ext uri="{FF2B5EF4-FFF2-40B4-BE49-F238E27FC236}">
                <a16:creationId xmlns:a16="http://schemas.microsoft.com/office/drawing/2014/main" id="{84EB2B2A-C86B-4E3E-B16F-48677E0B5B9F}"/>
              </a:ext>
            </a:extLst>
          </p:cNvPr>
          <p:cNvSpPr>
            <a:spLocks xmlns:a="http://schemas.openxmlformats.org/drawingml/2006/main" noGrp="1"/>
          </p:cNvSpPr>
          <p:nvPr/>
        </p:nvSpPr>
        <p:spPr>
          <a:xfrm xmlns:a="http://schemas.openxmlformats.org/drawingml/2006/main">
            <a:off x="857250" y="1809750"/>
            <a:ext cx="3143250" cy="2143125"/>
          </a:xfrm>
          <a:prstGeom xmlns:a="http://schemas.openxmlformats.org/drawingml/2006/main" prst="roundRect">
            <a:avLst>
              <a:gd name="adj" fmla="val 3556"/>
            </a:avLst>
          </a:prstGeom>
          <a:solidFill xmlns:a="http://schemas.openxmlformats.org/drawingml/2006/main">
            <a:srgbClr val="EEF4F7"/>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03D2A47C-0708-4DC9-BCB1-D0EFD2A3EB57}"/>
              </a:ext>
            </a:extLst>
          </p:cNvPr>
          <p:cNvSpPr>
            <a:spLocks xmlns:a="http://schemas.openxmlformats.org/drawingml/2006/main" noGrp="1"/>
          </p:cNvSpPr>
          <p:nvPr/>
        </p:nvSpPr>
        <p:spPr>
          <a:xfrm xmlns:a="http://schemas.openxmlformats.org/drawingml/2006/main">
            <a:off x="1219200" y="2190750"/>
            <a:ext cx="238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102A43"/>
                </a:solidFill>
              </a:defRPr>
            </a:pPr>
            <a:r>
              <a:rPr sz="1950" b="1">
                <a:solidFill>
                  <a:srgbClr val="102A43"/>
                </a:solidFill>
              </a:rPr>
              <a:t>Explicit</a:t>
            </a:r>
          </a:p>
          <a:p xmlns:a="http://schemas.openxmlformats.org/drawingml/2006/main">
            <a:pPr algn="ctr">
              <a:defRPr sz="1950" b="1">
                <a:solidFill>
                  <a:srgbClr val="102A43"/>
                </a:solidFill>
              </a:defRPr>
            </a:pPr>
            <a:r>
              <a:rPr sz="1950" b="1">
                <a:solidFill>
                  <a:srgbClr val="102A43"/>
                </a:solidFill>
              </a:rPr>
              <a:t>• components</a:t>
            </a:r>
          </a:p>
          <a:p xmlns:a="http://schemas.openxmlformats.org/drawingml/2006/main">
            <a:pPr algn="ctr">
              <a:defRPr sz="1950" b="1">
                <a:solidFill>
                  <a:srgbClr val="102A43"/>
                </a:solidFill>
              </a:defRPr>
            </a:pPr>
            <a:r>
              <a:rPr sz="1950" b="1">
                <a:solidFill>
                  <a:srgbClr val="102A43"/>
                </a:solidFill>
              </a:rPr>
              <a:t>• connectors</a:t>
            </a:r>
          </a:p>
          <a:p xmlns:a="http://schemas.openxmlformats.org/drawingml/2006/main">
            <a:pPr algn="ctr">
              <a:defRPr sz="1950" b="1">
                <a:solidFill>
                  <a:srgbClr val="102A43"/>
                </a:solidFill>
              </a:defRPr>
            </a:pPr>
            <a:r>
              <a:rPr sz="1950" b="1">
                <a:solidFill>
                  <a:srgbClr val="102A43"/>
                </a:solidFill>
              </a:rPr>
              <a:t>• events</a:t>
            </a:r>
          </a:p>
          <a:p xmlns:a="http://schemas.openxmlformats.org/drawingml/2006/main">
            <a:pPr algn="ctr">
              <a:defRPr sz="1950" b="1">
                <a:solidFill>
                  <a:srgbClr val="102A43"/>
                </a:solidFill>
              </a:defRPr>
            </a:pPr>
            <a:r>
              <a:rPr sz="1950" b="1">
                <a:solidFill>
                  <a:srgbClr val="102A43"/>
                </a:solidFill>
              </a:rPr>
              <a:t>• conservation</a:t>
            </a:r>
          </a:p>
        </p:txBody>
      </p:sp>
      <p:sp>
        <p:nvSpPr>
          <p:cNvPr id="8" name="">
            <a:extLst xmlns:a="http://schemas.openxmlformats.org/drawingml/2006/main">
              <a:ext uri="{FF2B5EF4-FFF2-40B4-BE49-F238E27FC236}">
                <a16:creationId xmlns:a16="http://schemas.microsoft.com/office/drawing/2014/main" id="{4DAE7319-954E-4358-989A-8CAE4C870458}"/>
              </a:ext>
            </a:extLst>
          </p:cNvPr>
          <p:cNvSpPr>
            <a:spLocks xmlns:a="http://schemas.openxmlformats.org/drawingml/2006/main" noGrp="1"/>
          </p:cNvSpPr>
          <p:nvPr/>
        </p:nvSpPr>
        <p:spPr>
          <a:xfrm xmlns:a="http://schemas.openxmlformats.org/drawingml/2006/main">
            <a:off x="4524375" y="1809750"/>
            <a:ext cx="3143250" cy="2143125"/>
          </a:xfrm>
          <a:prstGeom xmlns:a="http://schemas.openxmlformats.org/drawingml/2006/main" prst="roundRect">
            <a:avLst>
              <a:gd name="adj" fmla="val 3556"/>
            </a:avLst>
          </a:prstGeom>
          <a:solidFill xmlns:a="http://schemas.openxmlformats.org/drawingml/2006/main">
            <a:srgbClr val="F2ECFA"/>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6B50DD55-BAA9-48EF-B6D7-2C0FEC648380}"/>
              </a:ext>
            </a:extLst>
          </p:cNvPr>
          <p:cNvSpPr>
            <a:spLocks xmlns:a="http://schemas.openxmlformats.org/drawingml/2006/main" noGrp="1"/>
          </p:cNvSpPr>
          <p:nvPr/>
        </p:nvSpPr>
        <p:spPr>
          <a:xfrm xmlns:a="http://schemas.openxmlformats.org/drawingml/2006/main">
            <a:off x="4886325" y="2190750"/>
            <a:ext cx="238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102A43"/>
                </a:solidFill>
              </a:defRPr>
            </a:pPr>
            <a:r>
              <a:rPr sz="1950" b="1">
                <a:solidFill>
                  <a:srgbClr val="102A43"/>
                </a:solidFill>
              </a:rPr>
              <a:t>Learned</a:t>
            </a:r>
          </a:p>
          <a:p xmlns:a="http://schemas.openxmlformats.org/drawingml/2006/main">
            <a:pPr algn="ctr">
              <a:defRPr sz="1950" b="1">
                <a:solidFill>
                  <a:srgbClr val="102A43"/>
                </a:solidFill>
              </a:defRPr>
            </a:pPr>
            <a:r>
              <a:rPr sz="1950" b="1">
                <a:solidFill>
                  <a:srgbClr val="102A43"/>
                </a:solidFill>
              </a:rPr>
              <a:t>• surrogate</a:t>
            </a:r>
          </a:p>
          <a:p xmlns:a="http://schemas.openxmlformats.org/drawingml/2006/main">
            <a:pPr algn="ctr">
              <a:defRPr sz="1950" b="1">
                <a:solidFill>
                  <a:srgbClr val="102A43"/>
                </a:solidFill>
              </a:defRPr>
            </a:pPr>
            <a:r>
              <a:rPr sz="1950" b="1">
                <a:solidFill>
                  <a:srgbClr val="102A43"/>
                </a:solidFill>
              </a:rPr>
              <a:t>• discrepancy</a:t>
            </a:r>
          </a:p>
          <a:p xmlns:a="http://schemas.openxmlformats.org/drawingml/2006/main">
            <a:pPr algn="ctr">
              <a:defRPr sz="1950" b="1">
                <a:solidFill>
                  <a:srgbClr val="102A43"/>
                </a:solidFill>
              </a:defRPr>
            </a:pPr>
            <a:r>
              <a:rPr sz="1950" b="1">
                <a:solidFill>
                  <a:srgbClr val="102A43"/>
                </a:solidFill>
              </a:rPr>
              <a:t>• posterior</a:t>
            </a:r>
          </a:p>
          <a:p xmlns:a="http://schemas.openxmlformats.org/drawingml/2006/main">
            <a:pPr algn="ctr">
              <a:defRPr sz="1950" b="1">
                <a:solidFill>
                  <a:srgbClr val="102A43"/>
                </a:solidFill>
              </a:defRPr>
            </a:pPr>
            <a:r>
              <a:rPr sz="1950" b="1">
                <a:solidFill>
                  <a:srgbClr val="102A43"/>
                </a:solidFill>
              </a:rPr>
              <a:t>• cost model</a:t>
            </a:r>
          </a:p>
        </p:txBody>
      </p:sp>
      <p:sp>
        <p:nvSpPr>
          <p:cNvPr id="10" name="">
            <a:extLst xmlns:a="http://schemas.openxmlformats.org/drawingml/2006/main">
              <a:ext uri="{FF2B5EF4-FFF2-40B4-BE49-F238E27FC236}">
                <a16:creationId xmlns:a16="http://schemas.microsoft.com/office/drawing/2014/main" id="{B8C6F93E-87E2-40DA-920B-0B36EBD64530}"/>
              </a:ext>
            </a:extLst>
          </p:cNvPr>
          <p:cNvSpPr>
            <a:spLocks xmlns:a="http://schemas.openxmlformats.org/drawingml/2006/main" noGrp="1"/>
          </p:cNvSpPr>
          <p:nvPr/>
        </p:nvSpPr>
        <p:spPr>
          <a:xfrm xmlns:a="http://schemas.openxmlformats.org/drawingml/2006/main">
            <a:off x="8191500" y="1809750"/>
            <a:ext cx="3143250" cy="2143125"/>
          </a:xfrm>
          <a:prstGeom xmlns:a="http://schemas.openxmlformats.org/drawingml/2006/main" prst="roundRect">
            <a:avLst>
              <a:gd name="adj" fmla="val 3556"/>
            </a:avLst>
          </a:prstGeom>
          <a:solidFill xmlns:a="http://schemas.openxmlformats.org/drawingml/2006/main">
            <a:srgbClr val="FFF5DF"/>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141A29A9-AEE1-48F5-BAFC-150A6C5EA33A}"/>
              </a:ext>
            </a:extLst>
          </p:cNvPr>
          <p:cNvSpPr>
            <a:spLocks xmlns:a="http://schemas.openxmlformats.org/drawingml/2006/main" noGrp="1"/>
          </p:cNvSpPr>
          <p:nvPr/>
        </p:nvSpPr>
        <p:spPr>
          <a:xfrm xmlns:a="http://schemas.openxmlformats.org/drawingml/2006/main">
            <a:off x="8553450" y="2190750"/>
            <a:ext cx="238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102A43"/>
                </a:solidFill>
              </a:defRPr>
            </a:pPr>
            <a:r>
              <a:rPr sz="1950" b="1">
                <a:solidFill>
                  <a:srgbClr val="102A43"/>
                </a:solidFill>
              </a:rPr>
              <a:t>Measured</a:t>
            </a:r>
          </a:p>
          <a:p xmlns:a="http://schemas.openxmlformats.org/drawingml/2006/main">
            <a:pPr algn="ctr">
              <a:defRPr sz="1950" b="1">
                <a:solidFill>
                  <a:srgbClr val="102A43"/>
                </a:solidFill>
              </a:defRPr>
            </a:pPr>
            <a:r>
              <a:rPr sz="1950" b="1">
                <a:solidFill>
                  <a:srgbClr val="102A43"/>
                </a:solidFill>
              </a:rPr>
              <a:t>• error model</a:t>
            </a:r>
          </a:p>
          <a:p xmlns:a="http://schemas.openxmlformats.org/drawingml/2006/main">
            <a:pPr algn="ctr">
              <a:defRPr sz="1950" b="1">
                <a:solidFill>
                  <a:srgbClr val="102A43"/>
                </a:solidFill>
              </a:defRPr>
            </a:pPr>
            <a:r>
              <a:rPr sz="1950" b="1">
                <a:solidFill>
                  <a:srgbClr val="102A43"/>
                </a:solidFill>
              </a:rPr>
              <a:t>• calibration</a:t>
            </a:r>
          </a:p>
          <a:p xmlns:a="http://schemas.openxmlformats.org/drawingml/2006/main">
            <a:pPr algn="ctr">
              <a:defRPr sz="1950" b="1">
                <a:solidFill>
                  <a:srgbClr val="102A43"/>
                </a:solidFill>
              </a:defRPr>
            </a:pPr>
            <a:r>
              <a:rPr sz="1950" b="1">
                <a:solidFill>
                  <a:srgbClr val="102A43"/>
                </a:solidFill>
              </a:rPr>
              <a:t>• OOD checks</a:t>
            </a:r>
          </a:p>
          <a:p xmlns:a="http://schemas.openxmlformats.org/drawingml/2006/main">
            <a:pPr algn="ctr">
              <a:defRPr sz="1950" b="1">
                <a:solidFill>
                  <a:srgbClr val="102A43"/>
                </a:solidFill>
              </a:defRPr>
            </a:pPr>
            <a:r>
              <a:rPr sz="1950" b="1">
                <a:solidFill>
                  <a:srgbClr val="102A43"/>
                </a:solidFill>
              </a:rPr>
              <a:t>• native parity</a:t>
            </a:r>
          </a:p>
        </p:txBody>
      </p:sp>
      <p:sp>
        <p:nvSpPr>
          <p:cNvPr id="12" name="">
            <a:extLst xmlns:a="http://schemas.openxmlformats.org/drawingml/2006/main">
              <a:ext uri="{FF2B5EF4-FFF2-40B4-BE49-F238E27FC236}">
                <a16:creationId xmlns:a16="http://schemas.microsoft.com/office/drawing/2014/main" id="{B93FBF9B-B885-43EA-9F19-2F665A0E68AB}"/>
              </a:ext>
            </a:extLst>
          </p:cNvPr>
          <p:cNvSpPr>
            <a:spLocks xmlns:a="http://schemas.openxmlformats.org/drawingml/2006/main" noGrp="1"/>
          </p:cNvSpPr>
          <p:nvPr/>
        </p:nvSpPr>
        <p:spPr>
          <a:xfrm xmlns:a="http://schemas.openxmlformats.org/drawingml/2006/main">
            <a:off x="666750" y="5095875"/>
            <a:ext cx="10858500" cy="714375"/>
          </a:xfrm>
          <a:prstGeom xmlns:a="http://schemas.openxmlformats.org/drawingml/2006/main" prst="roundRect">
            <a:avLst>
              <a:gd name="adj" fmla="val 10667"/>
            </a:avLst>
          </a:prstGeom>
          <a:solidFill xmlns:a="http://schemas.openxmlformats.org/drawingml/2006/main">
            <a:srgbClr val="E8F4F5"/>
          </a:solidFill>
          <a:ln xmlns:a="http://schemas.openxmlformats.org/drawingml/2006/main" w="0">
            <a:noFill/>
            <a:prstDash val="solid"/>
          </a:ln>
        </p:spPr>
      </p:sp>
      <p:sp>
        <p:nvSpPr>
          <p:cNvPr id="13" name="text">
            <a:extLst xmlns:a="http://schemas.openxmlformats.org/drawingml/2006/main">
              <a:ext uri="{FF2B5EF4-FFF2-40B4-BE49-F238E27FC236}">
                <a16:creationId xmlns:a16="http://schemas.microsoft.com/office/drawing/2014/main" id="{0B9DC7AF-4957-4606-9451-BD9913702578}"/>
              </a:ext>
            </a:extLst>
          </p:cNvPr>
          <p:cNvSpPr>
            <a:spLocks xmlns:a="http://schemas.openxmlformats.org/drawingml/2006/main" noGrp="1"/>
          </p:cNvSpPr>
          <p:nvPr/>
        </p:nvSpPr>
        <p:spPr>
          <a:xfrm xmlns:a="http://schemas.openxmlformats.org/drawingml/2006/main">
            <a:off x="876300" y="5276850"/>
            <a:ext cx="10439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102A43"/>
                </a:solidFill>
              </a:defRPr>
            </a:pPr>
            <a:r>
              <a:rPr sz="1875" b="1">
                <a:solidFill>
                  <a:srgbClr val="102A43"/>
                </a:solidFill>
              </a:rPr>
              <a:t>Ltotal = Ldata + λr ||rphysics||² + λc ||C(x)||²,  with explicit model-discrepancy accounting</a:t>
            </a:r>
          </a:p>
        </p:txBody>
      </p:sp>
    </p:spTree>
    <p:extLst>
      <p:ext uri="{BB962C8B-B14F-4D97-AF65-F5344CB8AC3E}">
        <p14:creationId xmlns:p14="http://schemas.microsoft.com/office/powerpoint/2010/main" val="57706791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text">
            <a:extLst xmlns:a="http://schemas.openxmlformats.org/drawingml/2006/main">
              <a:ext uri="{FF2B5EF4-FFF2-40B4-BE49-F238E27FC236}">
                <a16:creationId xmlns:a16="http://schemas.microsoft.com/office/drawing/2014/main" id="{2BE029F6-2B09-4592-9EB0-FB110A277485}"/>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GRAPH LEARNING</a:t>
            </a:r>
          </a:p>
        </p:txBody>
      </p:sp>
      <p:sp>
        <p:nvSpPr>
          <p:cNvPr id="2" name="text">
            <a:extLst xmlns:a="http://schemas.openxmlformats.org/drawingml/2006/main">
              <a:ext uri="{FF2B5EF4-FFF2-40B4-BE49-F238E27FC236}">
                <a16:creationId xmlns:a16="http://schemas.microsoft.com/office/drawing/2014/main" id="{474D627C-2E67-4072-9D19-F3250F8F3EBD}"/>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0F14"/>
                </a:solidFill>
              </a:defRPr>
            </a:pPr>
            <a:r>
              <a:rPr sz="2850" b="1">
                <a:solidFill>
                  <a:srgbClr val="0B0F14"/>
                </a:solidFill>
              </a:rPr>
              <a:t>A component–connector graph is a natural neural-network substrate</a:t>
            </a:r>
          </a:p>
        </p:txBody>
      </p:sp>
      <p:cxnSp>
        <p:nvCxnSpPr>
          <p:cNvPr id="29"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C5A3F6B5-D39E-4057-97D7-43FEA6E186A7}"/>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31</a:t>
            </a:r>
          </a:p>
        </p:txBody>
      </p:sp>
      <p:sp>
        <p:nvSpPr>
          <p:cNvPr id="5" name="text">
            <a:extLst xmlns:a="http://schemas.openxmlformats.org/drawingml/2006/main">
              <a:ext uri="{FF2B5EF4-FFF2-40B4-BE49-F238E27FC236}">
                <a16:creationId xmlns:a16="http://schemas.microsoft.com/office/drawing/2014/main" id="{87A59DDA-7131-444C-85A6-2BD92CEE127C}"/>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cxnSp>
        <p:nvCxnSpPr>
          <p:cNvPr id="32" name=""/>
          <p:cNvCxnSpPr/>
          <p:nvPr/>
        </p:nvCxnSpPr>
        <p:spPr>
          <a:xfrm xmlns:a="http://schemas.openxmlformats.org/drawingml/2006/main">
            <a:off x="2524125" y="1943100"/>
            <a:ext cx="2857500" cy="476250"/>
          </a:xfrm>
          <a:prstGeom xmlns:a="http://schemas.openxmlformats.org/drawingml/2006/main" prst="straightConnector1">
            <a:avLst/>
          </a:prstGeom>
          <a:ln xmlns:a="http://schemas.openxmlformats.org/drawingml/2006/main" w="28575">
            <a:solidFill>
              <a:srgbClr val="B8C7D0"/>
            </a:solidFill>
            <a:prstDash val="solid"/>
          </a:ln>
        </p:spPr>
      </p:cxnSp>
      <p:cxnSp>
        <p:nvCxnSpPr>
          <p:cNvPr id="33" name=""/>
          <p:cNvCxnSpPr/>
          <p:nvPr/>
        </p:nvCxnSpPr>
        <p:spPr>
          <a:xfrm xmlns:a="http://schemas.openxmlformats.org/drawingml/2006/main">
            <a:off x="5381625" y="1943100"/>
            <a:ext cx="2857500" cy="476250"/>
          </a:xfrm>
          <a:prstGeom xmlns:a="http://schemas.openxmlformats.org/drawingml/2006/main" prst="straightConnector1">
            <a:avLst/>
          </a:prstGeom>
          <a:ln xmlns:a="http://schemas.openxmlformats.org/drawingml/2006/main" w="28575">
            <a:solidFill>
              <a:srgbClr val="B8C7D0"/>
            </a:solidFill>
            <a:prstDash val="solid"/>
          </a:ln>
        </p:spPr>
      </p:cxnSp>
      <p:cxnSp>
        <p:nvCxnSpPr>
          <p:cNvPr id="34" name=""/>
          <p:cNvCxnSpPr/>
          <p:nvPr/>
        </p:nvCxnSpPr>
        <p:spPr>
          <a:xfrm xmlns:a="http://schemas.openxmlformats.org/drawingml/2006/main">
            <a:off x="8239125" y="2419350"/>
            <a:ext cx="2190750" cy="1333500"/>
          </a:xfrm>
          <a:prstGeom xmlns:a="http://schemas.openxmlformats.org/drawingml/2006/main" prst="straightConnector1">
            <a:avLst/>
          </a:prstGeom>
          <a:ln xmlns:a="http://schemas.openxmlformats.org/drawingml/2006/main" w="28575">
            <a:solidFill>
              <a:srgbClr val="B8C7D0"/>
            </a:solidFill>
            <a:prstDash val="solid"/>
          </a:ln>
        </p:spPr>
      </p:cxnSp>
      <p:cxnSp>
        <p:nvCxnSpPr>
          <p:cNvPr id="35" name=""/>
          <p:cNvCxnSpPr/>
          <p:nvPr/>
        </p:nvCxnSpPr>
        <p:spPr>
          <a:xfrm xmlns:a="http://schemas.openxmlformats.org/drawingml/2006/main">
            <a:off x="2524125" y="2419350"/>
            <a:ext cx="1333500" cy="2428875"/>
          </a:xfrm>
          <a:prstGeom xmlns:a="http://schemas.openxmlformats.org/drawingml/2006/main" prst="straightConnector1">
            <a:avLst/>
          </a:prstGeom>
          <a:ln xmlns:a="http://schemas.openxmlformats.org/drawingml/2006/main" w="28575">
            <a:solidFill>
              <a:srgbClr val="B8C7D0"/>
            </a:solidFill>
            <a:prstDash val="solid"/>
          </a:ln>
        </p:spPr>
      </p:cxnSp>
      <p:cxnSp>
        <p:nvCxnSpPr>
          <p:cNvPr id="36" name=""/>
          <p:cNvCxnSpPr/>
          <p:nvPr/>
        </p:nvCxnSpPr>
        <p:spPr>
          <a:xfrm xmlns:a="http://schemas.openxmlformats.org/drawingml/2006/main">
            <a:off x="3857625" y="4848225"/>
            <a:ext cx="3048000" cy="142875"/>
          </a:xfrm>
          <a:prstGeom xmlns:a="http://schemas.openxmlformats.org/drawingml/2006/main" prst="straightConnector1">
            <a:avLst/>
          </a:prstGeom>
          <a:ln xmlns:a="http://schemas.openxmlformats.org/drawingml/2006/main" w="28575">
            <a:solidFill>
              <a:srgbClr val="B8C7D0"/>
            </a:solidFill>
            <a:prstDash val="solid"/>
          </a:ln>
        </p:spPr>
      </p:cxnSp>
      <p:cxnSp>
        <p:nvCxnSpPr>
          <p:cNvPr id="37" name=""/>
          <p:cNvCxnSpPr/>
          <p:nvPr/>
        </p:nvCxnSpPr>
        <p:spPr>
          <a:xfrm xmlns:a="http://schemas.openxmlformats.org/drawingml/2006/main">
            <a:off x="6905625" y="2419350"/>
            <a:ext cx="1333500" cy="2571750"/>
          </a:xfrm>
          <a:prstGeom xmlns:a="http://schemas.openxmlformats.org/drawingml/2006/main" prst="straightConnector1">
            <a:avLst/>
          </a:prstGeom>
          <a:ln xmlns:a="http://schemas.openxmlformats.org/drawingml/2006/main" w="28575">
            <a:solidFill>
              <a:srgbClr val="B8C7D0"/>
            </a:solidFill>
            <a:prstDash val="solid"/>
          </a:ln>
        </p:spPr>
      </p:cxnSp>
      <p:cxnSp>
        <p:nvCxnSpPr>
          <p:cNvPr id="38" name=""/>
          <p:cNvCxnSpPr/>
          <p:nvPr/>
        </p:nvCxnSpPr>
        <p:spPr>
          <a:xfrm xmlns:a="http://schemas.openxmlformats.org/drawingml/2006/main">
            <a:off x="5381625" y="1943100"/>
            <a:ext cx="1524000" cy="3048000"/>
          </a:xfrm>
          <a:prstGeom xmlns:a="http://schemas.openxmlformats.org/drawingml/2006/main" prst="straightConnector1">
            <a:avLst/>
          </a:prstGeom>
          <a:ln xmlns:a="http://schemas.openxmlformats.org/drawingml/2006/main" w="28575">
            <a:solidFill>
              <a:srgbClr val="B8C7D0"/>
            </a:solidFill>
            <a:prstDash val="solid"/>
          </a:ln>
        </p:spPr>
      </p:cxnSp>
      <p:sp>
        <p:nvSpPr>
          <p:cNvPr id="13" name="">
            <a:extLst xmlns:a="http://schemas.openxmlformats.org/drawingml/2006/main">
              <a:ext uri="{FF2B5EF4-FFF2-40B4-BE49-F238E27FC236}">
                <a16:creationId xmlns:a16="http://schemas.microsoft.com/office/drawing/2014/main" id="{E0FAF8F9-644F-4936-AF22-00F5C23035BD}"/>
              </a:ext>
            </a:extLst>
          </p:cNvPr>
          <p:cNvSpPr>
            <a:spLocks xmlns:a="http://schemas.openxmlformats.org/drawingml/2006/main" noGrp="1"/>
          </p:cNvSpPr>
          <p:nvPr/>
        </p:nvSpPr>
        <p:spPr>
          <a:xfrm xmlns:a="http://schemas.openxmlformats.org/drawingml/2006/main">
            <a:off x="2000250" y="2190750"/>
            <a:ext cx="1047750" cy="457200"/>
          </a:xfrm>
          <a:prstGeom xmlns:a="http://schemas.openxmlformats.org/drawingml/2006/main" prst="roundRect">
            <a:avLst>
              <a:gd name="adj" fmla="val 16667"/>
            </a:avLst>
          </a:prstGeom>
          <a:solidFill xmlns:a="http://schemas.openxmlformats.org/drawingml/2006/main">
            <a:srgbClr val="E8F4F5"/>
          </a:solidFill>
          <a:ln xmlns:a="http://schemas.openxmlformats.org/drawingml/2006/main" w="14288">
            <a:solidFill>
              <a:srgbClr val="16A6B6"/>
            </a:solidFill>
            <a:prstDash val="solid"/>
          </a:ln>
        </p:spPr>
      </p:sp>
      <p:sp>
        <p:nvSpPr>
          <p:cNvPr id="14" name="text">
            <a:extLst xmlns:a="http://schemas.openxmlformats.org/drawingml/2006/main">
              <a:ext uri="{FF2B5EF4-FFF2-40B4-BE49-F238E27FC236}">
                <a16:creationId xmlns:a16="http://schemas.microsoft.com/office/drawing/2014/main" id="{51DA5099-46E4-4D56-B7D8-0796064821D5}"/>
              </a:ext>
            </a:extLst>
          </p:cNvPr>
          <p:cNvSpPr>
            <a:spLocks xmlns:a="http://schemas.openxmlformats.org/drawingml/2006/main" noGrp="1"/>
          </p:cNvSpPr>
          <p:nvPr/>
        </p:nvSpPr>
        <p:spPr>
          <a:xfrm xmlns:a="http://schemas.openxmlformats.org/drawingml/2006/main">
            <a:off x="2095500" y="232410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102A43"/>
                </a:solidFill>
              </a:defRPr>
            </a:pPr>
            <a:r>
              <a:rPr sz="1200" b="1">
                <a:solidFill>
                  <a:srgbClr val="102A43"/>
                </a:solidFill>
              </a:rPr>
              <a:t>surface</a:t>
            </a:r>
          </a:p>
        </p:txBody>
      </p:sp>
      <p:sp>
        <p:nvSpPr>
          <p:cNvPr id="15" name="">
            <a:extLst xmlns:a="http://schemas.openxmlformats.org/drawingml/2006/main">
              <a:ext uri="{FF2B5EF4-FFF2-40B4-BE49-F238E27FC236}">
                <a16:creationId xmlns:a16="http://schemas.microsoft.com/office/drawing/2014/main" id="{3F9F6DAA-5433-4AF3-A943-EEE405838529}"/>
              </a:ext>
            </a:extLst>
          </p:cNvPr>
          <p:cNvSpPr>
            <a:spLocks xmlns:a="http://schemas.openxmlformats.org/drawingml/2006/main" noGrp="1"/>
          </p:cNvSpPr>
          <p:nvPr/>
        </p:nvSpPr>
        <p:spPr>
          <a:xfrm xmlns:a="http://schemas.openxmlformats.org/drawingml/2006/main">
            <a:off x="4857750" y="1714500"/>
            <a:ext cx="1047750" cy="457200"/>
          </a:xfrm>
          <a:prstGeom xmlns:a="http://schemas.openxmlformats.org/drawingml/2006/main" prst="roundRect">
            <a:avLst>
              <a:gd name="adj" fmla="val 16667"/>
            </a:avLst>
          </a:prstGeom>
          <a:solidFill xmlns:a="http://schemas.openxmlformats.org/drawingml/2006/main">
            <a:srgbClr val="E8F4F5"/>
          </a:solidFill>
          <a:ln xmlns:a="http://schemas.openxmlformats.org/drawingml/2006/main" w="14288">
            <a:solidFill>
              <a:srgbClr val="16A6B6"/>
            </a:solidFill>
            <a:prstDash val="solid"/>
          </a:ln>
        </p:spPr>
      </p:sp>
      <p:sp>
        <p:nvSpPr>
          <p:cNvPr id="16" name="text">
            <a:extLst xmlns:a="http://schemas.openxmlformats.org/drawingml/2006/main">
              <a:ext uri="{FF2B5EF4-FFF2-40B4-BE49-F238E27FC236}">
                <a16:creationId xmlns:a16="http://schemas.microsoft.com/office/drawing/2014/main" id="{1890666D-DCD5-458D-9DC4-6FD98716A473}"/>
              </a:ext>
            </a:extLst>
          </p:cNvPr>
          <p:cNvSpPr>
            <a:spLocks xmlns:a="http://schemas.openxmlformats.org/drawingml/2006/main" noGrp="1"/>
          </p:cNvSpPr>
          <p:nvPr/>
        </p:nvSpPr>
        <p:spPr>
          <a:xfrm xmlns:a="http://schemas.openxmlformats.org/drawingml/2006/main">
            <a:off x="4953000" y="18478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102A43"/>
                </a:solidFill>
              </a:defRPr>
            </a:pPr>
            <a:r>
              <a:rPr sz="1200" b="1">
                <a:solidFill>
                  <a:srgbClr val="102A43"/>
                </a:solidFill>
              </a:rPr>
              <a:t>cortex</a:t>
            </a:r>
          </a:p>
        </p:txBody>
      </p:sp>
      <p:sp>
        <p:nvSpPr>
          <p:cNvPr id="17" name="">
            <a:extLst xmlns:a="http://schemas.openxmlformats.org/drawingml/2006/main">
              <a:ext uri="{FF2B5EF4-FFF2-40B4-BE49-F238E27FC236}">
                <a16:creationId xmlns:a16="http://schemas.microsoft.com/office/drawing/2014/main" id="{E9722C7D-6A6B-4143-8E64-54EB325838AD}"/>
              </a:ext>
            </a:extLst>
          </p:cNvPr>
          <p:cNvSpPr>
            <a:spLocks xmlns:a="http://schemas.openxmlformats.org/drawingml/2006/main" noGrp="1"/>
          </p:cNvSpPr>
          <p:nvPr/>
        </p:nvSpPr>
        <p:spPr>
          <a:xfrm xmlns:a="http://schemas.openxmlformats.org/drawingml/2006/main">
            <a:off x="7715250" y="2190750"/>
            <a:ext cx="1047750" cy="457200"/>
          </a:xfrm>
          <a:prstGeom xmlns:a="http://schemas.openxmlformats.org/drawingml/2006/main" prst="roundRect">
            <a:avLst>
              <a:gd name="adj" fmla="val 16667"/>
            </a:avLst>
          </a:prstGeom>
          <a:solidFill xmlns:a="http://schemas.openxmlformats.org/drawingml/2006/main">
            <a:srgbClr val="E8F4F5"/>
          </a:solidFill>
          <a:ln xmlns:a="http://schemas.openxmlformats.org/drawingml/2006/main" w="14288">
            <a:solidFill>
              <a:srgbClr val="16A6B6"/>
            </a:solidFill>
            <a:prstDash val="solid"/>
          </a:ln>
        </p:spPr>
      </p:sp>
      <p:sp>
        <p:nvSpPr>
          <p:cNvPr id="18" name="text">
            <a:extLst xmlns:a="http://schemas.openxmlformats.org/drawingml/2006/main">
              <a:ext uri="{FF2B5EF4-FFF2-40B4-BE49-F238E27FC236}">
                <a16:creationId xmlns:a16="http://schemas.microsoft.com/office/drawing/2014/main" id="{4396D1DA-7DCF-4D87-B991-03F5D348C809}"/>
              </a:ext>
            </a:extLst>
          </p:cNvPr>
          <p:cNvSpPr>
            <a:spLocks xmlns:a="http://schemas.openxmlformats.org/drawingml/2006/main" noGrp="1"/>
          </p:cNvSpPr>
          <p:nvPr/>
        </p:nvSpPr>
        <p:spPr>
          <a:xfrm xmlns:a="http://schemas.openxmlformats.org/drawingml/2006/main">
            <a:off x="7810500" y="232410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102A43"/>
                </a:solidFill>
              </a:defRPr>
            </a:pPr>
            <a:r>
              <a:rPr sz="1200" b="1">
                <a:solidFill>
                  <a:srgbClr val="102A43"/>
                </a:solidFill>
              </a:rPr>
              <a:t>SF/FA</a:t>
            </a:r>
          </a:p>
        </p:txBody>
      </p:sp>
      <p:sp>
        <p:nvSpPr>
          <p:cNvPr id="19" name="">
            <a:extLst xmlns:a="http://schemas.openxmlformats.org/drawingml/2006/main">
              <a:ext uri="{FF2B5EF4-FFF2-40B4-BE49-F238E27FC236}">
                <a16:creationId xmlns:a16="http://schemas.microsoft.com/office/drawing/2014/main" id="{14507E1B-8772-4567-A28C-2F94DFB95B97}"/>
              </a:ext>
            </a:extLst>
          </p:cNvPr>
          <p:cNvSpPr>
            <a:spLocks xmlns:a="http://schemas.openxmlformats.org/drawingml/2006/main" noGrp="1"/>
          </p:cNvSpPr>
          <p:nvPr/>
        </p:nvSpPr>
        <p:spPr>
          <a:xfrm xmlns:a="http://schemas.openxmlformats.org/drawingml/2006/main">
            <a:off x="9906000" y="3524250"/>
            <a:ext cx="1047750" cy="457200"/>
          </a:xfrm>
          <a:prstGeom xmlns:a="http://schemas.openxmlformats.org/drawingml/2006/main" prst="roundRect">
            <a:avLst>
              <a:gd name="adj" fmla="val 16667"/>
            </a:avLst>
          </a:prstGeom>
          <a:solidFill xmlns:a="http://schemas.openxmlformats.org/drawingml/2006/main">
            <a:srgbClr val="E8F4F5"/>
          </a:solidFill>
          <a:ln xmlns:a="http://schemas.openxmlformats.org/drawingml/2006/main" w="14288">
            <a:solidFill>
              <a:srgbClr val="16A6B6"/>
            </a:solidFill>
            <a:prstDash val="solid"/>
          </a:ln>
        </p:spPr>
      </p:sp>
      <p:sp>
        <p:nvSpPr>
          <p:cNvPr id="20" name="text">
            <a:extLst xmlns:a="http://schemas.openxmlformats.org/drawingml/2006/main">
              <a:ext uri="{FF2B5EF4-FFF2-40B4-BE49-F238E27FC236}">
                <a16:creationId xmlns:a16="http://schemas.microsoft.com/office/drawing/2014/main" id="{75EB7EF7-7255-4AB2-810F-DB14983EFE49}"/>
              </a:ext>
            </a:extLst>
          </p:cNvPr>
          <p:cNvSpPr>
            <a:spLocks xmlns:a="http://schemas.openxmlformats.org/drawingml/2006/main" noGrp="1"/>
          </p:cNvSpPr>
          <p:nvPr/>
        </p:nvSpPr>
        <p:spPr>
          <a:xfrm xmlns:a="http://schemas.openxmlformats.org/drawingml/2006/main">
            <a:off x="10001250" y="365760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102A43"/>
                </a:solidFill>
              </a:defRPr>
            </a:pPr>
            <a:r>
              <a:rPr sz="1200" b="1">
                <a:solidFill>
                  <a:srgbClr val="102A43"/>
                </a:solidFill>
              </a:rPr>
              <a:t>ECM</a:t>
            </a:r>
          </a:p>
        </p:txBody>
      </p:sp>
      <p:sp>
        <p:nvSpPr>
          <p:cNvPr id="21" name="">
            <a:extLst xmlns:a="http://schemas.openxmlformats.org/drawingml/2006/main">
              <a:ext uri="{FF2B5EF4-FFF2-40B4-BE49-F238E27FC236}">
                <a16:creationId xmlns:a16="http://schemas.microsoft.com/office/drawing/2014/main" id="{4C4C302F-9B95-451C-B2BB-341371B61667}"/>
              </a:ext>
            </a:extLst>
          </p:cNvPr>
          <p:cNvSpPr>
            <a:spLocks xmlns:a="http://schemas.openxmlformats.org/drawingml/2006/main" noGrp="1"/>
          </p:cNvSpPr>
          <p:nvPr/>
        </p:nvSpPr>
        <p:spPr>
          <a:xfrm xmlns:a="http://schemas.openxmlformats.org/drawingml/2006/main">
            <a:off x="3333750" y="4619625"/>
            <a:ext cx="1047750" cy="457200"/>
          </a:xfrm>
          <a:prstGeom xmlns:a="http://schemas.openxmlformats.org/drawingml/2006/main" prst="roundRect">
            <a:avLst>
              <a:gd name="adj" fmla="val 16667"/>
            </a:avLst>
          </a:prstGeom>
          <a:solidFill xmlns:a="http://schemas.openxmlformats.org/drawingml/2006/main">
            <a:srgbClr val="E8F4F5"/>
          </a:solidFill>
          <a:ln xmlns:a="http://schemas.openxmlformats.org/drawingml/2006/main" w="14288">
            <a:solidFill>
              <a:srgbClr val="16A6B6"/>
            </a:solidFill>
            <a:prstDash val="solid"/>
          </a:ln>
        </p:spPr>
      </p:sp>
      <p:sp>
        <p:nvSpPr>
          <p:cNvPr id="22" name="text">
            <a:extLst xmlns:a="http://schemas.openxmlformats.org/drawingml/2006/main">
              <a:ext uri="{FF2B5EF4-FFF2-40B4-BE49-F238E27FC236}">
                <a16:creationId xmlns:a16="http://schemas.microsoft.com/office/drawing/2014/main" id="{AE908928-E977-4A57-A16D-C32CF7A4F313}"/>
              </a:ext>
            </a:extLst>
          </p:cNvPr>
          <p:cNvSpPr>
            <a:spLocks xmlns:a="http://schemas.openxmlformats.org/drawingml/2006/main" noGrp="1"/>
          </p:cNvSpPr>
          <p:nvPr/>
        </p:nvSpPr>
        <p:spPr>
          <a:xfrm xmlns:a="http://schemas.openxmlformats.org/drawingml/2006/main">
            <a:off x="3429000" y="4752975"/>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102A43"/>
                </a:solidFill>
              </a:defRPr>
            </a:pPr>
            <a:r>
              <a:rPr sz="1200" b="1">
                <a:solidFill>
                  <a:srgbClr val="102A43"/>
                </a:solidFill>
              </a:rPr>
              <a:t>fluid</a:t>
            </a:r>
          </a:p>
        </p:txBody>
      </p:sp>
      <p:sp>
        <p:nvSpPr>
          <p:cNvPr id="23" name="">
            <a:extLst xmlns:a="http://schemas.openxmlformats.org/drawingml/2006/main">
              <a:ext uri="{FF2B5EF4-FFF2-40B4-BE49-F238E27FC236}">
                <a16:creationId xmlns:a16="http://schemas.microsoft.com/office/drawing/2014/main" id="{BB7AE169-75DD-4906-827A-86285670B359}"/>
              </a:ext>
            </a:extLst>
          </p:cNvPr>
          <p:cNvSpPr>
            <a:spLocks xmlns:a="http://schemas.openxmlformats.org/drawingml/2006/main" noGrp="1"/>
          </p:cNvSpPr>
          <p:nvPr/>
        </p:nvSpPr>
        <p:spPr>
          <a:xfrm xmlns:a="http://schemas.openxmlformats.org/drawingml/2006/main">
            <a:off x="6381750" y="4762500"/>
            <a:ext cx="1047750" cy="457200"/>
          </a:xfrm>
          <a:prstGeom xmlns:a="http://schemas.openxmlformats.org/drawingml/2006/main" prst="roundRect">
            <a:avLst>
              <a:gd name="adj" fmla="val 16667"/>
            </a:avLst>
          </a:prstGeom>
          <a:solidFill xmlns:a="http://schemas.openxmlformats.org/drawingml/2006/main">
            <a:srgbClr val="E8F4F5"/>
          </a:solidFill>
          <a:ln xmlns:a="http://schemas.openxmlformats.org/drawingml/2006/main" w="14288">
            <a:solidFill>
              <a:srgbClr val="16A6B6"/>
            </a:solidFill>
            <a:prstDash val="solid"/>
          </a:ln>
        </p:spPr>
      </p:sp>
      <p:sp>
        <p:nvSpPr>
          <p:cNvPr id="24" name="text">
            <a:extLst xmlns:a="http://schemas.openxmlformats.org/drawingml/2006/main">
              <a:ext uri="{FF2B5EF4-FFF2-40B4-BE49-F238E27FC236}">
                <a16:creationId xmlns:a16="http://schemas.microsoft.com/office/drawing/2014/main" id="{C328D917-E902-46A3-8AD2-201CE8C0DC03}"/>
              </a:ext>
            </a:extLst>
          </p:cNvPr>
          <p:cNvSpPr>
            <a:spLocks xmlns:a="http://schemas.openxmlformats.org/drawingml/2006/main" noGrp="1"/>
          </p:cNvSpPr>
          <p:nvPr/>
        </p:nvSpPr>
        <p:spPr>
          <a:xfrm xmlns:a="http://schemas.openxmlformats.org/drawingml/2006/main">
            <a:off x="6477000" y="48958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102A43"/>
                </a:solidFill>
              </a:defRPr>
            </a:pPr>
            <a:r>
              <a:rPr sz="1200" b="1">
                <a:solidFill>
                  <a:srgbClr val="102A43"/>
                </a:solidFill>
              </a:rPr>
              <a:t>nucleus</a:t>
            </a:r>
          </a:p>
        </p:txBody>
      </p:sp>
      <p:sp>
        <p:nvSpPr>
          <p:cNvPr id="25" name="text">
            <a:extLst xmlns:a="http://schemas.openxmlformats.org/drawingml/2006/main">
              <a:ext uri="{FF2B5EF4-FFF2-40B4-BE49-F238E27FC236}">
                <a16:creationId xmlns:a16="http://schemas.microsoft.com/office/drawing/2014/main" id="{8AAAF393-AE1A-4FFD-8724-AFA787B02586}"/>
              </a:ext>
            </a:extLst>
          </p:cNvPr>
          <p:cNvSpPr>
            <a:spLocks xmlns:a="http://schemas.openxmlformats.org/drawingml/2006/main" noGrp="1"/>
          </p:cNvSpPr>
          <p:nvPr/>
        </p:nvSpPr>
        <p:spPr>
          <a:xfrm xmlns:a="http://schemas.openxmlformats.org/drawingml/2006/main">
            <a:off x="1428750" y="5619750"/>
            <a:ext cx="895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102A43"/>
                </a:solidFill>
              </a:defRPr>
            </a:pPr>
            <a:r>
              <a:rPr sz="1725" b="1">
                <a:solidFill>
                  <a:srgbClr val="102A43"/>
                </a:solidFill>
              </a:rPr>
              <a:t>Useful learned targets: preconditioners, performance predictors, anomaly detection, posterior summaries.</a:t>
            </a:r>
          </a:p>
        </p:txBody>
      </p:sp>
      <p:sp>
        <p:nvSpPr>
          <p:cNvPr id="26" name="text">
            <a:extLst xmlns:a="http://schemas.openxmlformats.org/drawingml/2006/main">
              <a:ext uri="{FF2B5EF4-FFF2-40B4-BE49-F238E27FC236}">
                <a16:creationId xmlns:a16="http://schemas.microsoft.com/office/drawing/2014/main" id="{5C33E034-FAC5-49EB-8CF9-91A727067B19}"/>
              </a:ext>
            </a:extLst>
          </p:cNvPr>
          <p:cNvSpPr>
            <a:spLocks xmlns:a="http://schemas.openxmlformats.org/drawingml/2006/main" noGrp="1"/>
          </p:cNvSpPr>
          <p:nvPr/>
        </p:nvSpPr>
        <p:spPr>
          <a:xfrm xmlns:a="http://schemas.openxmlformats.org/drawingml/2006/main">
            <a:off x="1428750" y="6000750"/>
            <a:ext cx="895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9B1C1C"/>
                </a:solidFill>
              </a:defRPr>
            </a:pPr>
            <a:r>
              <a:rPr sz="1350" b="0">
                <a:solidFill>
                  <a:srgbClr val="9B1C1C"/>
                </a:solidFill>
              </a:rPr>
              <a:t>Forbidden shortcut: inventing an unregistered mechanical edge because two embeddings are similar.</a:t>
            </a:r>
          </a:p>
        </p:txBody>
      </p:sp>
    </p:spTree>
    <p:extLst>
      <p:ext uri="{BB962C8B-B14F-4D97-AF65-F5344CB8AC3E}">
        <p14:creationId xmlns:p14="http://schemas.microsoft.com/office/powerpoint/2010/main" val="138917395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text">
            <a:extLst xmlns:a="http://schemas.openxmlformats.org/drawingml/2006/main">
              <a:ext uri="{FF2B5EF4-FFF2-40B4-BE49-F238E27FC236}">
                <a16:creationId xmlns:a16="http://schemas.microsoft.com/office/drawing/2014/main" id="{D6AD598A-6619-47B4-BF41-CD6BDF8670F0}"/>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OBSERVATION MODEL</a:t>
            </a:r>
          </a:p>
        </p:txBody>
      </p:sp>
      <p:sp>
        <p:nvSpPr>
          <p:cNvPr id="2" name="text">
            <a:extLst xmlns:a="http://schemas.openxmlformats.org/drawingml/2006/main">
              <a:ext uri="{FF2B5EF4-FFF2-40B4-BE49-F238E27FC236}">
                <a16:creationId xmlns:a16="http://schemas.microsoft.com/office/drawing/2014/main" id="{A5F4F0A0-638D-48D8-97CB-03DB6D7364D5}"/>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0F14"/>
                </a:solidFill>
              </a:defRPr>
            </a:pPr>
            <a:r>
              <a:rPr sz="2850" b="1">
                <a:solidFill>
                  <a:srgbClr val="0B0F14"/>
                </a:solidFill>
              </a:rPr>
              <a:t>Experiments observe projections of latent cell state</a:t>
            </a:r>
          </a:p>
        </p:txBody>
      </p:sp>
      <p:cxnSp>
        <p:nvCxnSpPr>
          <p:cNvPr id="27"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787A3894-7961-48CD-B674-2955698F223E}"/>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32</a:t>
            </a:r>
          </a:p>
        </p:txBody>
      </p:sp>
      <p:sp>
        <p:nvSpPr>
          <p:cNvPr id="5" name="text">
            <a:extLst xmlns:a="http://schemas.openxmlformats.org/drawingml/2006/main">
              <a:ext uri="{FF2B5EF4-FFF2-40B4-BE49-F238E27FC236}">
                <a16:creationId xmlns:a16="http://schemas.microsoft.com/office/drawing/2014/main" id="{C5DBBA4C-EC3A-4704-9577-E48B6AA8C44F}"/>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sp>
        <p:nvSpPr>
          <p:cNvPr id="6" name="">
            <a:extLst xmlns:a="http://schemas.openxmlformats.org/drawingml/2006/main">
              <a:ext uri="{FF2B5EF4-FFF2-40B4-BE49-F238E27FC236}">
                <a16:creationId xmlns:a16="http://schemas.microsoft.com/office/drawing/2014/main" id="{23DACEE0-44E9-4F16-8EE5-DDED9A0E5476}"/>
              </a:ext>
            </a:extLst>
          </p:cNvPr>
          <p:cNvSpPr>
            <a:spLocks xmlns:a="http://schemas.openxmlformats.org/drawingml/2006/main" noGrp="1"/>
          </p:cNvSpPr>
          <p:nvPr/>
        </p:nvSpPr>
        <p:spPr>
          <a:xfrm xmlns:a="http://schemas.openxmlformats.org/drawingml/2006/main">
            <a:off x="1476375" y="1809750"/>
            <a:ext cx="1428750" cy="723900"/>
          </a:xfrm>
          <a:prstGeom xmlns:a="http://schemas.openxmlformats.org/drawingml/2006/main" prst="roundRect">
            <a:avLst>
              <a:gd name="adj" fmla="val 10526"/>
            </a:avLst>
          </a:prstGeom>
          <a:solidFill xmlns:a="http://schemas.openxmlformats.org/drawingml/2006/main">
            <a:srgbClr val="EEF4F7"/>
          </a:solidFill>
          <a:ln xmlns:a="http://schemas.openxmlformats.org/drawingml/2006/main" w="14288">
            <a:solidFill>
              <a:srgbClr val="16A6B6"/>
            </a:solidFill>
            <a:prstDash val="solid"/>
          </a:ln>
        </p:spPr>
      </p:sp>
      <p:sp>
        <p:nvSpPr>
          <p:cNvPr id="7" name="text">
            <a:extLst xmlns:a="http://schemas.openxmlformats.org/drawingml/2006/main">
              <a:ext uri="{FF2B5EF4-FFF2-40B4-BE49-F238E27FC236}">
                <a16:creationId xmlns:a16="http://schemas.microsoft.com/office/drawing/2014/main" id="{54E5B613-5844-4180-BBEF-A2E33DAFD641}"/>
              </a:ext>
            </a:extLst>
          </p:cNvPr>
          <p:cNvSpPr>
            <a:spLocks xmlns:a="http://schemas.openxmlformats.org/drawingml/2006/main" noGrp="1"/>
          </p:cNvSpPr>
          <p:nvPr/>
        </p:nvSpPr>
        <p:spPr>
          <a:xfrm xmlns:a="http://schemas.openxmlformats.org/drawingml/2006/main">
            <a:off x="1571625" y="1943100"/>
            <a:ext cx="123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2A43"/>
                </a:solidFill>
              </a:defRPr>
            </a:pPr>
            <a:r>
              <a:rPr sz="1350" b="1">
                <a:solidFill>
                  <a:srgbClr val="102A43"/>
                </a:solidFill>
              </a:rPr>
              <a:t>AFM /</a:t>
            </a:r>
          </a:p>
          <a:p xmlns:a="http://schemas.openxmlformats.org/drawingml/2006/main">
            <a:pPr algn="ctr">
              <a:defRPr sz="1350" b="1">
                <a:solidFill>
                  <a:srgbClr val="102A43"/>
                </a:solidFill>
              </a:defRPr>
            </a:pPr>
            <a:r>
              <a:rPr sz="1350" b="1">
                <a:solidFill>
                  <a:srgbClr val="102A43"/>
                </a:solidFill>
              </a:rPr>
              <a:t>indentation</a:t>
            </a:r>
          </a:p>
        </p:txBody>
      </p:sp>
      <p:cxnSp>
        <p:nvCxnSpPr>
          <p:cNvPr id="32" name=""/>
          <p:cNvCxnSpPr/>
          <p:nvPr/>
        </p:nvCxnSpPr>
        <p:spPr>
          <a:xfrm xmlns:a="http://schemas.openxmlformats.org/drawingml/2006/main">
            <a:off x="2190750" y="2171700"/>
            <a:ext cx="3429000" cy="1114425"/>
          </a:xfrm>
          <a:prstGeom xmlns:a="http://schemas.openxmlformats.org/drawingml/2006/main" prst="straightConnector1">
            <a:avLst/>
          </a:prstGeom>
          <a:ln xmlns:a="http://schemas.openxmlformats.org/drawingml/2006/main" w="19050">
            <a:solidFill>
              <a:srgbClr val="B8C7D0"/>
            </a:solidFill>
            <a:prstDash val="solid"/>
          </a:ln>
        </p:spPr>
      </p:cxnSp>
      <p:sp>
        <p:nvSpPr>
          <p:cNvPr id="9" name="">
            <a:extLst xmlns:a="http://schemas.openxmlformats.org/drawingml/2006/main">
              <a:ext uri="{FF2B5EF4-FFF2-40B4-BE49-F238E27FC236}">
                <a16:creationId xmlns:a16="http://schemas.microsoft.com/office/drawing/2014/main" id="{C23C01EF-7DD0-4941-ACE5-B3BAC377EA1C}"/>
              </a:ext>
            </a:extLst>
          </p:cNvPr>
          <p:cNvSpPr>
            <a:spLocks xmlns:a="http://schemas.openxmlformats.org/drawingml/2006/main" noGrp="1"/>
          </p:cNvSpPr>
          <p:nvPr/>
        </p:nvSpPr>
        <p:spPr>
          <a:xfrm xmlns:a="http://schemas.openxmlformats.org/drawingml/2006/main">
            <a:off x="4857750" y="1285875"/>
            <a:ext cx="1428750" cy="723900"/>
          </a:xfrm>
          <a:prstGeom xmlns:a="http://schemas.openxmlformats.org/drawingml/2006/main" prst="roundRect">
            <a:avLst>
              <a:gd name="adj" fmla="val 10526"/>
            </a:avLst>
          </a:prstGeom>
          <a:solidFill xmlns:a="http://schemas.openxmlformats.org/drawingml/2006/main">
            <a:srgbClr val="EEF4F7"/>
          </a:solidFill>
          <a:ln xmlns:a="http://schemas.openxmlformats.org/drawingml/2006/main" w="14288">
            <a:solidFill>
              <a:srgbClr val="16A6B6"/>
            </a:solidFill>
            <a:prstDash val="solid"/>
          </a:ln>
        </p:spPr>
      </p:sp>
      <p:sp>
        <p:nvSpPr>
          <p:cNvPr id="10" name="text">
            <a:extLst xmlns:a="http://schemas.openxmlformats.org/drawingml/2006/main">
              <a:ext uri="{FF2B5EF4-FFF2-40B4-BE49-F238E27FC236}">
                <a16:creationId xmlns:a16="http://schemas.microsoft.com/office/drawing/2014/main" id="{E76FE115-1C4A-4555-85C3-A8C5CB600317}"/>
              </a:ext>
            </a:extLst>
          </p:cNvPr>
          <p:cNvSpPr>
            <a:spLocks xmlns:a="http://schemas.openxmlformats.org/drawingml/2006/main" noGrp="1"/>
          </p:cNvSpPr>
          <p:nvPr/>
        </p:nvSpPr>
        <p:spPr>
          <a:xfrm xmlns:a="http://schemas.openxmlformats.org/drawingml/2006/main">
            <a:off x="4953000" y="1419225"/>
            <a:ext cx="123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2A43"/>
                </a:solidFill>
              </a:defRPr>
            </a:pPr>
            <a:r>
              <a:rPr sz="1350" b="1">
                <a:solidFill>
                  <a:srgbClr val="102A43"/>
                </a:solidFill>
              </a:rPr>
              <a:t>traction</a:t>
            </a:r>
          </a:p>
          <a:p xmlns:a="http://schemas.openxmlformats.org/drawingml/2006/main">
            <a:pPr algn="ctr">
              <a:defRPr sz="1350" b="1">
                <a:solidFill>
                  <a:srgbClr val="102A43"/>
                </a:solidFill>
              </a:defRPr>
            </a:pPr>
            <a:r>
              <a:rPr sz="1350" b="1">
                <a:solidFill>
                  <a:srgbClr val="102A43"/>
                </a:solidFill>
              </a:rPr>
              <a:t>microscopy</a:t>
            </a:r>
          </a:p>
        </p:txBody>
      </p:sp>
      <p:cxnSp>
        <p:nvCxnSpPr>
          <p:cNvPr id="35" name=""/>
          <p:cNvCxnSpPr/>
          <p:nvPr/>
        </p:nvCxnSpPr>
        <p:spPr>
          <a:xfrm xmlns:a="http://schemas.openxmlformats.org/drawingml/2006/main">
            <a:off x="5572125" y="1647825"/>
            <a:ext cx="47625" cy="1638300"/>
          </a:xfrm>
          <a:prstGeom xmlns:a="http://schemas.openxmlformats.org/drawingml/2006/main" prst="straightConnector1">
            <a:avLst/>
          </a:prstGeom>
          <a:ln xmlns:a="http://schemas.openxmlformats.org/drawingml/2006/main" w="19050">
            <a:solidFill>
              <a:srgbClr val="B8C7D0"/>
            </a:solidFill>
            <a:prstDash val="solid"/>
          </a:ln>
        </p:spPr>
      </p:cxnSp>
      <p:sp>
        <p:nvSpPr>
          <p:cNvPr id="12" name="">
            <a:extLst xmlns:a="http://schemas.openxmlformats.org/drawingml/2006/main">
              <a:ext uri="{FF2B5EF4-FFF2-40B4-BE49-F238E27FC236}">
                <a16:creationId xmlns:a16="http://schemas.microsoft.com/office/drawing/2014/main" id="{3C29BCC7-BB62-4E52-9C85-DCBE57AD8C49}"/>
              </a:ext>
            </a:extLst>
          </p:cNvPr>
          <p:cNvSpPr>
            <a:spLocks xmlns:a="http://schemas.openxmlformats.org/drawingml/2006/main" noGrp="1"/>
          </p:cNvSpPr>
          <p:nvPr/>
        </p:nvSpPr>
        <p:spPr>
          <a:xfrm xmlns:a="http://schemas.openxmlformats.org/drawingml/2006/main">
            <a:off x="8239125" y="1809750"/>
            <a:ext cx="1428750" cy="723900"/>
          </a:xfrm>
          <a:prstGeom xmlns:a="http://schemas.openxmlformats.org/drawingml/2006/main" prst="roundRect">
            <a:avLst>
              <a:gd name="adj" fmla="val 10526"/>
            </a:avLst>
          </a:prstGeom>
          <a:solidFill xmlns:a="http://schemas.openxmlformats.org/drawingml/2006/main">
            <a:srgbClr val="EEF4F7"/>
          </a:solidFill>
          <a:ln xmlns:a="http://schemas.openxmlformats.org/drawingml/2006/main" w="14288">
            <a:solidFill>
              <a:srgbClr val="16A6B6"/>
            </a:solidFill>
            <a:prstDash val="solid"/>
          </a:ln>
        </p:spPr>
      </p:sp>
      <p:sp>
        <p:nvSpPr>
          <p:cNvPr id="13" name="text">
            <a:extLst xmlns:a="http://schemas.openxmlformats.org/drawingml/2006/main">
              <a:ext uri="{FF2B5EF4-FFF2-40B4-BE49-F238E27FC236}">
                <a16:creationId xmlns:a16="http://schemas.microsoft.com/office/drawing/2014/main" id="{FD23EB70-DE7B-4278-844B-4D96C3FAE473}"/>
              </a:ext>
            </a:extLst>
          </p:cNvPr>
          <p:cNvSpPr>
            <a:spLocks xmlns:a="http://schemas.openxmlformats.org/drawingml/2006/main" noGrp="1"/>
          </p:cNvSpPr>
          <p:nvPr/>
        </p:nvSpPr>
        <p:spPr>
          <a:xfrm xmlns:a="http://schemas.openxmlformats.org/drawingml/2006/main">
            <a:off x="8334375" y="1943100"/>
            <a:ext cx="123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2A43"/>
                </a:solidFill>
              </a:defRPr>
            </a:pPr>
            <a:r>
              <a:rPr sz="1350" b="1">
                <a:solidFill>
                  <a:srgbClr val="102A43"/>
                </a:solidFill>
              </a:rPr>
              <a:t>live</a:t>
            </a:r>
          </a:p>
          <a:p xmlns:a="http://schemas.openxmlformats.org/drawingml/2006/main">
            <a:pPr algn="ctr">
              <a:defRPr sz="1350" b="1">
                <a:solidFill>
                  <a:srgbClr val="102A43"/>
                </a:solidFill>
              </a:defRPr>
            </a:pPr>
            <a:r>
              <a:rPr sz="1350" b="1">
                <a:solidFill>
                  <a:srgbClr val="102A43"/>
                </a:solidFill>
              </a:rPr>
              <a:t>imaging</a:t>
            </a:r>
          </a:p>
        </p:txBody>
      </p:sp>
      <p:cxnSp>
        <p:nvCxnSpPr>
          <p:cNvPr id="38" name=""/>
          <p:cNvCxnSpPr/>
          <p:nvPr/>
        </p:nvCxnSpPr>
        <p:spPr>
          <a:xfrm xmlns:a="http://schemas.openxmlformats.org/drawingml/2006/main">
            <a:off x="5619750" y="2171700"/>
            <a:ext cx="3333750" cy="1114425"/>
          </a:xfrm>
          <a:prstGeom xmlns:a="http://schemas.openxmlformats.org/drawingml/2006/main" prst="straightConnector1">
            <a:avLst/>
          </a:prstGeom>
          <a:ln xmlns:a="http://schemas.openxmlformats.org/drawingml/2006/main" w="19050">
            <a:solidFill>
              <a:srgbClr val="B8C7D0"/>
            </a:solidFill>
            <a:prstDash val="solid"/>
          </a:ln>
        </p:spPr>
      </p:cxnSp>
      <p:sp>
        <p:nvSpPr>
          <p:cNvPr id="15" name="">
            <a:extLst xmlns:a="http://schemas.openxmlformats.org/drawingml/2006/main">
              <a:ext uri="{FF2B5EF4-FFF2-40B4-BE49-F238E27FC236}">
                <a16:creationId xmlns:a16="http://schemas.microsoft.com/office/drawing/2014/main" id="{67B2657D-EAFF-4359-BD75-22A4A37B8899}"/>
              </a:ext>
            </a:extLst>
          </p:cNvPr>
          <p:cNvSpPr>
            <a:spLocks xmlns:a="http://schemas.openxmlformats.org/drawingml/2006/main" noGrp="1"/>
          </p:cNvSpPr>
          <p:nvPr/>
        </p:nvSpPr>
        <p:spPr>
          <a:xfrm xmlns:a="http://schemas.openxmlformats.org/drawingml/2006/main">
            <a:off x="2476500" y="4572000"/>
            <a:ext cx="1428750" cy="723900"/>
          </a:xfrm>
          <a:prstGeom xmlns:a="http://schemas.openxmlformats.org/drawingml/2006/main" prst="roundRect">
            <a:avLst>
              <a:gd name="adj" fmla="val 10526"/>
            </a:avLst>
          </a:prstGeom>
          <a:solidFill xmlns:a="http://schemas.openxmlformats.org/drawingml/2006/main">
            <a:srgbClr val="EEF4F7"/>
          </a:solidFill>
          <a:ln xmlns:a="http://schemas.openxmlformats.org/drawingml/2006/main" w="14288">
            <a:solidFill>
              <a:srgbClr val="16A6B6"/>
            </a:solidFill>
            <a:prstDash val="solid"/>
          </a:ln>
        </p:spPr>
      </p:sp>
      <p:sp>
        <p:nvSpPr>
          <p:cNvPr id="16" name="text">
            <a:extLst xmlns:a="http://schemas.openxmlformats.org/drawingml/2006/main">
              <a:ext uri="{FF2B5EF4-FFF2-40B4-BE49-F238E27FC236}">
                <a16:creationId xmlns:a16="http://schemas.microsoft.com/office/drawing/2014/main" id="{69B3BA35-ED9D-42A5-8D33-99959A4475AA}"/>
              </a:ext>
            </a:extLst>
          </p:cNvPr>
          <p:cNvSpPr>
            <a:spLocks xmlns:a="http://schemas.openxmlformats.org/drawingml/2006/main" noGrp="1"/>
          </p:cNvSpPr>
          <p:nvPr/>
        </p:nvSpPr>
        <p:spPr>
          <a:xfrm xmlns:a="http://schemas.openxmlformats.org/drawingml/2006/main">
            <a:off x="2571750" y="4705350"/>
            <a:ext cx="123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2A43"/>
                </a:solidFill>
              </a:defRPr>
            </a:pPr>
            <a:r>
              <a:rPr sz="1350" b="1">
                <a:solidFill>
                  <a:srgbClr val="102A43"/>
                </a:solidFill>
              </a:rPr>
              <a:t>micropipette</a:t>
            </a:r>
          </a:p>
        </p:txBody>
      </p:sp>
      <p:cxnSp>
        <p:nvCxnSpPr>
          <p:cNvPr id="41" name=""/>
          <p:cNvCxnSpPr/>
          <p:nvPr/>
        </p:nvCxnSpPr>
        <p:spPr>
          <a:xfrm xmlns:a="http://schemas.openxmlformats.org/drawingml/2006/main">
            <a:off x="3190875" y="3286125"/>
            <a:ext cx="2428875" cy="1647825"/>
          </a:xfrm>
          <a:prstGeom xmlns:a="http://schemas.openxmlformats.org/drawingml/2006/main" prst="straightConnector1">
            <a:avLst/>
          </a:prstGeom>
          <a:ln xmlns:a="http://schemas.openxmlformats.org/drawingml/2006/main" w="19050">
            <a:solidFill>
              <a:srgbClr val="B8C7D0"/>
            </a:solidFill>
            <a:prstDash val="solid"/>
          </a:ln>
        </p:spPr>
      </p:cxnSp>
      <p:sp>
        <p:nvSpPr>
          <p:cNvPr id="18" name="">
            <a:extLst xmlns:a="http://schemas.openxmlformats.org/drawingml/2006/main">
              <a:ext uri="{FF2B5EF4-FFF2-40B4-BE49-F238E27FC236}">
                <a16:creationId xmlns:a16="http://schemas.microsoft.com/office/drawing/2014/main" id="{D54ED4E5-C9B3-4D23-A2B9-EDC603E04816}"/>
              </a:ext>
            </a:extLst>
          </p:cNvPr>
          <p:cNvSpPr>
            <a:spLocks xmlns:a="http://schemas.openxmlformats.org/drawingml/2006/main" noGrp="1"/>
          </p:cNvSpPr>
          <p:nvPr/>
        </p:nvSpPr>
        <p:spPr>
          <a:xfrm xmlns:a="http://schemas.openxmlformats.org/drawingml/2006/main">
            <a:off x="7239000" y="4572000"/>
            <a:ext cx="1428750" cy="723900"/>
          </a:xfrm>
          <a:prstGeom xmlns:a="http://schemas.openxmlformats.org/drawingml/2006/main" prst="roundRect">
            <a:avLst>
              <a:gd name="adj" fmla="val 10526"/>
            </a:avLst>
          </a:prstGeom>
          <a:solidFill xmlns:a="http://schemas.openxmlformats.org/drawingml/2006/main">
            <a:srgbClr val="EEF4F7"/>
          </a:solidFill>
          <a:ln xmlns:a="http://schemas.openxmlformats.org/drawingml/2006/main" w="14288">
            <a:solidFill>
              <a:srgbClr val="16A6B6"/>
            </a:solidFill>
            <a:prstDash val="solid"/>
          </a:ln>
        </p:spPr>
      </p:sp>
      <p:sp>
        <p:nvSpPr>
          <p:cNvPr id="19" name="text">
            <a:extLst xmlns:a="http://schemas.openxmlformats.org/drawingml/2006/main">
              <a:ext uri="{FF2B5EF4-FFF2-40B4-BE49-F238E27FC236}">
                <a16:creationId xmlns:a16="http://schemas.microsoft.com/office/drawing/2014/main" id="{9CF19ECE-E43E-4542-A037-620BDB781EDF}"/>
              </a:ext>
            </a:extLst>
          </p:cNvPr>
          <p:cNvSpPr>
            <a:spLocks xmlns:a="http://schemas.openxmlformats.org/drawingml/2006/main" noGrp="1"/>
          </p:cNvSpPr>
          <p:nvPr/>
        </p:nvSpPr>
        <p:spPr>
          <a:xfrm xmlns:a="http://schemas.openxmlformats.org/drawingml/2006/main">
            <a:off x="7334250" y="4705350"/>
            <a:ext cx="123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2A43"/>
                </a:solidFill>
              </a:defRPr>
            </a:pPr>
            <a:r>
              <a:rPr sz="1350" b="1">
                <a:solidFill>
                  <a:srgbClr val="102A43"/>
                </a:solidFill>
              </a:rPr>
              <a:t>ablation /</a:t>
            </a:r>
          </a:p>
          <a:p xmlns:a="http://schemas.openxmlformats.org/drawingml/2006/main">
            <a:pPr algn="ctr">
              <a:defRPr sz="1350" b="1">
                <a:solidFill>
                  <a:srgbClr val="102A43"/>
                </a:solidFill>
              </a:defRPr>
            </a:pPr>
            <a:r>
              <a:rPr sz="1350" b="1">
                <a:solidFill>
                  <a:srgbClr val="102A43"/>
                </a:solidFill>
              </a:rPr>
              <a:t>drug</a:t>
            </a:r>
          </a:p>
        </p:txBody>
      </p:sp>
      <p:cxnSp>
        <p:nvCxnSpPr>
          <p:cNvPr id="44" name=""/>
          <p:cNvCxnSpPr/>
          <p:nvPr/>
        </p:nvCxnSpPr>
        <p:spPr>
          <a:xfrm xmlns:a="http://schemas.openxmlformats.org/drawingml/2006/main">
            <a:off x="5619750" y="3286125"/>
            <a:ext cx="2333625" cy="1647825"/>
          </a:xfrm>
          <a:prstGeom xmlns:a="http://schemas.openxmlformats.org/drawingml/2006/main" prst="straightConnector1">
            <a:avLst/>
          </a:prstGeom>
          <a:ln xmlns:a="http://schemas.openxmlformats.org/drawingml/2006/main" w="19050">
            <a:solidFill>
              <a:srgbClr val="B8C7D0"/>
            </a:solidFill>
            <a:prstDash val="solid"/>
          </a:ln>
        </p:spPr>
      </p:cxnSp>
      <p:sp>
        <p:nvSpPr>
          <p:cNvPr id="21" name="">
            <a:extLst xmlns:a="http://schemas.openxmlformats.org/drawingml/2006/main">
              <a:ext uri="{FF2B5EF4-FFF2-40B4-BE49-F238E27FC236}">
                <a16:creationId xmlns:a16="http://schemas.microsoft.com/office/drawing/2014/main" id="{089E94DA-2042-4D90-8022-F00BE49F1490}"/>
              </a:ext>
            </a:extLst>
          </p:cNvPr>
          <p:cNvSpPr>
            <a:spLocks xmlns:a="http://schemas.openxmlformats.org/drawingml/2006/main" noGrp="1"/>
          </p:cNvSpPr>
          <p:nvPr/>
        </p:nvSpPr>
        <p:spPr>
          <a:xfrm xmlns:a="http://schemas.openxmlformats.org/drawingml/2006/main">
            <a:off x="4762500" y="2857500"/>
            <a:ext cx="1714500" cy="857250"/>
          </a:xfrm>
          <a:prstGeom xmlns:a="http://schemas.openxmlformats.org/drawingml/2006/main" prst="roundRect">
            <a:avLst>
              <a:gd name="adj" fmla="val 8889"/>
            </a:avLst>
          </a:prstGeom>
          <a:solidFill xmlns:a="http://schemas.openxmlformats.org/drawingml/2006/main">
            <a:srgbClr val="F2ECFA"/>
          </a:solidFill>
          <a:ln xmlns:a="http://schemas.openxmlformats.org/drawingml/2006/main" w="14288">
            <a:solidFill>
              <a:srgbClr val="7454A3"/>
            </a:solidFill>
            <a:prstDash val="solid"/>
          </a:ln>
        </p:spPr>
      </p:sp>
      <p:sp>
        <p:nvSpPr>
          <p:cNvPr id="22" name="text">
            <a:extLst xmlns:a="http://schemas.openxmlformats.org/drawingml/2006/main">
              <a:ext uri="{FF2B5EF4-FFF2-40B4-BE49-F238E27FC236}">
                <a16:creationId xmlns:a16="http://schemas.microsoft.com/office/drawing/2014/main" id="{733DCA9F-00ED-4BD1-A506-25C1A4BD1BEE}"/>
              </a:ext>
            </a:extLst>
          </p:cNvPr>
          <p:cNvSpPr>
            <a:spLocks xmlns:a="http://schemas.openxmlformats.org/drawingml/2006/main" noGrp="1"/>
          </p:cNvSpPr>
          <p:nvPr/>
        </p:nvSpPr>
        <p:spPr>
          <a:xfrm xmlns:a="http://schemas.openxmlformats.org/drawingml/2006/main">
            <a:off x="4857750" y="2990850"/>
            <a:ext cx="152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102A43"/>
                </a:solidFill>
              </a:defRPr>
            </a:pPr>
            <a:r>
              <a:rPr sz="1650" b="1">
                <a:solidFill>
                  <a:srgbClr val="102A43"/>
                </a:solidFill>
              </a:rPr>
              <a:t>latent cell</a:t>
            </a:r>
          </a:p>
          <a:p xmlns:a="http://schemas.openxmlformats.org/drawingml/2006/main">
            <a:pPr algn="ctr">
              <a:defRPr sz="1650" b="1">
                <a:solidFill>
                  <a:srgbClr val="102A43"/>
                </a:solidFill>
              </a:defRPr>
            </a:pPr>
            <a:r>
              <a:rPr sz="1650" b="1">
                <a:solidFill>
                  <a:srgbClr val="102A43"/>
                </a:solidFill>
              </a:rPr>
              <a:t>state</a:t>
            </a:r>
          </a:p>
        </p:txBody>
      </p:sp>
      <p:sp>
        <p:nvSpPr>
          <p:cNvPr id="23" name="">
            <a:extLst xmlns:a="http://schemas.openxmlformats.org/drawingml/2006/main">
              <a:ext uri="{FF2B5EF4-FFF2-40B4-BE49-F238E27FC236}">
                <a16:creationId xmlns:a16="http://schemas.microsoft.com/office/drawing/2014/main" id="{35AD6901-6561-4460-9732-921A16900FE1}"/>
              </a:ext>
            </a:extLst>
          </p:cNvPr>
          <p:cNvSpPr>
            <a:spLocks xmlns:a="http://schemas.openxmlformats.org/drawingml/2006/main" noGrp="1"/>
          </p:cNvSpPr>
          <p:nvPr/>
        </p:nvSpPr>
        <p:spPr>
          <a:xfrm xmlns:a="http://schemas.openxmlformats.org/drawingml/2006/main">
            <a:off x="666750" y="5524500"/>
            <a:ext cx="10858500" cy="714375"/>
          </a:xfrm>
          <a:prstGeom xmlns:a="http://schemas.openxmlformats.org/drawingml/2006/main" prst="roundRect">
            <a:avLst>
              <a:gd name="adj" fmla="val 10667"/>
            </a:avLst>
          </a:prstGeom>
          <a:solidFill xmlns:a="http://schemas.openxmlformats.org/drawingml/2006/main">
            <a:srgbClr val="E8F4F5"/>
          </a:solidFill>
          <a:ln xmlns:a="http://schemas.openxmlformats.org/drawingml/2006/main" w="0">
            <a:noFill/>
            <a:prstDash val="solid"/>
          </a:ln>
        </p:spPr>
      </p:sp>
      <p:sp>
        <p:nvSpPr>
          <p:cNvPr id="24" name="text">
            <a:extLst xmlns:a="http://schemas.openxmlformats.org/drawingml/2006/main">
              <a:ext uri="{FF2B5EF4-FFF2-40B4-BE49-F238E27FC236}">
                <a16:creationId xmlns:a16="http://schemas.microsoft.com/office/drawing/2014/main" id="{463164DC-A07A-4DF2-85D3-0E6259412C26}"/>
              </a:ext>
            </a:extLst>
          </p:cNvPr>
          <p:cNvSpPr>
            <a:spLocks xmlns:a="http://schemas.openxmlformats.org/drawingml/2006/main" noGrp="1"/>
          </p:cNvSpPr>
          <p:nvPr/>
        </p:nvSpPr>
        <p:spPr>
          <a:xfrm xmlns:a="http://schemas.openxmlformats.org/drawingml/2006/main">
            <a:off x="876300" y="5705475"/>
            <a:ext cx="10439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102A43"/>
                </a:solidFill>
              </a:defRPr>
            </a:pPr>
            <a:r>
              <a:rPr sz="1875" b="1">
                <a:solidFill>
                  <a:srgbClr val="102A43"/>
                </a:solidFill>
              </a:rPr>
              <a:t>yobs = H[x(t; θ, z)] + εmeas  — compare measurements with measurements, not hidden raw state</a:t>
            </a:r>
          </a:p>
        </p:txBody>
      </p:sp>
    </p:spTree>
    <p:extLst>
      <p:ext uri="{BB962C8B-B14F-4D97-AF65-F5344CB8AC3E}">
        <p14:creationId xmlns:p14="http://schemas.microsoft.com/office/powerpoint/2010/main" val="70555077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
            <a:extLst xmlns:a="http://schemas.openxmlformats.org/drawingml/2006/main">
              <a:ext uri="{FF2B5EF4-FFF2-40B4-BE49-F238E27FC236}">
                <a16:creationId xmlns:a16="http://schemas.microsoft.com/office/drawing/2014/main" id="{9A664DD8-AAA4-4834-9E85-23919FF5F386}"/>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CURRENT EVIDENCE</a:t>
            </a:r>
          </a:p>
        </p:txBody>
      </p:sp>
      <p:sp>
        <p:nvSpPr>
          <p:cNvPr id="2" name="text">
            <a:extLst xmlns:a="http://schemas.openxmlformats.org/drawingml/2006/main">
              <a:ext uri="{FF2B5EF4-FFF2-40B4-BE49-F238E27FC236}">
                <a16:creationId xmlns:a16="http://schemas.microsoft.com/office/drawing/2014/main" id="{1A018F43-A565-4FBA-8025-D4C8D6548098}"/>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0F14"/>
                </a:solidFill>
              </a:defRPr>
            </a:pPr>
            <a:r>
              <a:rPr sz="2850" b="1">
                <a:solidFill>
                  <a:srgbClr val="0B0F14"/>
                </a:solidFill>
              </a:rPr>
              <a:t>Current results are deliberately narrow—and that is the right standard</a:t>
            </a:r>
          </a:p>
        </p:txBody>
      </p:sp>
      <p:cxnSp>
        <p:nvCxnSpPr>
          <p:cNvPr id="13"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7DA49D23-4991-4AA1-83DD-18E1794CD956}"/>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33</a:t>
            </a:r>
          </a:p>
        </p:txBody>
      </p:sp>
      <p:sp>
        <p:nvSpPr>
          <p:cNvPr id="5" name="text">
            <a:extLst xmlns:a="http://schemas.openxmlformats.org/drawingml/2006/main">
              <a:ext uri="{FF2B5EF4-FFF2-40B4-BE49-F238E27FC236}">
                <a16:creationId xmlns:a16="http://schemas.microsoft.com/office/drawing/2014/main" id="{BE9ECED6-392E-42EE-A9B7-CA8DF8220A2B}"/>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sp>
        <p:nvSpPr>
          <p:cNvPr id="6" name="">
            <a:extLst xmlns:a="http://schemas.openxmlformats.org/drawingml/2006/main">
              <a:ext uri="{FF2B5EF4-FFF2-40B4-BE49-F238E27FC236}">
                <a16:creationId xmlns:a16="http://schemas.microsoft.com/office/drawing/2014/main" id="{112FB315-9367-430D-8557-5E14CB4CC354}"/>
              </a:ext>
            </a:extLst>
          </p:cNvPr>
          <p:cNvSpPr>
            <a:spLocks xmlns:a="http://schemas.openxmlformats.org/drawingml/2006/main" noGrp="1"/>
          </p:cNvSpPr>
          <p:nvPr/>
        </p:nvSpPr>
        <p:spPr>
          <a:xfrm xmlns:a="http://schemas.openxmlformats.org/drawingml/2006/main">
            <a:off x="762000" y="1666875"/>
            <a:ext cx="4857750" cy="3429000"/>
          </a:xfrm>
          <a:prstGeom xmlns:a="http://schemas.openxmlformats.org/drawingml/2006/main" prst="roundRect">
            <a:avLst>
              <a:gd name="adj" fmla="val 2222"/>
            </a:avLst>
          </a:prstGeom>
          <a:solidFill xmlns:a="http://schemas.openxmlformats.org/drawingml/2006/main">
            <a:srgbClr val="E8F4F5"/>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E6936AD1-53B4-4439-AB0D-E527D354C3CD}"/>
              </a:ext>
            </a:extLst>
          </p:cNvPr>
          <p:cNvSpPr>
            <a:spLocks xmlns:a="http://schemas.openxmlformats.org/drawingml/2006/main" noGrp="1"/>
          </p:cNvSpPr>
          <p:nvPr/>
        </p:nvSpPr>
        <p:spPr>
          <a:xfrm xmlns:a="http://schemas.openxmlformats.org/drawingml/2006/main">
            <a:off x="1095375" y="2047875"/>
            <a:ext cx="41910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02A43"/>
                </a:solidFill>
              </a:defRPr>
            </a:pPr>
            <a:r>
              <a:rPr sz="1650" b="1">
                <a:solidFill>
                  <a:srgbClr val="102A43"/>
                </a:solidFill>
              </a:rPr>
              <a:t>Quotable scopes</a:t>
            </a:r>
          </a:p>
          <a:p xmlns:a="http://schemas.openxmlformats.org/drawingml/2006/main">
            <a:r>
              <a:t/>
            </a:r>
          </a:p>
          <a:p xmlns:a="http://schemas.openxmlformats.org/drawingml/2006/main">
            <a:pPr algn="l">
              <a:defRPr sz="1650" b="1">
                <a:solidFill>
                  <a:srgbClr val="102A43"/>
                </a:solidFill>
              </a:defRPr>
            </a:pPr>
            <a:r>
              <a:rPr sz="1650" b="1">
                <a:solidFill>
                  <a:srgbClr val="102A43"/>
                </a:solidFill>
              </a:rPr>
              <a:t>• native build / step evidence</a:t>
            </a:r>
          </a:p>
          <a:p xmlns:a="http://schemas.openxmlformats.org/drawingml/2006/main">
            <a:pPr algn="l">
              <a:defRPr sz="1650" b="1">
                <a:solidFill>
                  <a:srgbClr val="102A43"/>
                </a:solidFill>
              </a:defRPr>
            </a:pPr>
            <a:r>
              <a:rPr sz="1650" b="1">
                <a:solidFill>
                  <a:srgbClr val="102A43"/>
                </a:solidFill>
              </a:rPr>
              <a:t>• GPU residency gate</a:t>
            </a:r>
          </a:p>
          <a:p xmlns:a="http://schemas.openxmlformats.org/drawingml/2006/main">
            <a:pPr algn="l">
              <a:defRPr sz="1650" b="1">
                <a:solidFill>
                  <a:srgbClr val="102A43"/>
                </a:solidFill>
              </a:defRPr>
            </a:pPr>
            <a:r>
              <a:rPr sz="1650" b="1">
                <a:solidFill>
                  <a:srgbClr val="102A43"/>
                </a:solidFill>
              </a:rPr>
              <a:t>• ownership / parity checks</a:t>
            </a:r>
          </a:p>
          <a:p xmlns:a="http://schemas.openxmlformats.org/drawingml/2006/main">
            <a:pPr algn="l">
              <a:defRPr sz="1650" b="1">
                <a:solidFill>
                  <a:srgbClr val="102A43"/>
                </a:solidFill>
              </a:defRPr>
            </a:pPr>
            <a:r>
              <a:rPr sz="1650" b="1">
                <a:solidFill>
                  <a:srgbClr val="102A43"/>
                </a:solidFill>
              </a:rPr>
              <a:t>• selected mechanism or sign statements</a:t>
            </a:r>
          </a:p>
          <a:p xmlns:a="http://schemas.openxmlformats.org/drawingml/2006/main">
            <a:r>
              <a:t/>
            </a:r>
          </a:p>
          <a:p xmlns:a="http://schemas.openxmlformats.org/drawingml/2006/main">
            <a:pPr algn="l">
              <a:defRPr sz="1650" b="1">
                <a:solidFill>
                  <a:srgbClr val="102A43"/>
                </a:solidFill>
              </a:defRPr>
            </a:pPr>
            <a:r>
              <a:rPr sz="1650" b="1">
                <a:solidFill>
                  <a:srgbClr val="102A43"/>
                </a:solidFill>
              </a:rPr>
              <a:t>Always retain the exact caveat.</a:t>
            </a:r>
          </a:p>
        </p:txBody>
      </p:sp>
      <p:sp>
        <p:nvSpPr>
          <p:cNvPr id="8" name="">
            <a:extLst xmlns:a="http://schemas.openxmlformats.org/drawingml/2006/main">
              <a:ext uri="{FF2B5EF4-FFF2-40B4-BE49-F238E27FC236}">
                <a16:creationId xmlns:a16="http://schemas.microsoft.com/office/drawing/2014/main" id="{61949D75-583D-4047-BB29-F7FF1DBE3CEA}"/>
              </a:ext>
            </a:extLst>
          </p:cNvPr>
          <p:cNvSpPr>
            <a:spLocks xmlns:a="http://schemas.openxmlformats.org/drawingml/2006/main" noGrp="1"/>
          </p:cNvSpPr>
          <p:nvPr/>
        </p:nvSpPr>
        <p:spPr>
          <a:xfrm xmlns:a="http://schemas.openxmlformats.org/drawingml/2006/main">
            <a:off x="6572250" y="1666875"/>
            <a:ext cx="4857750" cy="3429000"/>
          </a:xfrm>
          <a:prstGeom xmlns:a="http://schemas.openxmlformats.org/drawingml/2006/main" prst="roundRect">
            <a:avLst>
              <a:gd name="adj" fmla="val 2222"/>
            </a:avLst>
          </a:prstGeom>
          <a:solidFill xmlns:a="http://schemas.openxmlformats.org/drawingml/2006/main">
            <a:srgbClr val="FCE7E1"/>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012D2846-8D83-4809-9442-4C8064B14A5A}"/>
              </a:ext>
            </a:extLst>
          </p:cNvPr>
          <p:cNvSpPr>
            <a:spLocks xmlns:a="http://schemas.openxmlformats.org/drawingml/2006/main" noGrp="1"/>
          </p:cNvSpPr>
          <p:nvPr/>
        </p:nvSpPr>
        <p:spPr>
          <a:xfrm xmlns:a="http://schemas.openxmlformats.org/drawingml/2006/main">
            <a:off x="6905625" y="2047875"/>
            <a:ext cx="41910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9B1C1C"/>
                </a:solidFill>
              </a:defRPr>
            </a:pPr>
            <a:r>
              <a:rPr sz="1650" b="1">
                <a:solidFill>
                  <a:srgbClr val="9B1C1C"/>
                </a:solidFill>
              </a:rPr>
              <a:t>Do not upgrade</a:t>
            </a:r>
          </a:p>
          <a:p xmlns:a="http://schemas.openxmlformats.org/drawingml/2006/main">
            <a:r>
              <a:t/>
            </a:r>
          </a:p>
          <a:p xmlns:a="http://schemas.openxmlformats.org/drawingml/2006/main">
            <a:pPr algn="l">
              <a:defRPr sz="1650" b="1">
                <a:solidFill>
                  <a:srgbClr val="9B1C1C"/>
                </a:solidFill>
              </a:defRPr>
            </a:pPr>
            <a:r>
              <a:rPr sz="1650" b="1">
                <a:solidFill>
                  <a:srgbClr val="9B1C1C"/>
                </a:solidFill>
              </a:rPr>
              <a:t>• coarse results to biology</a:t>
            </a:r>
          </a:p>
          <a:p xmlns:a="http://schemas.openxmlformats.org/drawingml/2006/main">
            <a:pPr algn="l">
              <a:defRPr sz="1650" b="1">
                <a:solidFill>
                  <a:srgbClr val="9B1C1C"/>
                </a:solidFill>
              </a:defRPr>
            </a:pPr>
            <a:r>
              <a:rPr sz="1650" b="1">
                <a:solidFill>
                  <a:srgbClr val="9B1C1C"/>
                </a:solidFill>
              </a:rPr>
              <a:t>• a connector rung to solved physics</a:t>
            </a:r>
          </a:p>
          <a:p xmlns:a="http://schemas.openxmlformats.org/drawingml/2006/main">
            <a:pPr algn="l">
              <a:defRPr sz="1650" b="1">
                <a:solidFill>
                  <a:srgbClr val="9B1C1C"/>
                </a:solidFill>
              </a:defRPr>
            </a:pPr>
            <a:r>
              <a:rPr sz="1650" b="1">
                <a:solidFill>
                  <a:srgbClr val="9B1C1C"/>
                </a:solidFill>
              </a:rPr>
              <a:t>• unsourced force scales to magnitudes</a:t>
            </a:r>
          </a:p>
          <a:p xmlns:a="http://schemas.openxmlformats.org/drawingml/2006/main">
            <a:pPr algn="l">
              <a:defRPr sz="1650" b="1">
                <a:solidFill>
                  <a:srgbClr val="9B1C1C"/>
                </a:solidFill>
              </a:defRPr>
            </a:pPr>
            <a:r>
              <a:rPr sz="1650" b="1">
                <a:solidFill>
                  <a:srgbClr val="9B1C1C"/>
                </a:solidFill>
              </a:rPr>
              <a:t>• an insufficient time window to a response</a:t>
            </a:r>
          </a:p>
          <a:p xmlns:a="http://schemas.openxmlformats.org/drawingml/2006/main">
            <a:r>
              <a:t/>
            </a:r>
          </a:p>
          <a:p xmlns:a="http://schemas.openxmlformats.org/drawingml/2006/main">
            <a:pPr algn="l">
              <a:defRPr sz="1650" b="1">
                <a:solidFill>
                  <a:srgbClr val="9B1C1C"/>
                </a:solidFill>
              </a:defRPr>
            </a:pPr>
            <a:r>
              <a:rPr sz="1650" b="1">
                <a:solidFill>
                  <a:srgbClr val="9B1C1C"/>
                </a:solidFill>
              </a:rPr>
              <a:t>Use the blocklist explicitly.</a:t>
            </a:r>
          </a:p>
        </p:txBody>
      </p:sp>
      <p:sp>
        <p:nvSpPr>
          <p:cNvPr id="10" name="text">
            <a:extLst xmlns:a="http://schemas.openxmlformats.org/drawingml/2006/main">
              <a:ext uri="{FF2B5EF4-FFF2-40B4-BE49-F238E27FC236}">
                <a16:creationId xmlns:a16="http://schemas.microsoft.com/office/drawing/2014/main" id="{4C171FE6-8B93-47AE-A288-A4B1ECBD7D30}"/>
              </a:ext>
            </a:extLst>
          </p:cNvPr>
          <p:cNvSpPr>
            <a:spLocks xmlns:a="http://schemas.openxmlformats.org/drawingml/2006/main" noGrp="1"/>
          </p:cNvSpPr>
          <p:nvPr/>
        </p:nvSpPr>
        <p:spPr>
          <a:xfrm xmlns:a="http://schemas.openxmlformats.org/drawingml/2006/main">
            <a:off x="952500" y="571500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52616B"/>
                </a:solidFill>
              </a:defRPr>
            </a:pPr>
            <a:r>
              <a:rPr sz="1575" b="1">
                <a:solidFill>
                  <a:srgbClr val="52616B"/>
                </a:solidFill>
              </a:rPr>
              <a:t>The report’s status claims inherit STATE.md’s scope; no new physics result is created by this deck.</a:t>
            </a:r>
          </a:p>
        </p:txBody>
      </p:sp>
    </p:spTree>
    <p:extLst>
      <p:ext uri="{BB962C8B-B14F-4D97-AF65-F5344CB8AC3E}">
        <p14:creationId xmlns:p14="http://schemas.microsoft.com/office/powerpoint/2010/main" val="1755232287"/>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text">
            <a:extLst xmlns:a="http://schemas.openxmlformats.org/drawingml/2006/main">
              <a:ext uri="{FF2B5EF4-FFF2-40B4-BE49-F238E27FC236}">
                <a16:creationId xmlns:a16="http://schemas.microsoft.com/office/drawing/2014/main" id="{66C7D832-69A3-4B51-B8C4-321677CB088F}"/>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ONGOING WORK</a:t>
            </a:r>
          </a:p>
        </p:txBody>
      </p:sp>
      <p:sp>
        <p:nvSpPr>
          <p:cNvPr id="2" name="text">
            <a:extLst xmlns:a="http://schemas.openxmlformats.org/drawingml/2006/main">
              <a:ext uri="{FF2B5EF4-FFF2-40B4-BE49-F238E27FC236}">
                <a16:creationId xmlns:a16="http://schemas.microsoft.com/office/drawing/2014/main" id="{FCF1489F-65D7-4F77-872F-B3E824FD734D}"/>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0F14"/>
                </a:solidFill>
              </a:defRPr>
            </a:pPr>
            <a:r>
              <a:rPr sz="2850" b="1">
                <a:solidFill>
                  <a:srgbClr val="0B0F14"/>
                </a:solidFill>
              </a:rPr>
              <a:t>The roadmap closes dispatch, native kernels, load paths, then whole-cell evidence</a:t>
            </a:r>
          </a:p>
        </p:txBody>
      </p:sp>
      <p:cxnSp>
        <p:nvCxnSpPr>
          <p:cNvPr id="33"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D3D33168-B730-4B63-9E87-E164644ADF01}"/>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34</a:t>
            </a:r>
          </a:p>
        </p:txBody>
      </p:sp>
      <p:sp>
        <p:nvSpPr>
          <p:cNvPr id="5" name="text">
            <a:extLst xmlns:a="http://schemas.openxmlformats.org/drawingml/2006/main">
              <a:ext uri="{FF2B5EF4-FFF2-40B4-BE49-F238E27FC236}">
                <a16:creationId xmlns:a16="http://schemas.microsoft.com/office/drawing/2014/main" id="{D08650D0-B2D1-44DE-9E13-79855BBA05BF}"/>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sp>
        <p:nvSpPr>
          <p:cNvPr id="6" name="">
            <a:extLst xmlns:a="http://schemas.openxmlformats.org/drawingml/2006/main">
              <a:ext uri="{FF2B5EF4-FFF2-40B4-BE49-F238E27FC236}">
                <a16:creationId xmlns:a16="http://schemas.microsoft.com/office/drawing/2014/main" id="{B39CE5B7-7752-413A-941C-E26B0D50640A}"/>
              </a:ext>
            </a:extLst>
          </p:cNvPr>
          <p:cNvSpPr>
            <a:spLocks xmlns:a="http://schemas.openxmlformats.org/drawingml/2006/main" noGrp="1"/>
          </p:cNvSpPr>
          <p:nvPr/>
        </p:nvSpPr>
        <p:spPr>
          <a:xfrm xmlns:a="http://schemas.openxmlformats.org/drawingml/2006/main">
            <a:off x="857250" y="1381125"/>
            <a:ext cx="1047750" cy="457200"/>
          </a:xfrm>
          <a:prstGeom xmlns:a="http://schemas.openxmlformats.org/drawingml/2006/main" prst="roundRect">
            <a:avLst>
              <a:gd name="adj" fmla="val 16667"/>
            </a:avLst>
          </a:prstGeom>
          <a:solidFill xmlns:a="http://schemas.openxmlformats.org/drawingml/2006/main">
            <a:srgbClr val="E8F4F5"/>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771F61EF-663A-45E2-BF85-702AF8847E17}"/>
              </a:ext>
            </a:extLst>
          </p:cNvPr>
          <p:cNvSpPr>
            <a:spLocks xmlns:a="http://schemas.openxmlformats.org/drawingml/2006/main" noGrp="1"/>
          </p:cNvSpPr>
          <p:nvPr/>
        </p:nvSpPr>
        <p:spPr>
          <a:xfrm xmlns:a="http://schemas.openxmlformats.org/drawingml/2006/main">
            <a:off x="1000125" y="1495425"/>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102A43"/>
                </a:solidFill>
              </a:defRPr>
            </a:pPr>
            <a:r>
              <a:rPr sz="1425" b="1">
                <a:solidFill>
                  <a:srgbClr val="102A43"/>
                </a:solidFill>
              </a:rPr>
              <a:t>R1</a:t>
            </a:r>
          </a:p>
        </p:txBody>
      </p:sp>
      <p:sp>
        <p:nvSpPr>
          <p:cNvPr id="8" name="text">
            <a:extLst xmlns:a="http://schemas.openxmlformats.org/drawingml/2006/main">
              <a:ext uri="{FF2B5EF4-FFF2-40B4-BE49-F238E27FC236}">
                <a16:creationId xmlns:a16="http://schemas.microsoft.com/office/drawing/2014/main" id="{83E57EDB-EAA5-4094-B86C-4A27BBEAB44D}"/>
              </a:ext>
            </a:extLst>
          </p:cNvPr>
          <p:cNvSpPr>
            <a:spLocks xmlns:a="http://schemas.openxmlformats.org/drawingml/2006/main" noGrp="1"/>
          </p:cNvSpPr>
          <p:nvPr/>
        </p:nvSpPr>
        <p:spPr>
          <a:xfrm xmlns:a="http://schemas.openxmlformats.org/drawingml/2006/main">
            <a:off x="2238375" y="1476375"/>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02A43"/>
                </a:solidFill>
              </a:defRPr>
            </a:pPr>
            <a:r>
              <a:rPr sz="1650" b="0">
                <a:solidFill>
                  <a:srgbClr val="102A43"/>
                </a:solidFill>
              </a:rPr>
              <a:t>exact-one connector dispatch</a:t>
            </a:r>
          </a:p>
        </p:txBody>
      </p:sp>
      <p:cxnSp>
        <p:nvCxnSpPr>
          <p:cNvPr id="39" name=""/>
          <p:cNvCxnSpPr/>
          <p:nvPr/>
        </p:nvCxnSpPr>
        <p:spPr>
          <a:xfrm xmlns:a="http://schemas.openxmlformats.org/drawingml/2006/main">
            <a:off x="9763125" y="1609725"/>
            <a:ext cx="1190625" cy="9525"/>
          </a:xfrm>
          <a:prstGeom xmlns:a="http://schemas.openxmlformats.org/drawingml/2006/main" prst="straightConnector1">
            <a:avLst/>
          </a:prstGeom>
          <a:ln xmlns:a="http://schemas.openxmlformats.org/drawingml/2006/main" w="38100">
            <a:solidFill>
              <a:srgbClr val="16A6B6"/>
            </a:solidFill>
            <a:prstDash val="solid"/>
          </a:ln>
        </p:spPr>
      </p:cxnSp>
      <p:sp>
        <p:nvSpPr>
          <p:cNvPr id="10" name="">
            <a:extLst xmlns:a="http://schemas.openxmlformats.org/drawingml/2006/main">
              <a:ext uri="{FF2B5EF4-FFF2-40B4-BE49-F238E27FC236}">
                <a16:creationId xmlns:a16="http://schemas.microsoft.com/office/drawing/2014/main" id="{4183B9A4-FE95-4382-923C-E2E7038F9C13}"/>
              </a:ext>
            </a:extLst>
          </p:cNvPr>
          <p:cNvSpPr>
            <a:spLocks xmlns:a="http://schemas.openxmlformats.org/drawingml/2006/main" noGrp="1"/>
          </p:cNvSpPr>
          <p:nvPr/>
        </p:nvSpPr>
        <p:spPr>
          <a:xfrm xmlns:a="http://schemas.openxmlformats.org/drawingml/2006/main">
            <a:off x="857250" y="2085975"/>
            <a:ext cx="1047750" cy="457200"/>
          </a:xfrm>
          <a:prstGeom xmlns:a="http://schemas.openxmlformats.org/drawingml/2006/main" prst="roundRect">
            <a:avLst>
              <a:gd name="adj" fmla="val 16667"/>
            </a:avLst>
          </a:prstGeom>
          <a:solidFill xmlns:a="http://schemas.openxmlformats.org/drawingml/2006/main">
            <a:srgbClr val="E8F4F5"/>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3E7247BC-DE61-4715-A63F-77FB2C5ADEAB}"/>
              </a:ext>
            </a:extLst>
          </p:cNvPr>
          <p:cNvSpPr>
            <a:spLocks xmlns:a="http://schemas.openxmlformats.org/drawingml/2006/main" noGrp="1"/>
          </p:cNvSpPr>
          <p:nvPr/>
        </p:nvSpPr>
        <p:spPr>
          <a:xfrm xmlns:a="http://schemas.openxmlformats.org/drawingml/2006/main">
            <a:off x="1000125" y="2200275"/>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102A43"/>
                </a:solidFill>
              </a:defRPr>
            </a:pPr>
            <a:r>
              <a:rPr sz="1425" b="1">
                <a:solidFill>
                  <a:srgbClr val="102A43"/>
                </a:solidFill>
              </a:rPr>
              <a:t>R2</a:t>
            </a:r>
          </a:p>
        </p:txBody>
      </p:sp>
      <p:sp>
        <p:nvSpPr>
          <p:cNvPr id="12" name="text">
            <a:extLst xmlns:a="http://schemas.openxmlformats.org/drawingml/2006/main">
              <a:ext uri="{FF2B5EF4-FFF2-40B4-BE49-F238E27FC236}">
                <a16:creationId xmlns:a16="http://schemas.microsoft.com/office/drawing/2014/main" id="{4FA5C44E-F2BA-459F-9ECA-993E41C13FBC}"/>
              </a:ext>
            </a:extLst>
          </p:cNvPr>
          <p:cNvSpPr>
            <a:spLocks xmlns:a="http://schemas.openxmlformats.org/drawingml/2006/main" noGrp="1"/>
          </p:cNvSpPr>
          <p:nvPr/>
        </p:nvSpPr>
        <p:spPr>
          <a:xfrm xmlns:a="http://schemas.openxmlformats.org/drawingml/2006/main">
            <a:off x="2238375" y="2181225"/>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02A43"/>
                </a:solidFill>
              </a:defRPr>
            </a:pPr>
            <a:r>
              <a:rPr sz="1650" b="0">
                <a:solidFill>
                  <a:srgbClr val="102A43"/>
                </a:solidFill>
              </a:rPr>
              <a:t>surface + fluid native binding</a:t>
            </a:r>
          </a:p>
        </p:txBody>
      </p:sp>
      <p:cxnSp>
        <p:nvCxnSpPr>
          <p:cNvPr id="43" name=""/>
          <p:cNvCxnSpPr/>
          <p:nvPr/>
        </p:nvCxnSpPr>
        <p:spPr>
          <a:xfrm xmlns:a="http://schemas.openxmlformats.org/drawingml/2006/main">
            <a:off x="9763125" y="2314575"/>
            <a:ext cx="1190625" cy="9525"/>
          </a:xfrm>
          <a:prstGeom xmlns:a="http://schemas.openxmlformats.org/drawingml/2006/main" prst="straightConnector1">
            <a:avLst/>
          </a:prstGeom>
          <a:ln xmlns:a="http://schemas.openxmlformats.org/drawingml/2006/main" w="38100">
            <a:solidFill>
              <a:srgbClr val="16A6B6"/>
            </a:solidFill>
            <a:prstDash val="solid"/>
          </a:ln>
        </p:spPr>
      </p:cxnSp>
      <p:sp>
        <p:nvSpPr>
          <p:cNvPr id="14" name="">
            <a:extLst xmlns:a="http://schemas.openxmlformats.org/drawingml/2006/main">
              <a:ext uri="{FF2B5EF4-FFF2-40B4-BE49-F238E27FC236}">
                <a16:creationId xmlns:a16="http://schemas.microsoft.com/office/drawing/2014/main" id="{EBBA39BF-A0F5-47AB-9852-E9868A41FD09}"/>
              </a:ext>
            </a:extLst>
          </p:cNvPr>
          <p:cNvSpPr>
            <a:spLocks xmlns:a="http://schemas.openxmlformats.org/drawingml/2006/main" noGrp="1"/>
          </p:cNvSpPr>
          <p:nvPr/>
        </p:nvSpPr>
        <p:spPr>
          <a:xfrm xmlns:a="http://schemas.openxmlformats.org/drawingml/2006/main">
            <a:off x="857250" y="2790825"/>
            <a:ext cx="1047750" cy="457200"/>
          </a:xfrm>
          <a:prstGeom xmlns:a="http://schemas.openxmlformats.org/drawingml/2006/main" prst="roundRect">
            <a:avLst>
              <a:gd name="adj" fmla="val 16667"/>
            </a:avLst>
          </a:prstGeom>
          <a:solidFill xmlns:a="http://schemas.openxmlformats.org/drawingml/2006/main">
            <a:srgbClr val="FFF5DF"/>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3859ED0B-68B7-4983-80B2-550D70462747}"/>
              </a:ext>
            </a:extLst>
          </p:cNvPr>
          <p:cNvSpPr>
            <a:spLocks xmlns:a="http://schemas.openxmlformats.org/drawingml/2006/main" noGrp="1"/>
          </p:cNvSpPr>
          <p:nvPr/>
        </p:nvSpPr>
        <p:spPr>
          <a:xfrm xmlns:a="http://schemas.openxmlformats.org/drawingml/2006/main">
            <a:off x="1000125" y="2905125"/>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102A43"/>
                </a:solidFill>
              </a:defRPr>
            </a:pPr>
            <a:r>
              <a:rPr sz="1425" b="1">
                <a:solidFill>
                  <a:srgbClr val="102A43"/>
                </a:solidFill>
              </a:rPr>
              <a:t>R3</a:t>
            </a:r>
          </a:p>
        </p:txBody>
      </p:sp>
      <p:sp>
        <p:nvSpPr>
          <p:cNvPr id="16" name="text">
            <a:extLst xmlns:a="http://schemas.openxmlformats.org/drawingml/2006/main">
              <a:ext uri="{FF2B5EF4-FFF2-40B4-BE49-F238E27FC236}">
                <a16:creationId xmlns:a16="http://schemas.microsoft.com/office/drawing/2014/main" id="{318688E4-C3D0-4178-84A9-2C4CDEF2A431}"/>
              </a:ext>
            </a:extLst>
          </p:cNvPr>
          <p:cNvSpPr>
            <a:spLocks xmlns:a="http://schemas.openxmlformats.org/drawingml/2006/main" noGrp="1"/>
          </p:cNvSpPr>
          <p:nvPr/>
        </p:nvSpPr>
        <p:spPr>
          <a:xfrm xmlns:a="http://schemas.openxmlformats.org/drawingml/2006/main">
            <a:off x="2238375" y="2886075"/>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02A43"/>
                </a:solidFill>
              </a:defRPr>
            </a:pPr>
            <a:r>
              <a:rPr sz="1650" b="0">
                <a:solidFill>
                  <a:srgbClr val="102A43"/>
                </a:solidFill>
              </a:rPr>
              <a:t>ECM world GPU port</a:t>
            </a:r>
          </a:p>
        </p:txBody>
      </p:sp>
      <p:cxnSp>
        <p:nvCxnSpPr>
          <p:cNvPr id="47" name=""/>
          <p:cNvCxnSpPr/>
          <p:nvPr/>
        </p:nvCxnSpPr>
        <p:spPr>
          <a:xfrm xmlns:a="http://schemas.openxmlformats.org/drawingml/2006/main">
            <a:off x="9763125" y="3019425"/>
            <a:ext cx="1190625" cy="9525"/>
          </a:xfrm>
          <a:prstGeom xmlns:a="http://schemas.openxmlformats.org/drawingml/2006/main" prst="straightConnector1">
            <a:avLst/>
          </a:prstGeom>
          <a:ln xmlns:a="http://schemas.openxmlformats.org/drawingml/2006/main" w="38100">
            <a:solidFill>
              <a:srgbClr val="16A6B6"/>
            </a:solidFill>
            <a:prstDash val="solid"/>
          </a:ln>
        </p:spPr>
      </p:cxnSp>
      <p:sp>
        <p:nvSpPr>
          <p:cNvPr id="18" name="">
            <a:extLst xmlns:a="http://schemas.openxmlformats.org/drawingml/2006/main">
              <a:ext uri="{FF2B5EF4-FFF2-40B4-BE49-F238E27FC236}">
                <a16:creationId xmlns:a16="http://schemas.microsoft.com/office/drawing/2014/main" id="{A5C6E06C-2F60-4D7A-A843-AEE2BBF0BB51}"/>
              </a:ext>
            </a:extLst>
          </p:cNvPr>
          <p:cNvSpPr>
            <a:spLocks xmlns:a="http://schemas.openxmlformats.org/drawingml/2006/main" noGrp="1"/>
          </p:cNvSpPr>
          <p:nvPr/>
        </p:nvSpPr>
        <p:spPr>
          <a:xfrm xmlns:a="http://schemas.openxmlformats.org/drawingml/2006/main">
            <a:off x="857250" y="3495675"/>
            <a:ext cx="1047750" cy="457200"/>
          </a:xfrm>
          <a:prstGeom xmlns:a="http://schemas.openxmlformats.org/drawingml/2006/main" prst="roundRect">
            <a:avLst>
              <a:gd name="adj" fmla="val 16667"/>
            </a:avLst>
          </a:prstGeom>
          <a:solidFill xmlns:a="http://schemas.openxmlformats.org/drawingml/2006/main">
            <a:srgbClr val="FFF5DF"/>
          </a:solidFill>
          <a:ln xmlns:a="http://schemas.openxmlformats.org/drawingml/2006/main" w="0">
            <a:noFill/>
            <a:prstDash val="solid"/>
          </a:ln>
        </p:spPr>
      </p:sp>
      <p:sp>
        <p:nvSpPr>
          <p:cNvPr id="19" name="text">
            <a:extLst xmlns:a="http://schemas.openxmlformats.org/drawingml/2006/main">
              <a:ext uri="{FF2B5EF4-FFF2-40B4-BE49-F238E27FC236}">
                <a16:creationId xmlns:a16="http://schemas.microsoft.com/office/drawing/2014/main" id="{06924900-B33B-4138-8DF5-46B4852A61A0}"/>
              </a:ext>
            </a:extLst>
          </p:cNvPr>
          <p:cNvSpPr>
            <a:spLocks xmlns:a="http://schemas.openxmlformats.org/drawingml/2006/main" noGrp="1"/>
          </p:cNvSpPr>
          <p:nvPr/>
        </p:nvSpPr>
        <p:spPr>
          <a:xfrm xmlns:a="http://schemas.openxmlformats.org/drawingml/2006/main">
            <a:off x="1000125" y="3609975"/>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102A43"/>
                </a:solidFill>
              </a:defRPr>
            </a:pPr>
            <a:r>
              <a:rPr sz="1425" b="1">
                <a:solidFill>
                  <a:srgbClr val="102A43"/>
                </a:solidFill>
              </a:rPr>
              <a:t>R4</a:t>
            </a:r>
          </a:p>
        </p:txBody>
      </p:sp>
      <p:sp>
        <p:nvSpPr>
          <p:cNvPr id="20" name="text">
            <a:extLst xmlns:a="http://schemas.openxmlformats.org/drawingml/2006/main">
              <a:ext uri="{FF2B5EF4-FFF2-40B4-BE49-F238E27FC236}">
                <a16:creationId xmlns:a16="http://schemas.microsoft.com/office/drawing/2014/main" id="{3EBABCCD-0507-4F0E-A762-E60E1820D4E0}"/>
              </a:ext>
            </a:extLst>
          </p:cNvPr>
          <p:cNvSpPr>
            <a:spLocks xmlns:a="http://schemas.openxmlformats.org/drawingml/2006/main" noGrp="1"/>
          </p:cNvSpPr>
          <p:nvPr/>
        </p:nvSpPr>
        <p:spPr>
          <a:xfrm xmlns:a="http://schemas.openxmlformats.org/drawingml/2006/main">
            <a:off x="2238375" y="3590925"/>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02A43"/>
                </a:solidFill>
              </a:defRPr>
            </a:pPr>
            <a:r>
              <a:rPr sz="1650" b="0">
                <a:solidFill>
                  <a:srgbClr val="102A43"/>
                </a:solidFill>
              </a:rPr>
              <a:t>active SF–FA–ECM load path</a:t>
            </a:r>
          </a:p>
        </p:txBody>
      </p:sp>
      <p:cxnSp>
        <p:nvCxnSpPr>
          <p:cNvPr id="51" name=""/>
          <p:cNvCxnSpPr/>
          <p:nvPr/>
        </p:nvCxnSpPr>
        <p:spPr>
          <a:xfrm xmlns:a="http://schemas.openxmlformats.org/drawingml/2006/main">
            <a:off x="9763125" y="3724275"/>
            <a:ext cx="1190625" cy="9525"/>
          </a:xfrm>
          <a:prstGeom xmlns:a="http://schemas.openxmlformats.org/drawingml/2006/main" prst="straightConnector1">
            <a:avLst/>
          </a:prstGeom>
          <a:ln xmlns:a="http://schemas.openxmlformats.org/drawingml/2006/main" w="38100">
            <a:solidFill>
              <a:srgbClr val="16A6B6"/>
            </a:solidFill>
            <a:prstDash val="solid"/>
          </a:ln>
        </p:spPr>
      </p:cxnSp>
      <p:sp>
        <p:nvSpPr>
          <p:cNvPr id="22" name="">
            <a:extLst xmlns:a="http://schemas.openxmlformats.org/drawingml/2006/main">
              <a:ext uri="{FF2B5EF4-FFF2-40B4-BE49-F238E27FC236}">
                <a16:creationId xmlns:a16="http://schemas.microsoft.com/office/drawing/2014/main" id="{019B7FF4-BBDB-47D9-A192-E4647F02D1E6}"/>
              </a:ext>
            </a:extLst>
          </p:cNvPr>
          <p:cNvSpPr>
            <a:spLocks xmlns:a="http://schemas.openxmlformats.org/drawingml/2006/main" noGrp="1"/>
          </p:cNvSpPr>
          <p:nvPr/>
        </p:nvSpPr>
        <p:spPr>
          <a:xfrm xmlns:a="http://schemas.openxmlformats.org/drawingml/2006/main">
            <a:off x="857250" y="4200525"/>
            <a:ext cx="1047750" cy="457200"/>
          </a:xfrm>
          <a:prstGeom xmlns:a="http://schemas.openxmlformats.org/drawingml/2006/main" prst="roundRect">
            <a:avLst>
              <a:gd name="adj" fmla="val 16667"/>
            </a:avLst>
          </a:prstGeom>
          <a:solidFill xmlns:a="http://schemas.openxmlformats.org/drawingml/2006/main">
            <a:srgbClr val="F2ECFA"/>
          </a:solidFill>
          <a:ln xmlns:a="http://schemas.openxmlformats.org/drawingml/2006/main" w="0">
            <a:noFill/>
            <a:prstDash val="solid"/>
          </a:ln>
        </p:spPr>
      </p:sp>
      <p:sp>
        <p:nvSpPr>
          <p:cNvPr id="23" name="text">
            <a:extLst xmlns:a="http://schemas.openxmlformats.org/drawingml/2006/main">
              <a:ext uri="{FF2B5EF4-FFF2-40B4-BE49-F238E27FC236}">
                <a16:creationId xmlns:a16="http://schemas.microsoft.com/office/drawing/2014/main" id="{CD6885A3-7D04-4961-9710-A7BC3A60F4A0}"/>
              </a:ext>
            </a:extLst>
          </p:cNvPr>
          <p:cNvSpPr>
            <a:spLocks xmlns:a="http://schemas.openxmlformats.org/drawingml/2006/main" noGrp="1"/>
          </p:cNvSpPr>
          <p:nvPr/>
        </p:nvSpPr>
        <p:spPr>
          <a:xfrm xmlns:a="http://schemas.openxmlformats.org/drawingml/2006/main">
            <a:off x="1000125" y="4314825"/>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102A43"/>
                </a:solidFill>
              </a:defRPr>
            </a:pPr>
            <a:r>
              <a:rPr sz="1425" b="1">
                <a:solidFill>
                  <a:srgbClr val="102A43"/>
                </a:solidFill>
              </a:rPr>
              <a:t>R5–R7</a:t>
            </a:r>
          </a:p>
        </p:txBody>
      </p:sp>
      <p:sp>
        <p:nvSpPr>
          <p:cNvPr id="24" name="text">
            <a:extLst xmlns:a="http://schemas.openxmlformats.org/drawingml/2006/main">
              <a:ext uri="{FF2B5EF4-FFF2-40B4-BE49-F238E27FC236}">
                <a16:creationId xmlns:a16="http://schemas.microsoft.com/office/drawing/2014/main" id="{1F860C3A-08DF-45AC-81F7-04DBCA0833AC}"/>
              </a:ext>
            </a:extLst>
          </p:cNvPr>
          <p:cNvSpPr>
            <a:spLocks xmlns:a="http://schemas.openxmlformats.org/drawingml/2006/main" noGrp="1"/>
          </p:cNvSpPr>
          <p:nvPr/>
        </p:nvSpPr>
        <p:spPr>
          <a:xfrm xmlns:a="http://schemas.openxmlformats.org/drawingml/2006/main">
            <a:off x="2238375" y="4295775"/>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02A43"/>
                </a:solidFill>
              </a:defRPr>
            </a:pPr>
            <a:r>
              <a:rPr sz="1650" b="0">
                <a:solidFill>
                  <a:srgbClr val="102A43"/>
                </a:solidFill>
              </a:rPr>
              <a:t>connectivity, protrusion, chemistry</a:t>
            </a:r>
          </a:p>
        </p:txBody>
      </p:sp>
      <p:cxnSp>
        <p:nvCxnSpPr>
          <p:cNvPr id="55" name=""/>
          <p:cNvCxnSpPr/>
          <p:nvPr/>
        </p:nvCxnSpPr>
        <p:spPr>
          <a:xfrm xmlns:a="http://schemas.openxmlformats.org/drawingml/2006/main">
            <a:off x="9763125" y="4429125"/>
            <a:ext cx="1190625" cy="9525"/>
          </a:xfrm>
          <a:prstGeom xmlns:a="http://schemas.openxmlformats.org/drawingml/2006/main" prst="straightConnector1">
            <a:avLst/>
          </a:prstGeom>
          <a:ln xmlns:a="http://schemas.openxmlformats.org/drawingml/2006/main" w="38100">
            <a:solidFill>
              <a:srgbClr val="7454A3"/>
            </a:solidFill>
            <a:prstDash val="solid"/>
          </a:ln>
        </p:spPr>
      </p:cxnSp>
      <p:sp>
        <p:nvSpPr>
          <p:cNvPr id="26" name="">
            <a:extLst xmlns:a="http://schemas.openxmlformats.org/drawingml/2006/main">
              <a:ext uri="{FF2B5EF4-FFF2-40B4-BE49-F238E27FC236}">
                <a16:creationId xmlns:a16="http://schemas.microsoft.com/office/drawing/2014/main" id="{E35577D3-746E-41DA-8EDE-D884C4AF1347}"/>
              </a:ext>
            </a:extLst>
          </p:cNvPr>
          <p:cNvSpPr>
            <a:spLocks xmlns:a="http://schemas.openxmlformats.org/drawingml/2006/main" noGrp="1"/>
          </p:cNvSpPr>
          <p:nvPr/>
        </p:nvSpPr>
        <p:spPr>
          <a:xfrm xmlns:a="http://schemas.openxmlformats.org/drawingml/2006/main">
            <a:off x="857250" y="4905375"/>
            <a:ext cx="1047750" cy="457200"/>
          </a:xfrm>
          <a:prstGeom xmlns:a="http://schemas.openxmlformats.org/drawingml/2006/main" prst="roundRect">
            <a:avLst>
              <a:gd name="adj" fmla="val 16667"/>
            </a:avLst>
          </a:prstGeom>
          <a:solidFill xmlns:a="http://schemas.openxmlformats.org/drawingml/2006/main">
            <a:srgbClr val="F2ECFA"/>
          </a:solidFill>
          <a:ln xmlns:a="http://schemas.openxmlformats.org/drawingml/2006/main" w="0">
            <a:noFill/>
            <a:prstDash val="solid"/>
          </a:ln>
        </p:spPr>
      </p:sp>
      <p:sp>
        <p:nvSpPr>
          <p:cNvPr id="27" name="text">
            <a:extLst xmlns:a="http://schemas.openxmlformats.org/drawingml/2006/main">
              <a:ext uri="{FF2B5EF4-FFF2-40B4-BE49-F238E27FC236}">
                <a16:creationId xmlns:a16="http://schemas.microsoft.com/office/drawing/2014/main" id="{6E6F098F-A65F-4B04-A119-FF182CFC33F7}"/>
              </a:ext>
            </a:extLst>
          </p:cNvPr>
          <p:cNvSpPr>
            <a:spLocks xmlns:a="http://schemas.openxmlformats.org/drawingml/2006/main" noGrp="1"/>
          </p:cNvSpPr>
          <p:nvPr/>
        </p:nvSpPr>
        <p:spPr>
          <a:xfrm xmlns:a="http://schemas.openxmlformats.org/drawingml/2006/main">
            <a:off x="1000125" y="5019675"/>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102A43"/>
                </a:solidFill>
              </a:defRPr>
            </a:pPr>
            <a:r>
              <a:rPr sz="1425" b="1">
                <a:solidFill>
                  <a:srgbClr val="102A43"/>
                </a:solidFill>
              </a:rPr>
              <a:t>R8+</a:t>
            </a:r>
          </a:p>
        </p:txBody>
      </p:sp>
      <p:sp>
        <p:nvSpPr>
          <p:cNvPr id="28" name="text">
            <a:extLst xmlns:a="http://schemas.openxmlformats.org/drawingml/2006/main">
              <a:ext uri="{FF2B5EF4-FFF2-40B4-BE49-F238E27FC236}">
                <a16:creationId xmlns:a16="http://schemas.microsoft.com/office/drawing/2014/main" id="{EC45C376-E567-482B-A417-4D5013F69AC1}"/>
              </a:ext>
            </a:extLst>
          </p:cNvPr>
          <p:cNvSpPr>
            <a:spLocks xmlns:a="http://schemas.openxmlformats.org/drawingml/2006/main" noGrp="1"/>
          </p:cNvSpPr>
          <p:nvPr/>
        </p:nvSpPr>
        <p:spPr>
          <a:xfrm xmlns:a="http://schemas.openxmlformats.org/drawingml/2006/main">
            <a:off x="2238375" y="5000625"/>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02A43"/>
                </a:solidFill>
              </a:defRPr>
            </a:pPr>
            <a:r>
              <a:rPr sz="1650" b="0">
                <a:solidFill>
                  <a:srgbClr val="102A43"/>
                </a:solidFill>
              </a:rPr>
              <a:t>whole-cell baseline, perturbations, performance</a:t>
            </a:r>
          </a:p>
        </p:txBody>
      </p:sp>
      <p:cxnSp>
        <p:nvCxnSpPr>
          <p:cNvPr id="59" name=""/>
          <p:cNvCxnSpPr/>
          <p:nvPr/>
        </p:nvCxnSpPr>
        <p:spPr>
          <a:xfrm xmlns:a="http://schemas.openxmlformats.org/drawingml/2006/main">
            <a:off x="9763125" y="5133975"/>
            <a:ext cx="1190625" cy="9525"/>
          </a:xfrm>
          <a:prstGeom xmlns:a="http://schemas.openxmlformats.org/drawingml/2006/main" prst="straightConnector1">
            <a:avLst/>
          </a:prstGeom>
          <a:ln xmlns:a="http://schemas.openxmlformats.org/drawingml/2006/main" w="38100">
            <a:solidFill>
              <a:srgbClr val="7454A3"/>
            </a:solidFill>
            <a:prstDash val="solid"/>
          </a:ln>
        </p:spPr>
      </p:cxnSp>
      <p:sp>
        <p:nvSpPr>
          <p:cNvPr id="30" name="text">
            <a:extLst xmlns:a="http://schemas.openxmlformats.org/drawingml/2006/main">
              <a:ext uri="{FF2B5EF4-FFF2-40B4-BE49-F238E27FC236}">
                <a16:creationId xmlns:a16="http://schemas.microsoft.com/office/drawing/2014/main" id="{7E8FC56C-58E3-43C5-A0EA-C85EA6EC5930}"/>
              </a:ext>
            </a:extLst>
          </p:cNvPr>
          <p:cNvSpPr>
            <a:spLocks xmlns:a="http://schemas.openxmlformats.org/drawingml/2006/main" noGrp="1"/>
          </p:cNvSpPr>
          <p:nvPr/>
        </p:nvSpPr>
        <p:spPr>
          <a:xfrm xmlns:a="http://schemas.openxmlformats.org/drawingml/2006/main">
            <a:off x="904875" y="5905500"/>
            <a:ext cx="990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9B1C1C"/>
                </a:solidFill>
              </a:defRPr>
            </a:pPr>
            <a:r>
              <a:rPr sz="1950" b="1">
                <a:solidFill>
                  <a:srgbClr val="9B1C1C"/>
                </a:solidFill>
              </a:rPr>
              <a:t>A roadmap entry is not a completed biological result.</a:t>
            </a:r>
          </a:p>
        </p:txBody>
      </p:sp>
    </p:spTree>
    <p:extLst>
      <p:ext uri="{BB962C8B-B14F-4D97-AF65-F5344CB8AC3E}">
        <p14:creationId xmlns:p14="http://schemas.microsoft.com/office/powerpoint/2010/main" val="79237167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ext">
            <a:extLst xmlns:a="http://schemas.openxmlformats.org/drawingml/2006/main">
              <a:ext uri="{FF2B5EF4-FFF2-40B4-BE49-F238E27FC236}">
                <a16:creationId xmlns:a16="http://schemas.microsoft.com/office/drawing/2014/main" id="{5F4892B5-D8D2-4ACF-A33E-5FF7B0A8D2CC}"/>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TRACTION SPINE</a:t>
            </a:r>
          </a:p>
        </p:txBody>
      </p:sp>
      <p:sp>
        <p:nvSpPr>
          <p:cNvPr id="2" name="text">
            <a:extLst xmlns:a="http://schemas.openxmlformats.org/drawingml/2006/main">
              <a:ext uri="{FF2B5EF4-FFF2-40B4-BE49-F238E27FC236}">
                <a16:creationId xmlns:a16="http://schemas.microsoft.com/office/drawing/2014/main" id="{792AFBE1-7A6A-4891-8B6B-1603B68A6164}"/>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0F14"/>
                </a:solidFill>
              </a:defRPr>
            </a:pPr>
            <a:r>
              <a:rPr sz="2850" b="1">
                <a:solidFill>
                  <a:srgbClr val="0B0F14"/>
                </a:solidFill>
              </a:rPr>
              <a:t>The next high-value experiment is causal, bidirectional, and measurable</a:t>
            </a:r>
          </a:p>
        </p:txBody>
      </p:sp>
      <p:cxnSp>
        <p:nvCxnSpPr>
          <p:cNvPr id="24"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AB3B558C-00B6-430A-955C-299EEA5A47F6}"/>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35</a:t>
            </a:r>
          </a:p>
        </p:txBody>
      </p:sp>
      <p:sp>
        <p:nvSpPr>
          <p:cNvPr id="5" name="text">
            <a:extLst xmlns:a="http://schemas.openxmlformats.org/drawingml/2006/main">
              <a:ext uri="{FF2B5EF4-FFF2-40B4-BE49-F238E27FC236}">
                <a16:creationId xmlns:a16="http://schemas.microsoft.com/office/drawing/2014/main" id="{8FEAEC8F-0831-41D5-B1FE-FF85D8BB0B96}"/>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sp>
        <p:nvSpPr>
          <p:cNvPr id="6" name="">
            <a:extLst xmlns:a="http://schemas.openxmlformats.org/drawingml/2006/main">
              <a:ext uri="{FF2B5EF4-FFF2-40B4-BE49-F238E27FC236}">
                <a16:creationId xmlns:a16="http://schemas.microsoft.com/office/drawing/2014/main" id="{3A0C05BD-C7DE-44C7-8CD0-8A57181B8872}"/>
              </a:ext>
            </a:extLst>
          </p:cNvPr>
          <p:cNvSpPr>
            <a:spLocks xmlns:a="http://schemas.openxmlformats.org/drawingml/2006/main" noGrp="1"/>
          </p:cNvSpPr>
          <p:nvPr/>
        </p:nvSpPr>
        <p:spPr>
          <a:xfrm xmlns:a="http://schemas.openxmlformats.org/drawingml/2006/main">
            <a:off x="571500" y="2667000"/>
            <a:ext cx="1714500" cy="800100"/>
          </a:xfrm>
          <a:prstGeom xmlns:a="http://schemas.openxmlformats.org/drawingml/2006/main" prst="roundRect">
            <a:avLst>
              <a:gd name="adj" fmla="val 9524"/>
            </a:avLst>
          </a:prstGeom>
          <a:solidFill xmlns:a="http://schemas.openxmlformats.org/drawingml/2006/main">
            <a:srgbClr val="FCE7E1"/>
          </a:solidFill>
          <a:ln xmlns:a="http://schemas.openxmlformats.org/drawingml/2006/main" w="14288">
            <a:solidFill>
              <a:srgbClr val="E76F51"/>
            </a:solidFill>
            <a:prstDash val="solid"/>
          </a:ln>
        </p:spPr>
      </p:sp>
      <p:sp>
        <p:nvSpPr>
          <p:cNvPr id="7" name="text">
            <a:extLst xmlns:a="http://schemas.openxmlformats.org/drawingml/2006/main">
              <a:ext uri="{FF2B5EF4-FFF2-40B4-BE49-F238E27FC236}">
                <a16:creationId xmlns:a16="http://schemas.microsoft.com/office/drawing/2014/main" id="{084E4297-E2C4-4C8F-802B-F401AC9C73B8}"/>
              </a:ext>
            </a:extLst>
          </p:cNvPr>
          <p:cNvSpPr>
            <a:spLocks xmlns:a="http://schemas.openxmlformats.org/drawingml/2006/main" noGrp="1"/>
          </p:cNvSpPr>
          <p:nvPr/>
        </p:nvSpPr>
        <p:spPr>
          <a:xfrm xmlns:a="http://schemas.openxmlformats.org/drawingml/2006/main">
            <a:off x="666750" y="2800350"/>
            <a:ext cx="1524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102A43"/>
                </a:solidFill>
              </a:defRPr>
            </a:pPr>
            <a:r>
              <a:rPr sz="1425" b="1">
                <a:solidFill>
                  <a:srgbClr val="102A43"/>
                </a:solidFill>
              </a:rPr>
              <a:t>NMII activity</a:t>
            </a:r>
          </a:p>
        </p:txBody>
      </p:sp>
      <p:cxnSp>
        <p:nvCxnSpPr>
          <p:cNvPr id="29" name=""/>
          <p:cNvCxnSpPr/>
          <p:nvPr/>
        </p:nvCxnSpPr>
        <p:spPr>
          <a:xfrm xmlns:a="http://schemas.openxmlformats.org/drawingml/2006/main">
            <a:off x="2286000" y="3067050"/>
            <a:ext cx="523875" cy="9525"/>
          </a:xfrm>
          <a:prstGeom xmlns:a="http://schemas.openxmlformats.org/drawingml/2006/main" prst="straightConnector1">
            <a:avLst/>
          </a:prstGeom>
          <a:ln xmlns:a="http://schemas.openxmlformats.org/drawingml/2006/main" w="28575">
            <a:solidFill>
              <a:srgbClr val="102A43"/>
            </a:solidFill>
            <a:prstDash val="solid"/>
          </a:ln>
        </p:spPr>
      </p:cxnSp>
      <p:sp>
        <p:nvSpPr>
          <p:cNvPr id="9" name="">
            <a:extLst xmlns:a="http://schemas.openxmlformats.org/drawingml/2006/main">
              <a:ext uri="{FF2B5EF4-FFF2-40B4-BE49-F238E27FC236}">
                <a16:creationId xmlns:a16="http://schemas.microsoft.com/office/drawing/2014/main" id="{EDDC25DD-A5C1-4C33-A0BE-40CF6EC9C7B4}"/>
              </a:ext>
            </a:extLst>
          </p:cNvPr>
          <p:cNvSpPr>
            <a:spLocks xmlns:a="http://schemas.openxmlformats.org/drawingml/2006/main" noGrp="1"/>
          </p:cNvSpPr>
          <p:nvPr/>
        </p:nvSpPr>
        <p:spPr>
          <a:xfrm xmlns:a="http://schemas.openxmlformats.org/drawingml/2006/main">
            <a:off x="2809875" y="2667000"/>
            <a:ext cx="1714500" cy="800100"/>
          </a:xfrm>
          <a:prstGeom xmlns:a="http://schemas.openxmlformats.org/drawingml/2006/main" prst="roundRect">
            <a:avLst>
              <a:gd name="adj" fmla="val 9524"/>
            </a:avLst>
          </a:prstGeom>
          <a:solidFill xmlns:a="http://schemas.openxmlformats.org/drawingml/2006/main">
            <a:srgbClr val="E8F4F5"/>
          </a:solidFill>
          <a:ln xmlns:a="http://schemas.openxmlformats.org/drawingml/2006/main" w="14288">
            <a:solidFill>
              <a:srgbClr val="16A6B6"/>
            </a:solidFill>
            <a:prstDash val="solid"/>
          </a:ln>
        </p:spPr>
      </p:sp>
      <p:sp>
        <p:nvSpPr>
          <p:cNvPr id="10" name="text">
            <a:extLst xmlns:a="http://schemas.openxmlformats.org/drawingml/2006/main">
              <a:ext uri="{FF2B5EF4-FFF2-40B4-BE49-F238E27FC236}">
                <a16:creationId xmlns:a16="http://schemas.microsoft.com/office/drawing/2014/main" id="{9E862879-5116-49A0-8040-9021BC882D5A}"/>
              </a:ext>
            </a:extLst>
          </p:cNvPr>
          <p:cNvSpPr>
            <a:spLocks xmlns:a="http://schemas.openxmlformats.org/drawingml/2006/main" noGrp="1"/>
          </p:cNvSpPr>
          <p:nvPr/>
        </p:nvSpPr>
        <p:spPr>
          <a:xfrm xmlns:a="http://schemas.openxmlformats.org/drawingml/2006/main">
            <a:off x="2905125" y="2800350"/>
            <a:ext cx="1524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102A43"/>
                </a:solidFill>
              </a:defRPr>
            </a:pPr>
            <a:r>
              <a:rPr sz="1425" b="1">
                <a:solidFill>
                  <a:srgbClr val="102A43"/>
                </a:solidFill>
              </a:rPr>
              <a:t>SF tension</a:t>
            </a:r>
          </a:p>
        </p:txBody>
      </p:sp>
      <p:cxnSp>
        <p:nvCxnSpPr>
          <p:cNvPr id="32" name=""/>
          <p:cNvCxnSpPr/>
          <p:nvPr/>
        </p:nvCxnSpPr>
        <p:spPr>
          <a:xfrm xmlns:a="http://schemas.openxmlformats.org/drawingml/2006/main">
            <a:off x="4524375" y="3067050"/>
            <a:ext cx="523875" cy="9525"/>
          </a:xfrm>
          <a:prstGeom xmlns:a="http://schemas.openxmlformats.org/drawingml/2006/main" prst="straightConnector1">
            <a:avLst/>
          </a:prstGeom>
          <a:ln xmlns:a="http://schemas.openxmlformats.org/drawingml/2006/main" w="28575">
            <a:solidFill>
              <a:srgbClr val="102A43"/>
            </a:solidFill>
            <a:prstDash val="solid"/>
          </a:ln>
        </p:spPr>
      </p:cxnSp>
      <p:sp>
        <p:nvSpPr>
          <p:cNvPr id="12" name="">
            <a:extLst xmlns:a="http://schemas.openxmlformats.org/drawingml/2006/main">
              <a:ext uri="{FF2B5EF4-FFF2-40B4-BE49-F238E27FC236}">
                <a16:creationId xmlns:a16="http://schemas.microsoft.com/office/drawing/2014/main" id="{807B7B56-A85B-4B20-8E20-D37262B8EBAE}"/>
              </a:ext>
            </a:extLst>
          </p:cNvPr>
          <p:cNvSpPr>
            <a:spLocks xmlns:a="http://schemas.openxmlformats.org/drawingml/2006/main" noGrp="1"/>
          </p:cNvSpPr>
          <p:nvPr/>
        </p:nvSpPr>
        <p:spPr>
          <a:xfrm xmlns:a="http://schemas.openxmlformats.org/drawingml/2006/main">
            <a:off x="5048250" y="2667000"/>
            <a:ext cx="1714500" cy="800100"/>
          </a:xfrm>
          <a:prstGeom xmlns:a="http://schemas.openxmlformats.org/drawingml/2006/main" prst="roundRect">
            <a:avLst>
              <a:gd name="adj" fmla="val 9524"/>
            </a:avLst>
          </a:prstGeom>
          <a:solidFill xmlns:a="http://schemas.openxmlformats.org/drawingml/2006/main">
            <a:srgbClr val="E8F4F5"/>
          </a:solidFill>
          <a:ln xmlns:a="http://schemas.openxmlformats.org/drawingml/2006/main" w="14288">
            <a:solidFill>
              <a:srgbClr val="16A6B6"/>
            </a:solidFill>
            <a:prstDash val="solid"/>
          </a:ln>
        </p:spPr>
      </p:sp>
      <p:sp>
        <p:nvSpPr>
          <p:cNvPr id="13" name="text">
            <a:extLst xmlns:a="http://schemas.openxmlformats.org/drawingml/2006/main">
              <a:ext uri="{FF2B5EF4-FFF2-40B4-BE49-F238E27FC236}">
                <a16:creationId xmlns:a16="http://schemas.microsoft.com/office/drawing/2014/main" id="{A0E65C20-5AE8-4349-AAB2-CDA075D87A56}"/>
              </a:ext>
            </a:extLst>
          </p:cNvPr>
          <p:cNvSpPr>
            <a:spLocks xmlns:a="http://schemas.openxmlformats.org/drawingml/2006/main" noGrp="1"/>
          </p:cNvSpPr>
          <p:nvPr/>
        </p:nvSpPr>
        <p:spPr>
          <a:xfrm xmlns:a="http://schemas.openxmlformats.org/drawingml/2006/main">
            <a:off x="5143500" y="2800350"/>
            <a:ext cx="1524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102A43"/>
                </a:solidFill>
              </a:defRPr>
            </a:pPr>
            <a:r>
              <a:rPr sz="1425" b="1">
                <a:solidFill>
                  <a:srgbClr val="102A43"/>
                </a:solidFill>
              </a:rPr>
              <a:t>FA occupancy</a:t>
            </a:r>
          </a:p>
        </p:txBody>
      </p:sp>
      <p:cxnSp>
        <p:nvCxnSpPr>
          <p:cNvPr id="35" name=""/>
          <p:cNvCxnSpPr/>
          <p:nvPr/>
        </p:nvCxnSpPr>
        <p:spPr>
          <a:xfrm xmlns:a="http://schemas.openxmlformats.org/drawingml/2006/main">
            <a:off x="6762750" y="3067050"/>
            <a:ext cx="523875" cy="9525"/>
          </a:xfrm>
          <a:prstGeom xmlns:a="http://schemas.openxmlformats.org/drawingml/2006/main" prst="straightConnector1">
            <a:avLst/>
          </a:prstGeom>
          <a:ln xmlns:a="http://schemas.openxmlformats.org/drawingml/2006/main" w="28575">
            <a:solidFill>
              <a:srgbClr val="102A43"/>
            </a:solidFill>
            <a:prstDash val="solid"/>
          </a:ln>
        </p:spPr>
      </p:cxnSp>
      <p:sp>
        <p:nvSpPr>
          <p:cNvPr id="15" name="">
            <a:extLst xmlns:a="http://schemas.openxmlformats.org/drawingml/2006/main">
              <a:ext uri="{FF2B5EF4-FFF2-40B4-BE49-F238E27FC236}">
                <a16:creationId xmlns:a16="http://schemas.microsoft.com/office/drawing/2014/main" id="{6AE1CED3-A08E-4675-92C3-CBC690D5EECB}"/>
              </a:ext>
            </a:extLst>
          </p:cNvPr>
          <p:cNvSpPr>
            <a:spLocks xmlns:a="http://schemas.openxmlformats.org/drawingml/2006/main" noGrp="1"/>
          </p:cNvSpPr>
          <p:nvPr/>
        </p:nvSpPr>
        <p:spPr>
          <a:xfrm xmlns:a="http://schemas.openxmlformats.org/drawingml/2006/main">
            <a:off x="7286625" y="2667000"/>
            <a:ext cx="1714500" cy="800100"/>
          </a:xfrm>
          <a:prstGeom xmlns:a="http://schemas.openxmlformats.org/drawingml/2006/main" prst="roundRect">
            <a:avLst>
              <a:gd name="adj" fmla="val 9524"/>
            </a:avLst>
          </a:prstGeom>
          <a:solidFill xmlns:a="http://schemas.openxmlformats.org/drawingml/2006/main">
            <a:srgbClr val="FFF5DF"/>
          </a:solidFill>
          <a:ln xmlns:a="http://schemas.openxmlformats.org/drawingml/2006/main" w="14288">
            <a:solidFill>
              <a:srgbClr val="E9C46A"/>
            </a:solidFill>
            <a:prstDash val="solid"/>
          </a:ln>
        </p:spPr>
      </p:sp>
      <p:sp>
        <p:nvSpPr>
          <p:cNvPr id="16" name="text">
            <a:extLst xmlns:a="http://schemas.openxmlformats.org/drawingml/2006/main">
              <a:ext uri="{FF2B5EF4-FFF2-40B4-BE49-F238E27FC236}">
                <a16:creationId xmlns:a16="http://schemas.microsoft.com/office/drawing/2014/main" id="{3B26E1B4-2924-408E-AEE3-7CD011996A74}"/>
              </a:ext>
            </a:extLst>
          </p:cNvPr>
          <p:cNvSpPr>
            <a:spLocks xmlns:a="http://schemas.openxmlformats.org/drawingml/2006/main" noGrp="1"/>
          </p:cNvSpPr>
          <p:nvPr/>
        </p:nvSpPr>
        <p:spPr>
          <a:xfrm xmlns:a="http://schemas.openxmlformats.org/drawingml/2006/main">
            <a:off x="7381875" y="2800350"/>
            <a:ext cx="1524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102A43"/>
                </a:solidFill>
              </a:defRPr>
            </a:pPr>
            <a:r>
              <a:rPr sz="1425" b="1">
                <a:solidFill>
                  <a:srgbClr val="102A43"/>
                </a:solidFill>
              </a:rPr>
              <a:t>collagen</a:t>
            </a:r>
          </a:p>
          <a:p xmlns:a="http://schemas.openxmlformats.org/drawingml/2006/main">
            <a:pPr algn="ctr">
              <a:defRPr sz="1425" b="1">
                <a:solidFill>
                  <a:srgbClr val="102A43"/>
                </a:solidFill>
              </a:defRPr>
            </a:pPr>
            <a:r>
              <a:rPr sz="1425" b="1">
                <a:solidFill>
                  <a:srgbClr val="102A43"/>
                </a:solidFill>
              </a:rPr>
              <a:t>displacement</a:t>
            </a:r>
          </a:p>
        </p:txBody>
      </p:sp>
      <p:cxnSp>
        <p:nvCxnSpPr>
          <p:cNvPr id="38" name=""/>
          <p:cNvCxnSpPr/>
          <p:nvPr/>
        </p:nvCxnSpPr>
        <p:spPr>
          <a:xfrm xmlns:a="http://schemas.openxmlformats.org/drawingml/2006/main">
            <a:off x="9001125" y="3067050"/>
            <a:ext cx="523875" cy="9525"/>
          </a:xfrm>
          <a:prstGeom xmlns:a="http://schemas.openxmlformats.org/drawingml/2006/main" prst="straightConnector1">
            <a:avLst/>
          </a:prstGeom>
          <a:ln xmlns:a="http://schemas.openxmlformats.org/drawingml/2006/main" w="28575">
            <a:solidFill>
              <a:srgbClr val="102A43"/>
            </a:solidFill>
            <a:prstDash val="solid"/>
          </a:ln>
        </p:spPr>
      </p:cxnSp>
      <p:sp>
        <p:nvSpPr>
          <p:cNvPr id="18" name="">
            <a:extLst xmlns:a="http://schemas.openxmlformats.org/drawingml/2006/main">
              <a:ext uri="{FF2B5EF4-FFF2-40B4-BE49-F238E27FC236}">
                <a16:creationId xmlns:a16="http://schemas.microsoft.com/office/drawing/2014/main" id="{15AC5A6E-025B-4C70-BAB9-E7E1E05AE67C}"/>
              </a:ext>
            </a:extLst>
          </p:cNvPr>
          <p:cNvSpPr>
            <a:spLocks xmlns:a="http://schemas.openxmlformats.org/drawingml/2006/main" noGrp="1"/>
          </p:cNvSpPr>
          <p:nvPr/>
        </p:nvSpPr>
        <p:spPr>
          <a:xfrm xmlns:a="http://schemas.openxmlformats.org/drawingml/2006/main">
            <a:off x="9525000" y="2667000"/>
            <a:ext cx="1714500" cy="800100"/>
          </a:xfrm>
          <a:prstGeom xmlns:a="http://schemas.openxmlformats.org/drawingml/2006/main" prst="roundRect">
            <a:avLst>
              <a:gd name="adj" fmla="val 9524"/>
            </a:avLst>
          </a:prstGeom>
          <a:solidFill xmlns:a="http://schemas.openxmlformats.org/drawingml/2006/main">
            <a:srgbClr val="E8F4F5"/>
          </a:solidFill>
          <a:ln xmlns:a="http://schemas.openxmlformats.org/drawingml/2006/main" w="14288">
            <a:solidFill>
              <a:srgbClr val="16A6B6"/>
            </a:solidFill>
            <a:prstDash val="solid"/>
          </a:ln>
        </p:spPr>
      </p:sp>
      <p:sp>
        <p:nvSpPr>
          <p:cNvPr id="19" name="text">
            <a:extLst xmlns:a="http://schemas.openxmlformats.org/drawingml/2006/main">
              <a:ext uri="{FF2B5EF4-FFF2-40B4-BE49-F238E27FC236}">
                <a16:creationId xmlns:a16="http://schemas.microsoft.com/office/drawing/2014/main" id="{B94CC8FA-6AAB-4700-ABEF-54BACFB546C7}"/>
              </a:ext>
            </a:extLst>
          </p:cNvPr>
          <p:cNvSpPr>
            <a:spLocks xmlns:a="http://schemas.openxmlformats.org/drawingml/2006/main" noGrp="1"/>
          </p:cNvSpPr>
          <p:nvPr/>
        </p:nvSpPr>
        <p:spPr>
          <a:xfrm xmlns:a="http://schemas.openxmlformats.org/drawingml/2006/main">
            <a:off x="9620250" y="2800350"/>
            <a:ext cx="1524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102A43"/>
                </a:solidFill>
              </a:defRPr>
            </a:pPr>
            <a:r>
              <a:rPr sz="1425" b="1">
                <a:solidFill>
                  <a:srgbClr val="102A43"/>
                </a:solidFill>
              </a:rPr>
              <a:t>far-field</a:t>
            </a:r>
          </a:p>
          <a:p xmlns:a="http://schemas.openxmlformats.org/drawingml/2006/main">
            <a:pPr algn="ctr">
              <a:defRPr sz="1425" b="1">
                <a:solidFill>
                  <a:srgbClr val="102A43"/>
                </a:solidFill>
              </a:defRPr>
            </a:pPr>
            <a:r>
              <a:rPr sz="1425" b="1">
                <a:solidFill>
                  <a:srgbClr val="102A43"/>
                </a:solidFill>
              </a:rPr>
              <a:t>reaction</a:t>
            </a:r>
          </a:p>
        </p:txBody>
      </p:sp>
      <p:sp>
        <p:nvSpPr>
          <p:cNvPr id="20" name="text">
            <a:extLst xmlns:a="http://schemas.openxmlformats.org/drawingml/2006/main">
              <a:ext uri="{FF2B5EF4-FFF2-40B4-BE49-F238E27FC236}">
                <a16:creationId xmlns:a16="http://schemas.microsoft.com/office/drawing/2014/main" id="{1838E250-BAEB-4AA5-9AE7-DCC4EA65141A}"/>
              </a:ext>
            </a:extLst>
          </p:cNvPr>
          <p:cNvSpPr>
            <a:spLocks xmlns:a="http://schemas.openxmlformats.org/drawingml/2006/main" noGrp="1"/>
          </p:cNvSpPr>
          <p:nvPr/>
        </p:nvSpPr>
        <p:spPr>
          <a:xfrm xmlns:a="http://schemas.openxmlformats.org/drawingml/2006/main">
            <a:off x="1047750" y="4572000"/>
            <a:ext cx="1019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102A43"/>
                </a:solidFill>
              </a:defRPr>
            </a:pPr>
            <a:r>
              <a:rPr sz="1950" b="1">
                <a:solidFill>
                  <a:srgbClr val="102A43"/>
                </a:solidFill>
              </a:rPr>
              <a:t>Experiment pair: perturb motor / adhesion and compare traction, morphology, event occupancy, and inferred posterior.</a:t>
            </a:r>
          </a:p>
        </p:txBody>
      </p:sp>
      <p:sp>
        <p:nvSpPr>
          <p:cNvPr id="21" name="text">
            <a:extLst xmlns:a="http://schemas.openxmlformats.org/drawingml/2006/main">
              <a:ext uri="{FF2B5EF4-FFF2-40B4-BE49-F238E27FC236}">
                <a16:creationId xmlns:a16="http://schemas.microsoft.com/office/drawing/2014/main" id="{81A4547B-4B8B-4211-AC62-FBF430DEB8F9}"/>
              </a:ext>
            </a:extLst>
          </p:cNvPr>
          <p:cNvSpPr>
            <a:spLocks xmlns:a="http://schemas.openxmlformats.org/drawingml/2006/main" noGrp="1"/>
          </p:cNvSpPr>
          <p:nvPr/>
        </p:nvSpPr>
        <p:spPr>
          <a:xfrm xmlns:a="http://schemas.openxmlformats.org/drawingml/2006/main">
            <a:off x="1047750" y="5191125"/>
            <a:ext cx="1019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0">
                <a:solidFill>
                  <a:srgbClr val="52616B"/>
                </a:solidFill>
              </a:defRPr>
            </a:pPr>
            <a:r>
              <a:rPr sz="1650" b="0">
                <a:solidFill>
                  <a:srgbClr val="52616B"/>
                </a:solidFill>
              </a:rPr>
              <a:t>Required evidence: connector reactions + work + ATP / topology ledgers + accepted-step restoration.</a:t>
            </a:r>
          </a:p>
        </p:txBody>
      </p:sp>
    </p:spTree>
    <p:extLst>
      <p:ext uri="{BB962C8B-B14F-4D97-AF65-F5344CB8AC3E}">
        <p14:creationId xmlns:p14="http://schemas.microsoft.com/office/powerpoint/2010/main" val="51867000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
            <a:extLst xmlns:a="http://schemas.openxmlformats.org/drawingml/2006/main">
              <a:ext uri="{FF2B5EF4-FFF2-40B4-BE49-F238E27FC236}">
                <a16:creationId xmlns:a16="http://schemas.microsoft.com/office/drawing/2014/main" id="{30BC6B77-6BAA-438F-AA74-248D47A193D1}"/>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WHOLE-CELL TARGET</a:t>
            </a:r>
          </a:p>
        </p:txBody>
      </p:sp>
      <p:sp>
        <p:nvSpPr>
          <p:cNvPr id="2" name="text">
            <a:extLst xmlns:a="http://schemas.openxmlformats.org/drawingml/2006/main">
              <a:ext uri="{FF2B5EF4-FFF2-40B4-BE49-F238E27FC236}">
                <a16:creationId xmlns:a16="http://schemas.microsoft.com/office/drawing/2014/main" id="{2612441F-6468-47AD-9E47-7449BBA7866C}"/>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0F14"/>
                </a:solidFill>
              </a:defRPr>
            </a:pPr>
            <a:r>
              <a:rPr sz="2850" b="1">
                <a:solidFill>
                  <a:srgbClr val="0B0F14"/>
                </a:solidFill>
              </a:rPr>
              <a:t>Whole-cell native composition is an evidence destination, not a splash screen</a:t>
            </a:r>
          </a:p>
        </p:txBody>
      </p:sp>
      <p:cxnSp>
        <p:nvCxnSpPr>
          <p:cNvPr id="21"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43BB830F-7EA8-45C7-B639-DC94F37A3716}"/>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36</a:t>
            </a:r>
          </a:p>
        </p:txBody>
      </p:sp>
      <p:sp>
        <p:nvSpPr>
          <p:cNvPr id="5" name="text">
            <a:extLst xmlns:a="http://schemas.openxmlformats.org/drawingml/2006/main">
              <a:ext uri="{FF2B5EF4-FFF2-40B4-BE49-F238E27FC236}">
                <a16:creationId xmlns:a16="http://schemas.microsoft.com/office/drawing/2014/main" id="{908EC6CB-5F67-4144-9912-6AE54923D210}"/>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sp>
        <p:nvSpPr>
          <p:cNvPr id="6" name="">
            <a:extLst xmlns:a="http://schemas.openxmlformats.org/drawingml/2006/main">
              <a:ext uri="{FF2B5EF4-FFF2-40B4-BE49-F238E27FC236}">
                <a16:creationId xmlns:a16="http://schemas.microsoft.com/office/drawing/2014/main" id="{F70410FE-9774-4443-B9D2-9321BC0A407B}"/>
              </a:ext>
            </a:extLst>
          </p:cNvPr>
          <p:cNvSpPr>
            <a:spLocks xmlns:a="http://schemas.openxmlformats.org/drawingml/2006/main" noGrp="1"/>
          </p:cNvSpPr>
          <p:nvPr/>
        </p:nvSpPr>
        <p:spPr>
          <a:xfrm xmlns:a="http://schemas.openxmlformats.org/drawingml/2006/main">
            <a:off x="1000125" y="1714500"/>
            <a:ext cx="4524375" cy="1381125"/>
          </a:xfrm>
          <a:prstGeom xmlns:a="http://schemas.openxmlformats.org/drawingml/2006/main" prst="roundRect">
            <a:avLst>
              <a:gd name="adj" fmla="val 5517"/>
            </a:avLst>
          </a:prstGeom>
          <a:solidFill xmlns:a="http://schemas.openxmlformats.org/drawingml/2006/main">
            <a:srgbClr val="E8F4F5"/>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399426C3-552C-4556-868D-B8824B0ACB3E}"/>
              </a:ext>
            </a:extLst>
          </p:cNvPr>
          <p:cNvSpPr>
            <a:spLocks xmlns:a="http://schemas.openxmlformats.org/drawingml/2006/main" noGrp="1"/>
          </p:cNvSpPr>
          <p:nvPr/>
        </p:nvSpPr>
        <p:spPr>
          <a:xfrm xmlns:a="http://schemas.openxmlformats.org/drawingml/2006/main">
            <a:off x="1266825" y="200025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02A43"/>
                </a:solidFill>
              </a:defRPr>
            </a:pPr>
            <a:r>
              <a:rPr sz="1800" b="1">
                <a:solidFill>
                  <a:srgbClr val="102A43"/>
                </a:solidFill>
              </a:rPr>
              <a:t>surface + cortex</a:t>
            </a:r>
          </a:p>
        </p:txBody>
      </p:sp>
      <p:sp>
        <p:nvSpPr>
          <p:cNvPr id="8" name="text">
            <a:extLst xmlns:a="http://schemas.openxmlformats.org/drawingml/2006/main">
              <a:ext uri="{FF2B5EF4-FFF2-40B4-BE49-F238E27FC236}">
                <a16:creationId xmlns:a16="http://schemas.microsoft.com/office/drawing/2014/main" id="{0999C773-B8C4-41D5-9916-C2230E4FF99B}"/>
              </a:ext>
            </a:extLst>
          </p:cNvPr>
          <p:cNvSpPr>
            <a:spLocks xmlns:a="http://schemas.openxmlformats.org/drawingml/2006/main" noGrp="1"/>
          </p:cNvSpPr>
          <p:nvPr/>
        </p:nvSpPr>
        <p:spPr>
          <a:xfrm xmlns:a="http://schemas.openxmlformats.org/drawingml/2006/main">
            <a:off x="1266825" y="245745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16B"/>
                </a:solidFill>
              </a:defRPr>
            </a:pPr>
            <a:r>
              <a:rPr sz="1500" b="0">
                <a:solidFill>
                  <a:srgbClr val="52616B"/>
                </a:solidFill>
              </a:rPr>
              <a:t>membrane, ERM, active cortex</a:t>
            </a:r>
          </a:p>
        </p:txBody>
      </p:sp>
      <p:sp>
        <p:nvSpPr>
          <p:cNvPr id="9" name="">
            <a:extLst xmlns:a="http://schemas.openxmlformats.org/drawingml/2006/main">
              <a:ext uri="{FF2B5EF4-FFF2-40B4-BE49-F238E27FC236}">
                <a16:creationId xmlns:a16="http://schemas.microsoft.com/office/drawing/2014/main" id="{5199A0FA-8BE4-4E68-B193-7DB862FD07EA}"/>
              </a:ext>
            </a:extLst>
          </p:cNvPr>
          <p:cNvSpPr>
            <a:spLocks xmlns:a="http://schemas.openxmlformats.org/drawingml/2006/main" noGrp="1"/>
          </p:cNvSpPr>
          <p:nvPr/>
        </p:nvSpPr>
        <p:spPr>
          <a:xfrm xmlns:a="http://schemas.openxmlformats.org/drawingml/2006/main">
            <a:off x="6191250" y="1714500"/>
            <a:ext cx="4524375" cy="1381125"/>
          </a:xfrm>
          <a:prstGeom xmlns:a="http://schemas.openxmlformats.org/drawingml/2006/main" prst="roundRect">
            <a:avLst>
              <a:gd name="adj" fmla="val 5517"/>
            </a:avLst>
          </a:prstGeom>
          <a:solidFill xmlns:a="http://schemas.openxmlformats.org/drawingml/2006/main">
            <a:srgbClr val="F5F7F8"/>
          </a:solidFill>
          <a:ln xmlns:a="http://schemas.openxmlformats.org/drawingml/2006/main" w="0">
            <a:noFill/>
            <a:prstDash val="solid"/>
          </a:ln>
        </p:spPr>
      </p:sp>
      <p:sp>
        <p:nvSpPr>
          <p:cNvPr id="10" name="text">
            <a:extLst xmlns:a="http://schemas.openxmlformats.org/drawingml/2006/main">
              <a:ext uri="{FF2B5EF4-FFF2-40B4-BE49-F238E27FC236}">
                <a16:creationId xmlns:a16="http://schemas.microsoft.com/office/drawing/2014/main" id="{8C9DA612-23F2-4C8B-9154-A48ADB40D0C5}"/>
              </a:ext>
            </a:extLst>
          </p:cNvPr>
          <p:cNvSpPr>
            <a:spLocks xmlns:a="http://schemas.openxmlformats.org/drawingml/2006/main" noGrp="1"/>
          </p:cNvSpPr>
          <p:nvPr/>
        </p:nvSpPr>
        <p:spPr>
          <a:xfrm xmlns:a="http://schemas.openxmlformats.org/drawingml/2006/main">
            <a:off x="6457950" y="200025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02A43"/>
                </a:solidFill>
              </a:defRPr>
            </a:pPr>
            <a:r>
              <a:rPr sz="1800" b="1">
                <a:solidFill>
                  <a:srgbClr val="102A43"/>
                </a:solidFill>
              </a:rPr>
              <a:t>interior</a:t>
            </a:r>
          </a:p>
        </p:txBody>
      </p:sp>
      <p:sp>
        <p:nvSpPr>
          <p:cNvPr id="11" name="text">
            <a:extLst xmlns:a="http://schemas.openxmlformats.org/drawingml/2006/main">
              <a:ext uri="{FF2B5EF4-FFF2-40B4-BE49-F238E27FC236}">
                <a16:creationId xmlns:a16="http://schemas.microsoft.com/office/drawing/2014/main" id="{C77BBE21-38EC-4F82-BAFC-5BF8F763B510}"/>
              </a:ext>
            </a:extLst>
          </p:cNvPr>
          <p:cNvSpPr>
            <a:spLocks xmlns:a="http://schemas.openxmlformats.org/drawingml/2006/main" noGrp="1"/>
          </p:cNvSpPr>
          <p:nvPr/>
        </p:nvSpPr>
        <p:spPr>
          <a:xfrm xmlns:a="http://schemas.openxmlformats.org/drawingml/2006/main">
            <a:off x="6457950" y="245745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16B"/>
                </a:solidFill>
              </a:defRPr>
            </a:pPr>
            <a:r>
              <a:rPr sz="1500" b="0">
                <a:solidFill>
                  <a:srgbClr val="52616B"/>
                </a:solidFill>
              </a:rPr>
              <a:t>fluid, nucleus, LINC</a:t>
            </a:r>
          </a:p>
        </p:txBody>
      </p:sp>
      <p:sp>
        <p:nvSpPr>
          <p:cNvPr id="12" name="">
            <a:extLst xmlns:a="http://schemas.openxmlformats.org/drawingml/2006/main">
              <a:ext uri="{FF2B5EF4-FFF2-40B4-BE49-F238E27FC236}">
                <a16:creationId xmlns:a16="http://schemas.microsoft.com/office/drawing/2014/main" id="{292FE3EE-302F-4704-8760-EBA0DC8C3346}"/>
              </a:ext>
            </a:extLst>
          </p:cNvPr>
          <p:cNvSpPr>
            <a:spLocks xmlns:a="http://schemas.openxmlformats.org/drawingml/2006/main" noGrp="1"/>
          </p:cNvSpPr>
          <p:nvPr/>
        </p:nvSpPr>
        <p:spPr>
          <a:xfrm xmlns:a="http://schemas.openxmlformats.org/drawingml/2006/main">
            <a:off x="1000125" y="3524250"/>
            <a:ext cx="4524375" cy="1381125"/>
          </a:xfrm>
          <a:prstGeom xmlns:a="http://schemas.openxmlformats.org/drawingml/2006/main" prst="roundRect">
            <a:avLst>
              <a:gd name="adj" fmla="val 5517"/>
            </a:avLst>
          </a:prstGeom>
          <a:solidFill xmlns:a="http://schemas.openxmlformats.org/drawingml/2006/main">
            <a:srgbClr val="FFF5DF"/>
          </a:solidFill>
          <a:ln xmlns:a="http://schemas.openxmlformats.org/drawingml/2006/main" w="0">
            <a:noFill/>
            <a:prstDash val="solid"/>
          </a:ln>
        </p:spPr>
      </p:sp>
      <p:sp>
        <p:nvSpPr>
          <p:cNvPr id="13" name="text">
            <a:extLst xmlns:a="http://schemas.openxmlformats.org/drawingml/2006/main">
              <a:ext uri="{FF2B5EF4-FFF2-40B4-BE49-F238E27FC236}">
                <a16:creationId xmlns:a16="http://schemas.microsoft.com/office/drawing/2014/main" id="{C3A17944-6931-4AA7-B908-47A32EFAA7AF}"/>
              </a:ext>
            </a:extLst>
          </p:cNvPr>
          <p:cNvSpPr>
            <a:spLocks xmlns:a="http://schemas.openxmlformats.org/drawingml/2006/main" noGrp="1"/>
          </p:cNvSpPr>
          <p:nvPr/>
        </p:nvSpPr>
        <p:spPr>
          <a:xfrm xmlns:a="http://schemas.openxmlformats.org/drawingml/2006/main">
            <a:off x="1266825" y="381000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02A43"/>
                </a:solidFill>
              </a:defRPr>
            </a:pPr>
            <a:r>
              <a:rPr sz="1800" b="1">
                <a:solidFill>
                  <a:srgbClr val="102A43"/>
                </a:solidFill>
              </a:rPr>
              <a:t>load path</a:t>
            </a:r>
          </a:p>
        </p:txBody>
      </p:sp>
      <p:sp>
        <p:nvSpPr>
          <p:cNvPr id="14" name="text">
            <a:extLst xmlns:a="http://schemas.openxmlformats.org/drawingml/2006/main">
              <a:ext uri="{FF2B5EF4-FFF2-40B4-BE49-F238E27FC236}">
                <a16:creationId xmlns:a16="http://schemas.microsoft.com/office/drawing/2014/main" id="{98750091-9A41-4CB1-932E-E62CA26299F7}"/>
              </a:ext>
            </a:extLst>
          </p:cNvPr>
          <p:cNvSpPr>
            <a:spLocks xmlns:a="http://schemas.openxmlformats.org/drawingml/2006/main" noGrp="1"/>
          </p:cNvSpPr>
          <p:nvPr/>
        </p:nvSpPr>
        <p:spPr>
          <a:xfrm xmlns:a="http://schemas.openxmlformats.org/drawingml/2006/main">
            <a:off x="1266825" y="426720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16B"/>
                </a:solidFill>
              </a:defRPr>
            </a:pPr>
            <a:r>
              <a:rPr sz="1500" b="0">
                <a:solidFill>
                  <a:srgbClr val="52616B"/>
                </a:solidFill>
              </a:rPr>
              <a:t>SF, FA, ECM, NMII</a:t>
            </a:r>
          </a:p>
        </p:txBody>
      </p:sp>
      <p:sp>
        <p:nvSpPr>
          <p:cNvPr id="15" name="">
            <a:extLst xmlns:a="http://schemas.openxmlformats.org/drawingml/2006/main">
              <a:ext uri="{FF2B5EF4-FFF2-40B4-BE49-F238E27FC236}">
                <a16:creationId xmlns:a16="http://schemas.microsoft.com/office/drawing/2014/main" id="{EA01A565-FD07-4183-8D63-A2276CEE306B}"/>
              </a:ext>
            </a:extLst>
          </p:cNvPr>
          <p:cNvSpPr>
            <a:spLocks xmlns:a="http://schemas.openxmlformats.org/drawingml/2006/main" noGrp="1"/>
          </p:cNvSpPr>
          <p:nvPr/>
        </p:nvSpPr>
        <p:spPr>
          <a:xfrm xmlns:a="http://schemas.openxmlformats.org/drawingml/2006/main">
            <a:off x="6191250" y="3524250"/>
            <a:ext cx="4524375" cy="1381125"/>
          </a:xfrm>
          <a:prstGeom xmlns:a="http://schemas.openxmlformats.org/drawingml/2006/main" prst="roundRect">
            <a:avLst>
              <a:gd name="adj" fmla="val 5517"/>
            </a:avLst>
          </a:prstGeom>
          <a:solidFill xmlns:a="http://schemas.openxmlformats.org/drawingml/2006/main">
            <a:srgbClr val="F5F7F8"/>
          </a:solidFill>
          <a:ln xmlns:a="http://schemas.openxmlformats.org/drawingml/2006/main" w="0">
            <a:noFill/>
            <a:prstDash val="solid"/>
          </a:ln>
        </p:spPr>
      </p:sp>
      <p:sp>
        <p:nvSpPr>
          <p:cNvPr id="16" name="text">
            <a:extLst xmlns:a="http://schemas.openxmlformats.org/drawingml/2006/main">
              <a:ext uri="{FF2B5EF4-FFF2-40B4-BE49-F238E27FC236}">
                <a16:creationId xmlns:a16="http://schemas.microsoft.com/office/drawing/2014/main" id="{535E95DC-CBE4-42EA-8772-D742A073A54E}"/>
              </a:ext>
            </a:extLst>
          </p:cNvPr>
          <p:cNvSpPr>
            <a:spLocks xmlns:a="http://schemas.openxmlformats.org/drawingml/2006/main" noGrp="1"/>
          </p:cNvSpPr>
          <p:nvPr/>
        </p:nvSpPr>
        <p:spPr>
          <a:xfrm xmlns:a="http://schemas.openxmlformats.org/drawingml/2006/main">
            <a:off x="6457950" y="381000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02A43"/>
                </a:solidFill>
              </a:defRPr>
            </a:pPr>
            <a:r>
              <a:rPr sz="1800" b="1">
                <a:solidFill>
                  <a:srgbClr val="102A43"/>
                </a:solidFill>
              </a:rPr>
              <a:t>protrusions + chemistry</a:t>
            </a:r>
          </a:p>
        </p:txBody>
      </p:sp>
      <p:sp>
        <p:nvSpPr>
          <p:cNvPr id="17" name="text">
            <a:extLst xmlns:a="http://schemas.openxmlformats.org/drawingml/2006/main">
              <a:ext uri="{FF2B5EF4-FFF2-40B4-BE49-F238E27FC236}">
                <a16:creationId xmlns:a16="http://schemas.microsoft.com/office/drawing/2014/main" id="{8ED9A449-AA78-49B9-82B5-D4738D0C681A}"/>
              </a:ext>
            </a:extLst>
          </p:cNvPr>
          <p:cNvSpPr>
            <a:spLocks xmlns:a="http://schemas.openxmlformats.org/drawingml/2006/main" noGrp="1"/>
          </p:cNvSpPr>
          <p:nvPr/>
        </p:nvSpPr>
        <p:spPr>
          <a:xfrm xmlns:a="http://schemas.openxmlformats.org/drawingml/2006/main">
            <a:off x="6457950" y="426720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16B"/>
                </a:solidFill>
              </a:defRPr>
            </a:pPr>
            <a:r>
              <a:rPr sz="1500" b="0">
                <a:solidFill>
                  <a:srgbClr val="52616B"/>
                </a:solidFill>
              </a:rPr>
              <a:t>lamellipodium, filopodium, turnover</a:t>
            </a:r>
          </a:p>
        </p:txBody>
      </p:sp>
      <p:sp>
        <p:nvSpPr>
          <p:cNvPr id="18" name="text">
            <a:extLst xmlns:a="http://schemas.openxmlformats.org/drawingml/2006/main">
              <a:ext uri="{FF2B5EF4-FFF2-40B4-BE49-F238E27FC236}">
                <a16:creationId xmlns:a16="http://schemas.microsoft.com/office/drawing/2014/main" id="{5B6BDCE9-7DD0-4B7C-ACA8-E7E91D3BCA98}"/>
              </a:ext>
            </a:extLst>
          </p:cNvPr>
          <p:cNvSpPr>
            <a:spLocks xmlns:a="http://schemas.openxmlformats.org/drawingml/2006/main" noGrp="1"/>
          </p:cNvSpPr>
          <p:nvPr/>
        </p:nvSpPr>
        <p:spPr>
          <a:xfrm xmlns:a="http://schemas.openxmlformats.org/drawingml/2006/main">
            <a:off x="838200" y="561975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102A43"/>
                </a:solidFill>
              </a:defRPr>
            </a:pPr>
            <a:r>
              <a:rPr sz="1725" b="1">
                <a:solidFill>
                  <a:srgbClr val="102A43"/>
                </a:solidFill>
              </a:rPr>
              <a:t>R8 requires physiological initial conditions, full native population, exact population / memory ledger, convergence or stationarity definition, and figures.</a:t>
            </a:r>
          </a:p>
        </p:txBody>
      </p:sp>
    </p:spTree>
    <p:extLst>
      <p:ext uri="{BB962C8B-B14F-4D97-AF65-F5344CB8AC3E}">
        <p14:creationId xmlns:p14="http://schemas.microsoft.com/office/powerpoint/2010/main" val="510708575"/>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text">
            <a:extLst xmlns:a="http://schemas.openxmlformats.org/drawingml/2006/main">
              <a:ext uri="{FF2B5EF4-FFF2-40B4-BE49-F238E27FC236}">
                <a16:creationId xmlns:a16="http://schemas.microsoft.com/office/drawing/2014/main" id="{BF362FC4-CE5A-4C25-AEB8-8E1C3DCBCF09}"/>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VALIDATION</a:t>
            </a:r>
          </a:p>
        </p:txBody>
      </p:sp>
      <p:sp>
        <p:nvSpPr>
          <p:cNvPr id="2" name="text">
            <a:extLst xmlns:a="http://schemas.openxmlformats.org/drawingml/2006/main">
              <a:ext uri="{FF2B5EF4-FFF2-40B4-BE49-F238E27FC236}">
                <a16:creationId xmlns:a16="http://schemas.microsoft.com/office/drawing/2014/main" id="{4A65D9D1-4CEA-4FC2-B6E1-1FE8D90B6AA8}"/>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0F14"/>
                </a:solidFill>
              </a:defRPr>
            </a:pPr>
            <a:r>
              <a:rPr sz="2850" b="1">
                <a:solidFill>
                  <a:srgbClr val="0B0F14"/>
                </a:solidFill>
              </a:rPr>
              <a:t>Validation is a lattice, not a single benchmark</a:t>
            </a:r>
          </a:p>
        </p:txBody>
      </p:sp>
      <p:cxnSp>
        <p:nvCxnSpPr>
          <p:cNvPr id="32"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DF375635-4098-485D-A850-B806579696C3}"/>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37</a:t>
            </a:r>
          </a:p>
        </p:txBody>
      </p:sp>
      <p:sp>
        <p:nvSpPr>
          <p:cNvPr id="5" name="text">
            <a:extLst xmlns:a="http://schemas.openxmlformats.org/drawingml/2006/main">
              <a:ext uri="{FF2B5EF4-FFF2-40B4-BE49-F238E27FC236}">
                <a16:creationId xmlns:a16="http://schemas.microsoft.com/office/drawing/2014/main" id="{257DCF5B-583E-4579-B95F-0E37884C22CE}"/>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cxnSp>
        <p:nvCxnSpPr>
          <p:cNvPr id="35" name=""/>
          <p:cNvCxnSpPr/>
          <p:nvPr/>
        </p:nvCxnSpPr>
        <p:spPr>
          <a:xfrm xmlns:a="http://schemas.openxmlformats.org/drawingml/2006/main">
            <a:off x="5905500" y="1476375"/>
            <a:ext cx="9525" cy="1809750"/>
          </a:xfrm>
          <a:prstGeom xmlns:a="http://schemas.openxmlformats.org/drawingml/2006/main" prst="straightConnector1">
            <a:avLst/>
          </a:prstGeom>
          <a:ln xmlns:a="http://schemas.openxmlformats.org/drawingml/2006/main" w="19050">
            <a:solidFill>
              <a:srgbClr val="B8C7D0"/>
            </a:solidFill>
            <a:prstDash val="solid"/>
          </a:ln>
        </p:spPr>
      </p:cxnSp>
      <p:sp>
        <p:nvSpPr>
          <p:cNvPr id="7" name="">
            <a:extLst xmlns:a="http://schemas.openxmlformats.org/drawingml/2006/main">
              <a:ext uri="{FF2B5EF4-FFF2-40B4-BE49-F238E27FC236}">
                <a16:creationId xmlns:a16="http://schemas.microsoft.com/office/drawing/2014/main" id="{45645583-4384-40B5-94C5-B89A1ADE06C3}"/>
              </a:ext>
            </a:extLst>
          </p:cNvPr>
          <p:cNvSpPr>
            <a:spLocks xmlns:a="http://schemas.openxmlformats.org/drawingml/2006/main" noGrp="1"/>
          </p:cNvSpPr>
          <p:nvPr/>
        </p:nvSpPr>
        <p:spPr>
          <a:xfrm xmlns:a="http://schemas.openxmlformats.org/drawingml/2006/main">
            <a:off x="5286375" y="1209675"/>
            <a:ext cx="1238250" cy="533400"/>
          </a:xfrm>
          <a:prstGeom xmlns:a="http://schemas.openxmlformats.org/drawingml/2006/main" prst="roundRect">
            <a:avLst>
              <a:gd name="adj" fmla="val 14286"/>
            </a:avLst>
          </a:prstGeom>
          <a:solidFill xmlns:a="http://schemas.openxmlformats.org/drawingml/2006/main">
            <a:srgbClr val="EEF4F7"/>
          </a:solidFill>
          <a:ln xmlns:a="http://schemas.openxmlformats.org/drawingml/2006/main" w="14288">
            <a:solidFill>
              <a:srgbClr val="16A6B6"/>
            </a:solidFill>
            <a:prstDash val="solid"/>
          </a:ln>
        </p:spPr>
      </p:sp>
      <p:sp>
        <p:nvSpPr>
          <p:cNvPr id="8" name="text">
            <a:extLst xmlns:a="http://schemas.openxmlformats.org/drawingml/2006/main">
              <a:ext uri="{FF2B5EF4-FFF2-40B4-BE49-F238E27FC236}">
                <a16:creationId xmlns:a16="http://schemas.microsoft.com/office/drawing/2014/main" id="{1D8CDD99-D35D-4514-8927-45C1FD8E8BD3}"/>
              </a:ext>
            </a:extLst>
          </p:cNvPr>
          <p:cNvSpPr>
            <a:spLocks xmlns:a="http://schemas.openxmlformats.org/drawingml/2006/main" noGrp="1"/>
          </p:cNvSpPr>
          <p:nvPr/>
        </p:nvSpPr>
        <p:spPr>
          <a:xfrm xmlns:a="http://schemas.openxmlformats.org/drawingml/2006/main">
            <a:off x="5381625" y="1343025"/>
            <a:ext cx="104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102A43"/>
                </a:solidFill>
              </a:defRPr>
            </a:pPr>
            <a:r>
              <a:rPr sz="1125" b="1">
                <a:solidFill>
                  <a:srgbClr val="102A43"/>
                </a:solidFill>
              </a:rPr>
              <a:t>dimensions</a:t>
            </a:r>
          </a:p>
        </p:txBody>
      </p:sp>
      <p:cxnSp>
        <p:nvCxnSpPr>
          <p:cNvPr id="38" name=""/>
          <p:cNvCxnSpPr/>
          <p:nvPr/>
        </p:nvCxnSpPr>
        <p:spPr>
          <a:xfrm xmlns:a="http://schemas.openxmlformats.org/drawingml/2006/main">
            <a:off x="5905500" y="2157764"/>
            <a:ext cx="2457492" cy="1128361"/>
          </a:xfrm>
          <a:prstGeom xmlns:a="http://schemas.openxmlformats.org/drawingml/2006/main" prst="straightConnector1">
            <a:avLst/>
          </a:prstGeom>
          <a:ln xmlns:a="http://schemas.openxmlformats.org/drawingml/2006/main" w="19050">
            <a:solidFill>
              <a:srgbClr val="B8C7D0"/>
            </a:solidFill>
            <a:prstDash val="solid"/>
          </a:ln>
        </p:spPr>
      </p:cxnSp>
      <p:sp>
        <p:nvSpPr>
          <p:cNvPr id="10" name="">
            <a:extLst xmlns:a="http://schemas.openxmlformats.org/drawingml/2006/main">
              <a:ext uri="{FF2B5EF4-FFF2-40B4-BE49-F238E27FC236}">
                <a16:creationId xmlns:a16="http://schemas.microsoft.com/office/drawing/2014/main" id="{750EB23C-AE4C-4300-9D28-36145B3904AF}"/>
              </a:ext>
            </a:extLst>
          </p:cNvPr>
          <p:cNvSpPr>
            <a:spLocks xmlns:a="http://schemas.openxmlformats.org/drawingml/2006/main" noGrp="1"/>
          </p:cNvSpPr>
          <p:nvPr/>
        </p:nvSpPr>
        <p:spPr>
          <a:xfrm xmlns:a="http://schemas.openxmlformats.org/drawingml/2006/main">
            <a:off x="7743867" y="1891064"/>
            <a:ext cx="1238250" cy="533400"/>
          </a:xfrm>
          <a:prstGeom xmlns:a="http://schemas.openxmlformats.org/drawingml/2006/main" prst="roundRect">
            <a:avLst>
              <a:gd name="adj" fmla="val 14286"/>
            </a:avLst>
          </a:prstGeom>
          <a:solidFill xmlns:a="http://schemas.openxmlformats.org/drawingml/2006/main">
            <a:srgbClr val="EEF4F7"/>
          </a:solidFill>
          <a:ln xmlns:a="http://schemas.openxmlformats.org/drawingml/2006/main" w="14288">
            <a:solidFill>
              <a:srgbClr val="16A6B6"/>
            </a:solidFill>
            <a:prstDash val="solid"/>
          </a:ln>
        </p:spPr>
      </p:sp>
      <p:sp>
        <p:nvSpPr>
          <p:cNvPr id="11" name="text">
            <a:extLst xmlns:a="http://schemas.openxmlformats.org/drawingml/2006/main">
              <a:ext uri="{FF2B5EF4-FFF2-40B4-BE49-F238E27FC236}">
                <a16:creationId xmlns:a16="http://schemas.microsoft.com/office/drawing/2014/main" id="{A39F1BED-7B44-45A0-B64B-14249D531B7A}"/>
              </a:ext>
            </a:extLst>
          </p:cNvPr>
          <p:cNvSpPr>
            <a:spLocks xmlns:a="http://schemas.openxmlformats.org/drawingml/2006/main" noGrp="1"/>
          </p:cNvSpPr>
          <p:nvPr/>
        </p:nvSpPr>
        <p:spPr>
          <a:xfrm xmlns:a="http://schemas.openxmlformats.org/drawingml/2006/main">
            <a:off x="7839117" y="2024414"/>
            <a:ext cx="104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102A43"/>
                </a:solidFill>
              </a:defRPr>
            </a:pPr>
            <a:r>
              <a:rPr sz="1125" b="1">
                <a:solidFill>
                  <a:srgbClr val="102A43"/>
                </a:solidFill>
              </a:rPr>
              <a:t>limiting</a:t>
            </a:r>
          </a:p>
          <a:p xmlns:a="http://schemas.openxmlformats.org/drawingml/2006/main">
            <a:pPr algn="ctr">
              <a:defRPr sz="1125" b="1">
                <a:solidFill>
                  <a:srgbClr val="102A43"/>
                </a:solidFill>
              </a:defRPr>
            </a:pPr>
            <a:r>
              <a:rPr sz="1125" b="1">
                <a:solidFill>
                  <a:srgbClr val="102A43"/>
                </a:solidFill>
              </a:rPr>
              <a:t>cases</a:t>
            </a:r>
          </a:p>
        </p:txBody>
      </p:sp>
      <p:cxnSp>
        <p:nvCxnSpPr>
          <p:cNvPr id="41" name=""/>
          <p:cNvCxnSpPr/>
          <p:nvPr/>
        </p:nvCxnSpPr>
        <p:spPr>
          <a:xfrm xmlns:a="http://schemas.openxmlformats.org/drawingml/2006/main">
            <a:off x="5905500" y="3286125"/>
            <a:ext cx="3064442" cy="402707"/>
          </a:xfrm>
          <a:prstGeom xmlns:a="http://schemas.openxmlformats.org/drawingml/2006/main" prst="straightConnector1">
            <a:avLst/>
          </a:prstGeom>
          <a:ln xmlns:a="http://schemas.openxmlformats.org/drawingml/2006/main" w="19050">
            <a:solidFill>
              <a:srgbClr val="B8C7D0"/>
            </a:solidFill>
            <a:prstDash val="solid"/>
          </a:ln>
        </p:spPr>
      </p:cxnSp>
      <p:sp>
        <p:nvSpPr>
          <p:cNvPr id="13" name="">
            <a:extLst xmlns:a="http://schemas.openxmlformats.org/drawingml/2006/main">
              <a:ext uri="{FF2B5EF4-FFF2-40B4-BE49-F238E27FC236}">
                <a16:creationId xmlns:a16="http://schemas.microsoft.com/office/drawing/2014/main" id="{8AD74EF9-B2E0-4668-B296-F194EFD8918F}"/>
              </a:ext>
            </a:extLst>
          </p:cNvPr>
          <p:cNvSpPr>
            <a:spLocks xmlns:a="http://schemas.openxmlformats.org/drawingml/2006/main" noGrp="1"/>
          </p:cNvSpPr>
          <p:nvPr/>
        </p:nvSpPr>
        <p:spPr>
          <a:xfrm xmlns:a="http://schemas.openxmlformats.org/drawingml/2006/main">
            <a:off x="8350817" y="3422132"/>
            <a:ext cx="1238250" cy="533400"/>
          </a:xfrm>
          <a:prstGeom xmlns:a="http://schemas.openxmlformats.org/drawingml/2006/main" prst="roundRect">
            <a:avLst>
              <a:gd name="adj" fmla="val 14286"/>
            </a:avLst>
          </a:prstGeom>
          <a:solidFill xmlns:a="http://schemas.openxmlformats.org/drawingml/2006/main">
            <a:srgbClr val="EEF4F7"/>
          </a:solidFill>
          <a:ln xmlns:a="http://schemas.openxmlformats.org/drawingml/2006/main" w="14288">
            <a:solidFill>
              <a:srgbClr val="16A6B6"/>
            </a:solidFill>
            <a:prstDash val="solid"/>
          </a:ln>
        </p:spPr>
      </p:sp>
      <p:sp>
        <p:nvSpPr>
          <p:cNvPr id="14" name="text">
            <a:extLst xmlns:a="http://schemas.openxmlformats.org/drawingml/2006/main">
              <a:ext uri="{FF2B5EF4-FFF2-40B4-BE49-F238E27FC236}">
                <a16:creationId xmlns:a16="http://schemas.microsoft.com/office/drawing/2014/main" id="{2E3F8481-C49A-4F95-8025-7BE9501BA864}"/>
              </a:ext>
            </a:extLst>
          </p:cNvPr>
          <p:cNvSpPr>
            <a:spLocks xmlns:a="http://schemas.openxmlformats.org/drawingml/2006/main" noGrp="1"/>
          </p:cNvSpPr>
          <p:nvPr/>
        </p:nvSpPr>
        <p:spPr>
          <a:xfrm xmlns:a="http://schemas.openxmlformats.org/drawingml/2006/main">
            <a:off x="8446067" y="3555482"/>
            <a:ext cx="104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102A43"/>
                </a:solidFill>
              </a:defRPr>
            </a:pPr>
            <a:r>
              <a:rPr sz="1125" b="1">
                <a:solidFill>
                  <a:srgbClr val="102A43"/>
                </a:solidFill>
              </a:rPr>
              <a:t>analytic</a:t>
            </a:r>
          </a:p>
          <a:p xmlns:a="http://schemas.openxmlformats.org/drawingml/2006/main">
            <a:pPr algn="ctr">
              <a:defRPr sz="1125" b="1">
                <a:solidFill>
                  <a:srgbClr val="102A43"/>
                </a:solidFill>
              </a:defRPr>
            </a:pPr>
            <a:r>
              <a:rPr sz="1125" b="1">
                <a:solidFill>
                  <a:srgbClr val="102A43"/>
                </a:solidFill>
              </a:rPr>
              <a:t>oracles</a:t>
            </a:r>
          </a:p>
        </p:txBody>
      </p:sp>
      <p:cxnSp>
        <p:nvCxnSpPr>
          <p:cNvPr id="44" name=""/>
          <p:cNvCxnSpPr/>
          <p:nvPr/>
        </p:nvCxnSpPr>
        <p:spPr>
          <a:xfrm xmlns:a="http://schemas.openxmlformats.org/drawingml/2006/main">
            <a:off x="5905500" y="3286125"/>
            <a:ext cx="1363805" cy="1630528"/>
          </a:xfrm>
          <a:prstGeom xmlns:a="http://schemas.openxmlformats.org/drawingml/2006/main" prst="straightConnector1">
            <a:avLst/>
          </a:prstGeom>
          <a:ln xmlns:a="http://schemas.openxmlformats.org/drawingml/2006/main" w="19050">
            <a:solidFill>
              <a:srgbClr val="B8C7D0"/>
            </a:solidFill>
            <a:prstDash val="solid"/>
          </a:ln>
        </p:spPr>
      </p:cxnSp>
      <p:sp>
        <p:nvSpPr>
          <p:cNvPr id="16" name="">
            <a:extLst xmlns:a="http://schemas.openxmlformats.org/drawingml/2006/main">
              <a:ext uri="{FF2B5EF4-FFF2-40B4-BE49-F238E27FC236}">
                <a16:creationId xmlns:a16="http://schemas.microsoft.com/office/drawing/2014/main" id="{20837BFF-6E72-4F78-9F55-BA6093CC94C7}"/>
              </a:ext>
            </a:extLst>
          </p:cNvPr>
          <p:cNvSpPr>
            <a:spLocks xmlns:a="http://schemas.openxmlformats.org/drawingml/2006/main" noGrp="1"/>
          </p:cNvSpPr>
          <p:nvPr/>
        </p:nvSpPr>
        <p:spPr>
          <a:xfrm xmlns:a="http://schemas.openxmlformats.org/drawingml/2006/main">
            <a:off x="6650180" y="4649953"/>
            <a:ext cx="1238250" cy="533400"/>
          </a:xfrm>
          <a:prstGeom xmlns:a="http://schemas.openxmlformats.org/drawingml/2006/main" prst="roundRect">
            <a:avLst>
              <a:gd name="adj" fmla="val 14286"/>
            </a:avLst>
          </a:prstGeom>
          <a:solidFill xmlns:a="http://schemas.openxmlformats.org/drawingml/2006/main">
            <a:srgbClr val="EEF4F7"/>
          </a:solidFill>
          <a:ln xmlns:a="http://schemas.openxmlformats.org/drawingml/2006/main" w="14288">
            <a:solidFill>
              <a:srgbClr val="16A6B6"/>
            </a:solidFill>
            <a:prstDash val="solid"/>
          </a:ln>
        </p:spPr>
      </p:sp>
      <p:sp>
        <p:nvSpPr>
          <p:cNvPr id="17" name="text">
            <a:extLst xmlns:a="http://schemas.openxmlformats.org/drawingml/2006/main">
              <a:ext uri="{FF2B5EF4-FFF2-40B4-BE49-F238E27FC236}">
                <a16:creationId xmlns:a16="http://schemas.microsoft.com/office/drawing/2014/main" id="{946AB8A6-7776-4420-B17C-3C140050C329}"/>
              </a:ext>
            </a:extLst>
          </p:cNvPr>
          <p:cNvSpPr>
            <a:spLocks xmlns:a="http://schemas.openxmlformats.org/drawingml/2006/main" noGrp="1"/>
          </p:cNvSpPr>
          <p:nvPr/>
        </p:nvSpPr>
        <p:spPr>
          <a:xfrm xmlns:a="http://schemas.openxmlformats.org/drawingml/2006/main">
            <a:off x="6745430" y="4783303"/>
            <a:ext cx="104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102A43"/>
                </a:solidFill>
              </a:defRPr>
            </a:pPr>
            <a:r>
              <a:rPr sz="1125" b="1">
                <a:solidFill>
                  <a:srgbClr val="102A43"/>
                </a:solidFill>
              </a:rPr>
              <a:t>mesh /</a:t>
            </a:r>
          </a:p>
          <a:p xmlns:a="http://schemas.openxmlformats.org/drawingml/2006/main">
            <a:pPr algn="ctr">
              <a:defRPr sz="1125" b="1">
                <a:solidFill>
                  <a:srgbClr val="102A43"/>
                </a:solidFill>
              </a:defRPr>
            </a:pPr>
            <a:r>
              <a:rPr sz="1125" b="1">
                <a:solidFill>
                  <a:srgbClr val="102A43"/>
                </a:solidFill>
              </a:rPr>
              <a:t>population</a:t>
            </a:r>
          </a:p>
        </p:txBody>
      </p:sp>
      <p:cxnSp>
        <p:nvCxnSpPr>
          <p:cNvPr id="47" name=""/>
          <p:cNvCxnSpPr/>
          <p:nvPr/>
        </p:nvCxnSpPr>
        <p:spPr>
          <a:xfrm xmlns:a="http://schemas.openxmlformats.org/drawingml/2006/main">
            <a:off x="4541695" y="3286125"/>
            <a:ext cx="1363805" cy="1630528"/>
          </a:xfrm>
          <a:prstGeom xmlns:a="http://schemas.openxmlformats.org/drawingml/2006/main" prst="straightConnector1">
            <a:avLst/>
          </a:prstGeom>
          <a:ln xmlns:a="http://schemas.openxmlformats.org/drawingml/2006/main" w="19050">
            <a:solidFill>
              <a:srgbClr val="B8C7D0"/>
            </a:solidFill>
            <a:prstDash val="solid"/>
          </a:ln>
        </p:spPr>
      </p:cxnSp>
      <p:sp>
        <p:nvSpPr>
          <p:cNvPr id="19" name="">
            <a:extLst xmlns:a="http://schemas.openxmlformats.org/drawingml/2006/main">
              <a:ext uri="{FF2B5EF4-FFF2-40B4-BE49-F238E27FC236}">
                <a16:creationId xmlns:a16="http://schemas.microsoft.com/office/drawing/2014/main" id="{EB15C5B7-1C18-4992-AAF6-27277DFDBE46}"/>
              </a:ext>
            </a:extLst>
          </p:cNvPr>
          <p:cNvSpPr>
            <a:spLocks xmlns:a="http://schemas.openxmlformats.org/drawingml/2006/main" noGrp="1"/>
          </p:cNvSpPr>
          <p:nvPr/>
        </p:nvSpPr>
        <p:spPr>
          <a:xfrm xmlns:a="http://schemas.openxmlformats.org/drawingml/2006/main">
            <a:off x="3922570" y="4649953"/>
            <a:ext cx="1238250" cy="533400"/>
          </a:xfrm>
          <a:prstGeom xmlns:a="http://schemas.openxmlformats.org/drawingml/2006/main" prst="roundRect">
            <a:avLst>
              <a:gd name="adj" fmla="val 14286"/>
            </a:avLst>
          </a:prstGeom>
          <a:solidFill xmlns:a="http://schemas.openxmlformats.org/drawingml/2006/main">
            <a:srgbClr val="EEF4F7"/>
          </a:solidFill>
          <a:ln xmlns:a="http://schemas.openxmlformats.org/drawingml/2006/main" w="14288">
            <a:solidFill>
              <a:srgbClr val="16A6B6"/>
            </a:solidFill>
            <a:prstDash val="solid"/>
          </a:ln>
        </p:spPr>
      </p:sp>
      <p:sp>
        <p:nvSpPr>
          <p:cNvPr id="20" name="text">
            <a:extLst xmlns:a="http://schemas.openxmlformats.org/drawingml/2006/main">
              <a:ext uri="{FF2B5EF4-FFF2-40B4-BE49-F238E27FC236}">
                <a16:creationId xmlns:a16="http://schemas.microsoft.com/office/drawing/2014/main" id="{53119D51-CDBB-4E1C-A27A-5DE546614E7C}"/>
              </a:ext>
            </a:extLst>
          </p:cNvPr>
          <p:cNvSpPr>
            <a:spLocks xmlns:a="http://schemas.openxmlformats.org/drawingml/2006/main" noGrp="1"/>
          </p:cNvSpPr>
          <p:nvPr/>
        </p:nvSpPr>
        <p:spPr>
          <a:xfrm xmlns:a="http://schemas.openxmlformats.org/drawingml/2006/main">
            <a:off x="4017820" y="4783303"/>
            <a:ext cx="104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102A43"/>
                </a:solidFill>
              </a:defRPr>
            </a:pPr>
            <a:r>
              <a:rPr sz="1125" b="1">
                <a:solidFill>
                  <a:srgbClr val="102A43"/>
                </a:solidFill>
              </a:rPr>
              <a:t>stochastic</a:t>
            </a:r>
          </a:p>
          <a:p xmlns:a="http://schemas.openxmlformats.org/drawingml/2006/main">
            <a:pPr algn="ctr">
              <a:defRPr sz="1125" b="1">
                <a:solidFill>
                  <a:srgbClr val="102A43"/>
                </a:solidFill>
              </a:defRPr>
            </a:pPr>
            <a:r>
              <a:rPr sz="1125" b="1">
                <a:solidFill>
                  <a:srgbClr val="102A43"/>
                </a:solidFill>
              </a:rPr>
              <a:t>ensembles</a:t>
            </a:r>
          </a:p>
        </p:txBody>
      </p:sp>
      <p:cxnSp>
        <p:nvCxnSpPr>
          <p:cNvPr id="50" name=""/>
          <p:cNvCxnSpPr/>
          <p:nvPr/>
        </p:nvCxnSpPr>
        <p:spPr>
          <a:xfrm xmlns:a="http://schemas.openxmlformats.org/drawingml/2006/main">
            <a:off x="2841058" y="3286125"/>
            <a:ext cx="3064442" cy="402707"/>
          </a:xfrm>
          <a:prstGeom xmlns:a="http://schemas.openxmlformats.org/drawingml/2006/main" prst="straightConnector1">
            <a:avLst/>
          </a:prstGeom>
          <a:ln xmlns:a="http://schemas.openxmlformats.org/drawingml/2006/main" w="19050">
            <a:solidFill>
              <a:srgbClr val="B8C7D0"/>
            </a:solidFill>
            <a:prstDash val="solid"/>
          </a:ln>
        </p:spPr>
      </p:cxnSp>
      <p:sp>
        <p:nvSpPr>
          <p:cNvPr id="22" name="">
            <a:extLst xmlns:a="http://schemas.openxmlformats.org/drawingml/2006/main">
              <a:ext uri="{FF2B5EF4-FFF2-40B4-BE49-F238E27FC236}">
                <a16:creationId xmlns:a16="http://schemas.microsoft.com/office/drawing/2014/main" id="{E98CD67A-EACD-43E8-AB51-11E6B0D208B3}"/>
              </a:ext>
            </a:extLst>
          </p:cNvPr>
          <p:cNvSpPr>
            <a:spLocks xmlns:a="http://schemas.openxmlformats.org/drawingml/2006/main" noGrp="1"/>
          </p:cNvSpPr>
          <p:nvPr/>
        </p:nvSpPr>
        <p:spPr>
          <a:xfrm xmlns:a="http://schemas.openxmlformats.org/drawingml/2006/main">
            <a:off x="2221933" y="3422132"/>
            <a:ext cx="1238250" cy="533400"/>
          </a:xfrm>
          <a:prstGeom xmlns:a="http://schemas.openxmlformats.org/drawingml/2006/main" prst="roundRect">
            <a:avLst>
              <a:gd name="adj" fmla="val 14286"/>
            </a:avLst>
          </a:prstGeom>
          <a:solidFill xmlns:a="http://schemas.openxmlformats.org/drawingml/2006/main">
            <a:srgbClr val="EEF4F7"/>
          </a:solidFill>
          <a:ln xmlns:a="http://schemas.openxmlformats.org/drawingml/2006/main" w="14288">
            <a:solidFill>
              <a:srgbClr val="16A6B6"/>
            </a:solidFill>
            <a:prstDash val="solid"/>
          </a:ln>
        </p:spPr>
      </p:sp>
      <p:sp>
        <p:nvSpPr>
          <p:cNvPr id="23" name="text">
            <a:extLst xmlns:a="http://schemas.openxmlformats.org/drawingml/2006/main">
              <a:ext uri="{FF2B5EF4-FFF2-40B4-BE49-F238E27FC236}">
                <a16:creationId xmlns:a16="http://schemas.microsoft.com/office/drawing/2014/main" id="{F73A7717-0A08-4229-AED0-884CA768522D}"/>
              </a:ext>
            </a:extLst>
          </p:cNvPr>
          <p:cNvSpPr>
            <a:spLocks xmlns:a="http://schemas.openxmlformats.org/drawingml/2006/main" noGrp="1"/>
          </p:cNvSpPr>
          <p:nvPr/>
        </p:nvSpPr>
        <p:spPr>
          <a:xfrm xmlns:a="http://schemas.openxmlformats.org/drawingml/2006/main">
            <a:off x="2317183" y="3555482"/>
            <a:ext cx="104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102A43"/>
                </a:solidFill>
              </a:defRPr>
            </a:pPr>
            <a:r>
              <a:rPr sz="1125" b="1">
                <a:solidFill>
                  <a:srgbClr val="102A43"/>
                </a:solidFill>
              </a:rPr>
              <a:t>literature</a:t>
            </a:r>
          </a:p>
          <a:p xmlns:a="http://schemas.openxmlformats.org/drawingml/2006/main">
            <a:pPr algn="ctr">
              <a:defRPr sz="1125" b="1">
                <a:solidFill>
                  <a:srgbClr val="102A43"/>
                </a:solidFill>
              </a:defRPr>
            </a:pPr>
            <a:r>
              <a:rPr sz="1125" b="1">
                <a:solidFill>
                  <a:srgbClr val="102A43"/>
                </a:solidFill>
              </a:rPr>
              <a:t>responses</a:t>
            </a:r>
          </a:p>
        </p:txBody>
      </p:sp>
      <p:cxnSp>
        <p:nvCxnSpPr>
          <p:cNvPr id="53" name=""/>
          <p:cNvCxnSpPr/>
          <p:nvPr/>
        </p:nvCxnSpPr>
        <p:spPr>
          <a:xfrm xmlns:a="http://schemas.openxmlformats.org/drawingml/2006/main">
            <a:off x="3448008" y="2157764"/>
            <a:ext cx="2457492" cy="1128361"/>
          </a:xfrm>
          <a:prstGeom xmlns:a="http://schemas.openxmlformats.org/drawingml/2006/main" prst="straightConnector1">
            <a:avLst/>
          </a:prstGeom>
          <a:ln xmlns:a="http://schemas.openxmlformats.org/drawingml/2006/main" w="19050">
            <a:solidFill>
              <a:srgbClr val="B8C7D0"/>
            </a:solidFill>
            <a:prstDash val="solid"/>
          </a:ln>
        </p:spPr>
      </p:cxnSp>
      <p:sp>
        <p:nvSpPr>
          <p:cNvPr id="25" name="">
            <a:extLst xmlns:a="http://schemas.openxmlformats.org/drawingml/2006/main">
              <a:ext uri="{FF2B5EF4-FFF2-40B4-BE49-F238E27FC236}">
                <a16:creationId xmlns:a16="http://schemas.microsoft.com/office/drawing/2014/main" id="{099182CB-135A-4D15-9AFF-90B6B8808EC2}"/>
              </a:ext>
            </a:extLst>
          </p:cNvPr>
          <p:cNvSpPr>
            <a:spLocks xmlns:a="http://schemas.openxmlformats.org/drawingml/2006/main" noGrp="1"/>
          </p:cNvSpPr>
          <p:nvPr/>
        </p:nvSpPr>
        <p:spPr>
          <a:xfrm xmlns:a="http://schemas.openxmlformats.org/drawingml/2006/main">
            <a:off x="2828883" y="1891064"/>
            <a:ext cx="1238250" cy="533400"/>
          </a:xfrm>
          <a:prstGeom xmlns:a="http://schemas.openxmlformats.org/drawingml/2006/main" prst="roundRect">
            <a:avLst>
              <a:gd name="adj" fmla="val 14286"/>
            </a:avLst>
          </a:prstGeom>
          <a:solidFill xmlns:a="http://schemas.openxmlformats.org/drawingml/2006/main">
            <a:srgbClr val="EEF4F7"/>
          </a:solidFill>
          <a:ln xmlns:a="http://schemas.openxmlformats.org/drawingml/2006/main" w="14288">
            <a:solidFill>
              <a:srgbClr val="16A6B6"/>
            </a:solidFill>
            <a:prstDash val="solid"/>
          </a:ln>
        </p:spPr>
      </p:sp>
      <p:sp>
        <p:nvSpPr>
          <p:cNvPr id="26" name="text">
            <a:extLst xmlns:a="http://schemas.openxmlformats.org/drawingml/2006/main">
              <a:ext uri="{FF2B5EF4-FFF2-40B4-BE49-F238E27FC236}">
                <a16:creationId xmlns:a16="http://schemas.microsoft.com/office/drawing/2014/main" id="{3D4EF3DA-7708-476F-9F9A-D9ED28F27241}"/>
              </a:ext>
            </a:extLst>
          </p:cNvPr>
          <p:cNvSpPr>
            <a:spLocks xmlns:a="http://schemas.openxmlformats.org/drawingml/2006/main" noGrp="1"/>
          </p:cNvSpPr>
          <p:nvPr/>
        </p:nvSpPr>
        <p:spPr>
          <a:xfrm xmlns:a="http://schemas.openxmlformats.org/drawingml/2006/main">
            <a:off x="2924133" y="2024414"/>
            <a:ext cx="104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102A43"/>
                </a:solidFill>
              </a:defRPr>
            </a:pPr>
            <a:r>
              <a:rPr sz="1125" b="1">
                <a:solidFill>
                  <a:srgbClr val="102A43"/>
                </a:solidFill>
              </a:rPr>
              <a:t>native</a:t>
            </a:r>
          </a:p>
          <a:p xmlns:a="http://schemas.openxmlformats.org/drawingml/2006/main">
            <a:pPr algn="ctr">
              <a:defRPr sz="1125" b="1">
                <a:solidFill>
                  <a:srgbClr val="102A43"/>
                </a:solidFill>
              </a:defRPr>
            </a:pPr>
            <a:r>
              <a:rPr sz="1125" b="1">
                <a:solidFill>
                  <a:srgbClr val="102A43"/>
                </a:solidFill>
              </a:rPr>
              <a:t>artifacts</a:t>
            </a:r>
          </a:p>
        </p:txBody>
      </p:sp>
      <p:sp>
        <p:nvSpPr>
          <p:cNvPr id="27" name="">
            <a:extLst xmlns:a="http://schemas.openxmlformats.org/drawingml/2006/main">
              <a:ext uri="{FF2B5EF4-FFF2-40B4-BE49-F238E27FC236}">
                <a16:creationId xmlns:a16="http://schemas.microsoft.com/office/drawing/2014/main" id="{5DF45E37-A954-4499-97C9-AE5A9C1AF11A}"/>
              </a:ext>
            </a:extLst>
          </p:cNvPr>
          <p:cNvSpPr>
            <a:spLocks xmlns:a="http://schemas.openxmlformats.org/drawingml/2006/main" noGrp="1"/>
          </p:cNvSpPr>
          <p:nvPr/>
        </p:nvSpPr>
        <p:spPr>
          <a:xfrm xmlns:a="http://schemas.openxmlformats.org/drawingml/2006/main">
            <a:off x="5238750" y="2857500"/>
            <a:ext cx="1333500" cy="857250"/>
          </a:xfrm>
          <a:prstGeom xmlns:a="http://schemas.openxmlformats.org/drawingml/2006/main" prst="roundRect">
            <a:avLst>
              <a:gd name="adj" fmla="val 8889"/>
            </a:avLst>
          </a:prstGeom>
          <a:solidFill xmlns:a="http://schemas.openxmlformats.org/drawingml/2006/main">
            <a:srgbClr val="F2ECFA"/>
          </a:solidFill>
          <a:ln xmlns:a="http://schemas.openxmlformats.org/drawingml/2006/main" w="14288">
            <a:solidFill>
              <a:srgbClr val="7454A3"/>
            </a:solidFill>
            <a:prstDash val="solid"/>
          </a:ln>
        </p:spPr>
      </p:sp>
      <p:sp>
        <p:nvSpPr>
          <p:cNvPr id="28" name="text">
            <a:extLst xmlns:a="http://schemas.openxmlformats.org/drawingml/2006/main">
              <a:ext uri="{FF2B5EF4-FFF2-40B4-BE49-F238E27FC236}">
                <a16:creationId xmlns:a16="http://schemas.microsoft.com/office/drawing/2014/main" id="{C5342D86-C9B9-433A-BA8A-2E61D405BE01}"/>
              </a:ext>
            </a:extLst>
          </p:cNvPr>
          <p:cNvSpPr>
            <a:spLocks xmlns:a="http://schemas.openxmlformats.org/drawingml/2006/main" noGrp="1"/>
          </p:cNvSpPr>
          <p:nvPr/>
        </p:nvSpPr>
        <p:spPr>
          <a:xfrm xmlns:a="http://schemas.openxmlformats.org/drawingml/2006/main">
            <a:off x="5334000" y="2990850"/>
            <a:ext cx="1143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02A43"/>
                </a:solidFill>
              </a:defRPr>
            </a:pPr>
            <a:r>
              <a:rPr sz="1500" b="1">
                <a:solidFill>
                  <a:srgbClr val="102A43"/>
                </a:solidFill>
              </a:rPr>
              <a:t>mechanism</a:t>
            </a:r>
          </a:p>
          <a:p xmlns:a="http://schemas.openxmlformats.org/drawingml/2006/main">
            <a:pPr algn="ctr">
              <a:defRPr sz="1500" b="1">
                <a:solidFill>
                  <a:srgbClr val="102A43"/>
                </a:solidFill>
              </a:defRPr>
            </a:pPr>
            <a:r>
              <a:rPr sz="1500" b="1">
                <a:solidFill>
                  <a:srgbClr val="102A43"/>
                </a:solidFill>
              </a:rPr>
              <a:t>claim</a:t>
            </a:r>
          </a:p>
        </p:txBody>
      </p:sp>
      <p:sp>
        <p:nvSpPr>
          <p:cNvPr id="29" name="text">
            <a:extLst xmlns:a="http://schemas.openxmlformats.org/drawingml/2006/main">
              <a:ext uri="{FF2B5EF4-FFF2-40B4-BE49-F238E27FC236}">
                <a16:creationId xmlns:a16="http://schemas.microsoft.com/office/drawing/2014/main" id="{8FCFCE7C-42AE-42C5-951E-EA53743D343A}"/>
              </a:ext>
            </a:extLst>
          </p:cNvPr>
          <p:cNvSpPr>
            <a:spLocks xmlns:a="http://schemas.openxmlformats.org/drawingml/2006/main" noGrp="1"/>
          </p:cNvSpPr>
          <p:nvPr/>
        </p:nvSpPr>
        <p:spPr>
          <a:xfrm xmlns:a="http://schemas.openxmlformats.org/drawingml/2006/main">
            <a:off x="1238250" y="561975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102A43"/>
                </a:solidFill>
              </a:defRPr>
            </a:pPr>
            <a:r>
              <a:rPr sz="1725" b="1">
                <a:solidFill>
                  <a:srgbClr val="102A43"/>
                </a:solidFill>
              </a:rPr>
              <a:t>A closed-form law is an acceptance oracle—not a runtime replacement for explicit mechanism.</a:t>
            </a:r>
          </a:p>
        </p:txBody>
      </p:sp>
    </p:spTree>
    <p:extLst>
      <p:ext uri="{BB962C8B-B14F-4D97-AF65-F5344CB8AC3E}">
        <p14:creationId xmlns:p14="http://schemas.microsoft.com/office/powerpoint/2010/main" val="584488260"/>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text">
            <a:extLst xmlns:a="http://schemas.openxmlformats.org/drawingml/2006/main">
              <a:ext uri="{FF2B5EF4-FFF2-40B4-BE49-F238E27FC236}">
                <a16:creationId xmlns:a16="http://schemas.microsoft.com/office/drawing/2014/main" id="{0969DE0A-7BA1-4C1E-88C2-4E649CA15092}"/>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OPTIMIZATION</a:t>
            </a:r>
          </a:p>
        </p:txBody>
      </p:sp>
      <p:sp>
        <p:nvSpPr>
          <p:cNvPr id="2" name="text">
            <a:extLst xmlns:a="http://schemas.openxmlformats.org/drawingml/2006/main">
              <a:ext uri="{FF2B5EF4-FFF2-40B4-BE49-F238E27FC236}">
                <a16:creationId xmlns:a16="http://schemas.microsoft.com/office/drawing/2014/main" id="{99794736-55B8-4B6C-B8EE-22490F5165EE}"/>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0F14"/>
                </a:solidFill>
              </a:defRPr>
            </a:pPr>
            <a:r>
              <a:rPr sz="2850" b="1">
                <a:solidFill>
                  <a:srgbClr val="0B0F14"/>
                </a:solidFill>
              </a:rPr>
              <a:t>Measure the bottleneck before optimizing the representation</a:t>
            </a:r>
          </a:p>
        </p:txBody>
      </p:sp>
      <p:cxnSp>
        <p:nvCxnSpPr>
          <p:cNvPr id="31"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9E123D66-DDC9-4426-B882-46D267015874}"/>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38</a:t>
            </a:r>
          </a:p>
        </p:txBody>
      </p:sp>
      <p:sp>
        <p:nvSpPr>
          <p:cNvPr id="5" name="text">
            <a:extLst xmlns:a="http://schemas.openxmlformats.org/drawingml/2006/main">
              <a:ext uri="{FF2B5EF4-FFF2-40B4-BE49-F238E27FC236}">
                <a16:creationId xmlns:a16="http://schemas.microsoft.com/office/drawing/2014/main" id="{EE69EC64-9DB0-4132-AD16-72E574F07AD4}"/>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sp>
        <p:nvSpPr>
          <p:cNvPr id="6" name="text">
            <a:extLst xmlns:a="http://schemas.openxmlformats.org/drawingml/2006/main">
              <a:ext uri="{FF2B5EF4-FFF2-40B4-BE49-F238E27FC236}">
                <a16:creationId xmlns:a16="http://schemas.microsoft.com/office/drawing/2014/main" id="{A481BA36-89C0-40CA-8927-4EB032209399}"/>
              </a:ext>
            </a:extLst>
          </p:cNvPr>
          <p:cNvSpPr>
            <a:spLocks xmlns:a="http://schemas.openxmlformats.org/drawingml/2006/main" noGrp="1"/>
          </p:cNvSpPr>
          <p:nvPr/>
        </p:nvSpPr>
        <p:spPr>
          <a:xfrm xmlns:a="http://schemas.openxmlformats.org/drawingml/2006/main">
            <a:off x="714375" y="1476375"/>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02A43"/>
                </a:solidFill>
              </a:defRPr>
            </a:pPr>
            <a:r>
              <a:rPr sz="1875" b="1">
                <a:solidFill>
                  <a:srgbClr val="102A43"/>
                </a:solidFill>
              </a:rPr>
              <a:t>Illustrative system cost map</a:t>
            </a:r>
          </a:p>
        </p:txBody>
      </p:sp>
      <p:sp>
        <p:nvSpPr>
          <p:cNvPr id="7" name="">
            <a:extLst xmlns:a="http://schemas.openxmlformats.org/drawingml/2006/main">
              <a:ext uri="{FF2B5EF4-FFF2-40B4-BE49-F238E27FC236}">
                <a16:creationId xmlns:a16="http://schemas.microsoft.com/office/drawing/2014/main" id="{4A9EEA77-2315-4F33-9A9C-0AFB72A4BCC1}"/>
              </a:ext>
            </a:extLst>
          </p:cNvPr>
          <p:cNvSpPr>
            <a:spLocks xmlns:a="http://schemas.openxmlformats.org/drawingml/2006/main" noGrp="1"/>
          </p:cNvSpPr>
          <p:nvPr/>
        </p:nvSpPr>
        <p:spPr>
          <a:xfrm xmlns:a="http://schemas.openxmlformats.org/drawingml/2006/main">
            <a:off x="952500" y="4229100"/>
            <a:ext cx="809625" cy="533400"/>
          </a:xfrm>
          <a:prstGeom xmlns:a="http://schemas.openxmlformats.org/drawingml/2006/main" prst="rect">
            <a:avLst/>
          </a:prstGeom>
          <a:solidFill xmlns:a="http://schemas.openxmlformats.org/drawingml/2006/main">
            <a:srgbClr val="16A6B6"/>
          </a:solidFill>
          <a:ln xmlns:a="http://schemas.openxmlformats.org/drawingml/2006/main" w="0">
            <a:solidFill>
              <a:srgbClr val="16A6B6"/>
            </a:solidFill>
            <a:prstDash val="solid"/>
          </a:ln>
        </p:spPr>
      </p:sp>
      <p:sp>
        <p:nvSpPr>
          <p:cNvPr id="8" name="text">
            <a:extLst xmlns:a="http://schemas.openxmlformats.org/drawingml/2006/main">
              <a:ext uri="{FF2B5EF4-FFF2-40B4-BE49-F238E27FC236}">
                <a16:creationId xmlns:a16="http://schemas.microsoft.com/office/drawing/2014/main" id="{E55EA603-A0B9-417B-8D24-49197AC17A9D}"/>
              </a:ext>
            </a:extLst>
          </p:cNvPr>
          <p:cNvSpPr>
            <a:spLocks xmlns:a="http://schemas.openxmlformats.org/drawingml/2006/main" noGrp="1"/>
          </p:cNvSpPr>
          <p:nvPr/>
        </p:nvSpPr>
        <p:spPr>
          <a:xfrm xmlns:a="http://schemas.openxmlformats.org/drawingml/2006/main">
            <a:off x="714375" y="4953000"/>
            <a:ext cx="1285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52616B"/>
                </a:solidFill>
              </a:defRPr>
            </a:pPr>
            <a:r>
              <a:rPr sz="1200" b="1">
                <a:solidFill>
                  <a:srgbClr val="52616B"/>
                </a:solidFill>
              </a:rPr>
              <a:t>mechanics</a:t>
            </a:r>
          </a:p>
        </p:txBody>
      </p:sp>
      <p:sp>
        <p:nvSpPr>
          <p:cNvPr id="9" name="text">
            <a:extLst xmlns:a="http://schemas.openxmlformats.org/drawingml/2006/main">
              <a:ext uri="{FF2B5EF4-FFF2-40B4-BE49-F238E27FC236}">
                <a16:creationId xmlns:a16="http://schemas.microsoft.com/office/drawing/2014/main" id="{80DBC20C-7FB8-40B1-ABAF-9C3503AEADDD}"/>
              </a:ext>
            </a:extLst>
          </p:cNvPr>
          <p:cNvSpPr>
            <a:spLocks xmlns:a="http://schemas.openxmlformats.org/drawingml/2006/main" noGrp="1"/>
          </p:cNvSpPr>
          <p:nvPr/>
        </p:nvSpPr>
        <p:spPr>
          <a:xfrm xmlns:a="http://schemas.openxmlformats.org/drawingml/2006/main">
            <a:off x="952500" y="3990975"/>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2A43"/>
                </a:solidFill>
              </a:defRPr>
            </a:pPr>
            <a:r>
              <a:rPr sz="1350" b="1">
                <a:solidFill>
                  <a:srgbClr val="102A43"/>
                </a:solidFill>
              </a:rPr>
              <a:t>2</a:t>
            </a:r>
          </a:p>
        </p:txBody>
      </p:sp>
      <p:sp>
        <p:nvSpPr>
          <p:cNvPr id="10" name="">
            <a:extLst xmlns:a="http://schemas.openxmlformats.org/drawingml/2006/main">
              <a:ext uri="{FF2B5EF4-FFF2-40B4-BE49-F238E27FC236}">
                <a16:creationId xmlns:a16="http://schemas.microsoft.com/office/drawing/2014/main" id="{8C2FCC64-E0FF-4308-9F52-D14A9A8FF799}"/>
              </a:ext>
            </a:extLst>
          </p:cNvPr>
          <p:cNvSpPr>
            <a:spLocks xmlns:a="http://schemas.openxmlformats.org/drawingml/2006/main" noGrp="1"/>
          </p:cNvSpPr>
          <p:nvPr/>
        </p:nvSpPr>
        <p:spPr>
          <a:xfrm xmlns:a="http://schemas.openxmlformats.org/drawingml/2006/main">
            <a:off x="2381250" y="2895600"/>
            <a:ext cx="809625" cy="1866900"/>
          </a:xfrm>
          <a:prstGeom xmlns:a="http://schemas.openxmlformats.org/drawingml/2006/main" prst="rect">
            <a:avLst/>
          </a:prstGeom>
          <a:solidFill xmlns:a="http://schemas.openxmlformats.org/drawingml/2006/main">
            <a:srgbClr val="7454A3"/>
          </a:solidFill>
          <a:ln xmlns:a="http://schemas.openxmlformats.org/drawingml/2006/main" w="0">
            <a:solidFill>
              <a:srgbClr val="7454A3"/>
            </a:solidFill>
            <a:prstDash val="solid"/>
          </a:ln>
        </p:spPr>
      </p:sp>
      <p:sp>
        <p:nvSpPr>
          <p:cNvPr id="11" name="text">
            <a:extLst xmlns:a="http://schemas.openxmlformats.org/drawingml/2006/main">
              <a:ext uri="{FF2B5EF4-FFF2-40B4-BE49-F238E27FC236}">
                <a16:creationId xmlns:a16="http://schemas.microsoft.com/office/drawing/2014/main" id="{B355DD0D-0100-44A5-8B19-33F03DA3B2E5}"/>
              </a:ext>
            </a:extLst>
          </p:cNvPr>
          <p:cNvSpPr>
            <a:spLocks xmlns:a="http://schemas.openxmlformats.org/drawingml/2006/main" noGrp="1"/>
          </p:cNvSpPr>
          <p:nvPr/>
        </p:nvSpPr>
        <p:spPr>
          <a:xfrm xmlns:a="http://schemas.openxmlformats.org/drawingml/2006/main">
            <a:off x="2143125" y="4953000"/>
            <a:ext cx="1285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52616B"/>
                </a:solidFill>
              </a:defRPr>
            </a:pPr>
            <a:r>
              <a:rPr sz="1200" b="1">
                <a:solidFill>
                  <a:srgbClr val="52616B"/>
                </a:solidFill>
              </a:rPr>
              <a:t>fluid grid</a:t>
            </a:r>
          </a:p>
        </p:txBody>
      </p:sp>
      <p:sp>
        <p:nvSpPr>
          <p:cNvPr id="12" name="text">
            <a:extLst xmlns:a="http://schemas.openxmlformats.org/drawingml/2006/main">
              <a:ext uri="{FF2B5EF4-FFF2-40B4-BE49-F238E27FC236}">
                <a16:creationId xmlns:a16="http://schemas.microsoft.com/office/drawing/2014/main" id="{511E975F-753A-47E8-9864-260762C76374}"/>
              </a:ext>
            </a:extLst>
          </p:cNvPr>
          <p:cNvSpPr>
            <a:spLocks xmlns:a="http://schemas.openxmlformats.org/drawingml/2006/main" noGrp="1"/>
          </p:cNvSpPr>
          <p:nvPr/>
        </p:nvSpPr>
        <p:spPr>
          <a:xfrm xmlns:a="http://schemas.openxmlformats.org/drawingml/2006/main">
            <a:off x="2381250" y="2657475"/>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2A43"/>
                </a:solidFill>
              </a:defRPr>
            </a:pPr>
            <a:r>
              <a:rPr sz="1350" b="1">
                <a:solidFill>
                  <a:srgbClr val="102A43"/>
                </a:solidFill>
              </a:rPr>
              <a:t>7</a:t>
            </a:r>
          </a:p>
        </p:txBody>
      </p:sp>
      <p:sp>
        <p:nvSpPr>
          <p:cNvPr id="13" name="">
            <a:extLst xmlns:a="http://schemas.openxmlformats.org/drawingml/2006/main">
              <a:ext uri="{FF2B5EF4-FFF2-40B4-BE49-F238E27FC236}">
                <a16:creationId xmlns:a16="http://schemas.microsoft.com/office/drawing/2014/main" id="{C3FFD6F1-3ABB-47DF-9BF4-2ADE17CD965C}"/>
              </a:ext>
            </a:extLst>
          </p:cNvPr>
          <p:cNvSpPr>
            <a:spLocks xmlns:a="http://schemas.openxmlformats.org/drawingml/2006/main" noGrp="1"/>
          </p:cNvSpPr>
          <p:nvPr/>
        </p:nvSpPr>
        <p:spPr>
          <a:xfrm xmlns:a="http://schemas.openxmlformats.org/drawingml/2006/main">
            <a:off x="3810000" y="2362200"/>
            <a:ext cx="809625" cy="2400300"/>
          </a:xfrm>
          <a:prstGeom xmlns:a="http://schemas.openxmlformats.org/drawingml/2006/main" prst="rect">
            <a:avLst/>
          </a:prstGeom>
          <a:solidFill xmlns:a="http://schemas.openxmlformats.org/drawingml/2006/main">
            <a:srgbClr val="E76F51"/>
          </a:solidFill>
          <a:ln xmlns:a="http://schemas.openxmlformats.org/drawingml/2006/main" w="0">
            <a:solidFill>
              <a:srgbClr val="E76F51"/>
            </a:solidFill>
            <a:prstDash val="solid"/>
          </a:ln>
        </p:spPr>
      </p:sp>
      <p:sp>
        <p:nvSpPr>
          <p:cNvPr id="14" name="text">
            <a:extLst xmlns:a="http://schemas.openxmlformats.org/drawingml/2006/main">
              <a:ext uri="{FF2B5EF4-FFF2-40B4-BE49-F238E27FC236}">
                <a16:creationId xmlns:a16="http://schemas.microsoft.com/office/drawing/2014/main" id="{5DFC3E63-B6DA-4538-B549-128B15E2DE5E}"/>
              </a:ext>
            </a:extLst>
          </p:cNvPr>
          <p:cNvSpPr>
            <a:spLocks xmlns:a="http://schemas.openxmlformats.org/drawingml/2006/main" noGrp="1"/>
          </p:cNvSpPr>
          <p:nvPr/>
        </p:nvSpPr>
        <p:spPr>
          <a:xfrm xmlns:a="http://schemas.openxmlformats.org/drawingml/2006/main">
            <a:off x="3571875" y="4953000"/>
            <a:ext cx="1285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52616B"/>
                </a:solidFill>
              </a:defRPr>
            </a:pPr>
            <a:r>
              <a:rPr sz="1200" b="1">
                <a:solidFill>
                  <a:srgbClr val="52616B"/>
                </a:solidFill>
              </a:rPr>
              <a:t>moving boundary</a:t>
            </a:r>
          </a:p>
        </p:txBody>
      </p:sp>
      <p:sp>
        <p:nvSpPr>
          <p:cNvPr id="15" name="text">
            <a:extLst xmlns:a="http://schemas.openxmlformats.org/drawingml/2006/main">
              <a:ext uri="{FF2B5EF4-FFF2-40B4-BE49-F238E27FC236}">
                <a16:creationId xmlns:a16="http://schemas.microsoft.com/office/drawing/2014/main" id="{79D4161A-C74B-4939-A1A6-3DCA45B7790A}"/>
              </a:ext>
            </a:extLst>
          </p:cNvPr>
          <p:cNvSpPr>
            <a:spLocks xmlns:a="http://schemas.openxmlformats.org/drawingml/2006/main" noGrp="1"/>
          </p:cNvSpPr>
          <p:nvPr/>
        </p:nvSpPr>
        <p:spPr>
          <a:xfrm xmlns:a="http://schemas.openxmlformats.org/drawingml/2006/main">
            <a:off x="3810000" y="2124075"/>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2A43"/>
                </a:solidFill>
              </a:defRPr>
            </a:pPr>
            <a:r>
              <a:rPr sz="1350" b="1">
                <a:solidFill>
                  <a:srgbClr val="102A43"/>
                </a:solidFill>
              </a:rPr>
              <a:t>9</a:t>
            </a:r>
          </a:p>
        </p:txBody>
      </p:sp>
      <p:sp>
        <p:nvSpPr>
          <p:cNvPr id="16" name="">
            <a:extLst xmlns:a="http://schemas.openxmlformats.org/drawingml/2006/main">
              <a:ext uri="{FF2B5EF4-FFF2-40B4-BE49-F238E27FC236}">
                <a16:creationId xmlns:a16="http://schemas.microsoft.com/office/drawing/2014/main" id="{F821B622-3E00-4F05-A64D-D2F373719D4A}"/>
              </a:ext>
            </a:extLst>
          </p:cNvPr>
          <p:cNvSpPr>
            <a:spLocks xmlns:a="http://schemas.openxmlformats.org/drawingml/2006/main" noGrp="1"/>
          </p:cNvSpPr>
          <p:nvPr/>
        </p:nvSpPr>
        <p:spPr>
          <a:xfrm xmlns:a="http://schemas.openxmlformats.org/drawingml/2006/main">
            <a:off x="5238750" y="3695700"/>
            <a:ext cx="809625" cy="1066800"/>
          </a:xfrm>
          <a:prstGeom xmlns:a="http://schemas.openxmlformats.org/drawingml/2006/main" prst="rect">
            <a:avLst/>
          </a:prstGeom>
          <a:solidFill xmlns:a="http://schemas.openxmlformats.org/drawingml/2006/main">
            <a:srgbClr val="E9C46A"/>
          </a:solidFill>
          <a:ln xmlns:a="http://schemas.openxmlformats.org/drawingml/2006/main" w="0">
            <a:solidFill>
              <a:srgbClr val="E9C46A"/>
            </a:solidFill>
            <a:prstDash val="solid"/>
          </a:ln>
        </p:spPr>
      </p:sp>
      <p:sp>
        <p:nvSpPr>
          <p:cNvPr id="17" name="text">
            <a:extLst xmlns:a="http://schemas.openxmlformats.org/drawingml/2006/main">
              <a:ext uri="{FF2B5EF4-FFF2-40B4-BE49-F238E27FC236}">
                <a16:creationId xmlns:a16="http://schemas.microsoft.com/office/drawing/2014/main" id="{8BF9903A-E126-47EB-A954-62B86C89B640}"/>
              </a:ext>
            </a:extLst>
          </p:cNvPr>
          <p:cNvSpPr>
            <a:spLocks xmlns:a="http://schemas.openxmlformats.org/drawingml/2006/main" noGrp="1"/>
          </p:cNvSpPr>
          <p:nvPr/>
        </p:nvSpPr>
        <p:spPr>
          <a:xfrm xmlns:a="http://schemas.openxmlformats.org/drawingml/2006/main">
            <a:off x="5000625" y="4953000"/>
            <a:ext cx="1285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52616B"/>
                </a:solidFill>
              </a:defRPr>
            </a:pPr>
            <a:r>
              <a:rPr sz="1200" b="1">
                <a:solidFill>
                  <a:srgbClr val="52616B"/>
                </a:solidFill>
              </a:rPr>
              <a:t>events</a:t>
            </a:r>
          </a:p>
        </p:txBody>
      </p:sp>
      <p:sp>
        <p:nvSpPr>
          <p:cNvPr id="18" name="text">
            <a:extLst xmlns:a="http://schemas.openxmlformats.org/drawingml/2006/main">
              <a:ext uri="{FF2B5EF4-FFF2-40B4-BE49-F238E27FC236}">
                <a16:creationId xmlns:a16="http://schemas.microsoft.com/office/drawing/2014/main" id="{446ABADC-EA19-4AEF-97D4-EF22FCDBDD3D}"/>
              </a:ext>
            </a:extLst>
          </p:cNvPr>
          <p:cNvSpPr>
            <a:spLocks xmlns:a="http://schemas.openxmlformats.org/drawingml/2006/main" noGrp="1"/>
          </p:cNvSpPr>
          <p:nvPr/>
        </p:nvSpPr>
        <p:spPr>
          <a:xfrm xmlns:a="http://schemas.openxmlformats.org/drawingml/2006/main">
            <a:off x="5238750" y="3457575"/>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2A43"/>
                </a:solidFill>
              </a:defRPr>
            </a:pPr>
            <a:r>
              <a:rPr sz="1350" b="1">
                <a:solidFill>
                  <a:srgbClr val="102A43"/>
                </a:solidFill>
              </a:rPr>
              <a:t>4</a:t>
            </a:r>
          </a:p>
        </p:txBody>
      </p:sp>
      <p:sp>
        <p:nvSpPr>
          <p:cNvPr id="19" name="">
            <a:extLst xmlns:a="http://schemas.openxmlformats.org/drawingml/2006/main">
              <a:ext uri="{FF2B5EF4-FFF2-40B4-BE49-F238E27FC236}">
                <a16:creationId xmlns:a16="http://schemas.microsoft.com/office/drawing/2014/main" id="{7C94FE68-1453-4328-8679-37931F86084B}"/>
              </a:ext>
            </a:extLst>
          </p:cNvPr>
          <p:cNvSpPr>
            <a:spLocks xmlns:a="http://schemas.openxmlformats.org/drawingml/2006/main" noGrp="1"/>
          </p:cNvSpPr>
          <p:nvPr/>
        </p:nvSpPr>
        <p:spPr>
          <a:xfrm xmlns:a="http://schemas.openxmlformats.org/drawingml/2006/main">
            <a:off x="6667500" y="3162300"/>
            <a:ext cx="809625" cy="1600200"/>
          </a:xfrm>
          <a:prstGeom xmlns:a="http://schemas.openxmlformats.org/drawingml/2006/main" prst="rect">
            <a:avLst/>
          </a:prstGeom>
          <a:solidFill xmlns:a="http://schemas.openxmlformats.org/drawingml/2006/main">
            <a:srgbClr val="102A43"/>
          </a:solidFill>
          <a:ln xmlns:a="http://schemas.openxmlformats.org/drawingml/2006/main" w="0">
            <a:solidFill>
              <a:srgbClr val="102A43"/>
            </a:solidFill>
            <a:prstDash val="solid"/>
          </a:ln>
        </p:spPr>
      </p:sp>
      <p:sp>
        <p:nvSpPr>
          <p:cNvPr id="20" name="text">
            <a:extLst xmlns:a="http://schemas.openxmlformats.org/drawingml/2006/main">
              <a:ext uri="{FF2B5EF4-FFF2-40B4-BE49-F238E27FC236}">
                <a16:creationId xmlns:a16="http://schemas.microsoft.com/office/drawing/2014/main" id="{BCA86C81-7317-464C-BC57-5A143A08BFC0}"/>
              </a:ext>
            </a:extLst>
          </p:cNvPr>
          <p:cNvSpPr>
            <a:spLocks xmlns:a="http://schemas.openxmlformats.org/drawingml/2006/main" noGrp="1"/>
          </p:cNvSpPr>
          <p:nvPr/>
        </p:nvSpPr>
        <p:spPr>
          <a:xfrm xmlns:a="http://schemas.openxmlformats.org/drawingml/2006/main">
            <a:off x="6429375" y="4953000"/>
            <a:ext cx="1285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52616B"/>
                </a:solidFill>
              </a:defRPr>
            </a:pPr>
            <a:r>
              <a:rPr sz="1200" b="1">
                <a:solidFill>
                  <a:srgbClr val="52616B"/>
                </a:solidFill>
              </a:rPr>
              <a:t>queries</a:t>
            </a:r>
          </a:p>
        </p:txBody>
      </p:sp>
      <p:sp>
        <p:nvSpPr>
          <p:cNvPr id="21" name="text">
            <a:extLst xmlns:a="http://schemas.openxmlformats.org/drawingml/2006/main">
              <a:ext uri="{FF2B5EF4-FFF2-40B4-BE49-F238E27FC236}">
                <a16:creationId xmlns:a16="http://schemas.microsoft.com/office/drawing/2014/main" id="{F0C35018-E79D-444B-93B9-84BCA1136CEC}"/>
              </a:ext>
            </a:extLst>
          </p:cNvPr>
          <p:cNvSpPr>
            <a:spLocks xmlns:a="http://schemas.openxmlformats.org/drawingml/2006/main" noGrp="1"/>
          </p:cNvSpPr>
          <p:nvPr/>
        </p:nvSpPr>
        <p:spPr>
          <a:xfrm xmlns:a="http://schemas.openxmlformats.org/drawingml/2006/main">
            <a:off x="6667500" y="2924175"/>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2A43"/>
                </a:solidFill>
              </a:defRPr>
            </a:pPr>
            <a:r>
              <a:rPr sz="1350" b="1">
                <a:solidFill>
                  <a:srgbClr val="102A43"/>
                </a:solidFill>
              </a:rPr>
              <a:t>6</a:t>
            </a:r>
          </a:p>
        </p:txBody>
      </p:sp>
      <p:sp>
        <p:nvSpPr>
          <p:cNvPr id="22" name="">
            <a:extLst xmlns:a="http://schemas.openxmlformats.org/drawingml/2006/main">
              <a:ext uri="{FF2B5EF4-FFF2-40B4-BE49-F238E27FC236}">
                <a16:creationId xmlns:a16="http://schemas.microsoft.com/office/drawing/2014/main" id="{A2F74CAE-89E3-4FB2-B311-D9538291DBBC}"/>
              </a:ext>
            </a:extLst>
          </p:cNvPr>
          <p:cNvSpPr>
            <a:spLocks xmlns:a="http://schemas.openxmlformats.org/drawingml/2006/main" noGrp="1"/>
          </p:cNvSpPr>
          <p:nvPr/>
        </p:nvSpPr>
        <p:spPr>
          <a:xfrm xmlns:a="http://schemas.openxmlformats.org/drawingml/2006/main">
            <a:off x="8096250" y="2143125"/>
            <a:ext cx="76200" cy="76200"/>
          </a:xfrm>
          <a:prstGeom xmlns:a="http://schemas.openxmlformats.org/drawingml/2006/main" prst="ellipse">
            <a:avLst/>
          </a:prstGeom>
          <a:solidFill xmlns:a="http://schemas.openxmlformats.org/drawingml/2006/main">
            <a:srgbClr val="16A6B6"/>
          </a:solidFill>
          <a:ln xmlns:a="http://schemas.openxmlformats.org/drawingml/2006/main" w="0">
            <a:solidFill>
              <a:srgbClr val="16A6B6"/>
            </a:solidFill>
            <a:prstDash val="solid"/>
          </a:ln>
        </p:spPr>
      </p:sp>
      <p:sp>
        <p:nvSpPr>
          <p:cNvPr id="23" name="text">
            <a:extLst xmlns:a="http://schemas.openxmlformats.org/drawingml/2006/main">
              <a:ext uri="{FF2B5EF4-FFF2-40B4-BE49-F238E27FC236}">
                <a16:creationId xmlns:a16="http://schemas.microsoft.com/office/drawing/2014/main" id="{912BDE5B-C860-466D-BB53-5DBF2BB350CF}"/>
              </a:ext>
            </a:extLst>
          </p:cNvPr>
          <p:cNvSpPr>
            <a:spLocks xmlns:a="http://schemas.openxmlformats.org/drawingml/2006/main" noGrp="1"/>
          </p:cNvSpPr>
          <p:nvPr/>
        </p:nvSpPr>
        <p:spPr>
          <a:xfrm xmlns:a="http://schemas.openxmlformats.org/drawingml/2006/main">
            <a:off x="8286750" y="2047875"/>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02A43"/>
                </a:solidFill>
              </a:defRPr>
            </a:pPr>
            <a:r>
              <a:rPr sz="1500" b="0">
                <a:solidFill>
                  <a:srgbClr val="102A43"/>
                </a:solidFill>
              </a:rPr>
              <a:t>Profile by component, connector, and solver phase</a:t>
            </a:r>
          </a:p>
        </p:txBody>
      </p:sp>
      <p:sp>
        <p:nvSpPr>
          <p:cNvPr id="24" name="">
            <a:extLst xmlns:a="http://schemas.openxmlformats.org/drawingml/2006/main">
              <a:ext uri="{FF2B5EF4-FFF2-40B4-BE49-F238E27FC236}">
                <a16:creationId xmlns:a16="http://schemas.microsoft.com/office/drawing/2014/main" id="{3224BF8C-A781-4712-ABEB-3125DBB4A597}"/>
              </a:ext>
            </a:extLst>
          </p:cNvPr>
          <p:cNvSpPr>
            <a:spLocks xmlns:a="http://schemas.openxmlformats.org/drawingml/2006/main" noGrp="1"/>
          </p:cNvSpPr>
          <p:nvPr/>
        </p:nvSpPr>
        <p:spPr>
          <a:xfrm xmlns:a="http://schemas.openxmlformats.org/drawingml/2006/main">
            <a:off x="8096250" y="2752725"/>
            <a:ext cx="76200" cy="76200"/>
          </a:xfrm>
          <a:prstGeom xmlns:a="http://schemas.openxmlformats.org/drawingml/2006/main" prst="ellipse">
            <a:avLst/>
          </a:prstGeom>
          <a:solidFill xmlns:a="http://schemas.openxmlformats.org/drawingml/2006/main">
            <a:srgbClr val="16A6B6"/>
          </a:solidFill>
          <a:ln xmlns:a="http://schemas.openxmlformats.org/drawingml/2006/main" w="0">
            <a:solidFill>
              <a:srgbClr val="16A6B6"/>
            </a:solidFill>
            <a:prstDash val="solid"/>
          </a:ln>
        </p:spPr>
      </p:sp>
      <p:sp>
        <p:nvSpPr>
          <p:cNvPr id="25" name="text">
            <a:extLst xmlns:a="http://schemas.openxmlformats.org/drawingml/2006/main">
              <a:ext uri="{FF2B5EF4-FFF2-40B4-BE49-F238E27FC236}">
                <a16:creationId xmlns:a16="http://schemas.microsoft.com/office/drawing/2014/main" id="{3A193ED8-EAA9-4344-8F80-DD529672CD2C}"/>
              </a:ext>
            </a:extLst>
          </p:cNvPr>
          <p:cNvSpPr>
            <a:spLocks xmlns:a="http://schemas.openxmlformats.org/drawingml/2006/main" noGrp="1"/>
          </p:cNvSpPr>
          <p:nvPr/>
        </p:nvSpPr>
        <p:spPr>
          <a:xfrm xmlns:a="http://schemas.openxmlformats.org/drawingml/2006/main">
            <a:off x="8286750" y="2657475"/>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02A43"/>
                </a:solidFill>
              </a:defRPr>
            </a:pPr>
            <a:r>
              <a:rPr sz="1500" b="0">
                <a:solidFill>
                  <a:srgbClr val="102A43"/>
                </a:solidFill>
              </a:rPr>
              <a:t>Optimize only with ON/OFF native parity</a:t>
            </a:r>
          </a:p>
        </p:txBody>
      </p:sp>
      <p:sp>
        <p:nvSpPr>
          <p:cNvPr id="26" name="">
            <a:extLst xmlns:a="http://schemas.openxmlformats.org/drawingml/2006/main">
              <a:ext uri="{FF2B5EF4-FFF2-40B4-BE49-F238E27FC236}">
                <a16:creationId xmlns:a16="http://schemas.microsoft.com/office/drawing/2014/main" id="{CD54DC6B-BE9F-44A7-B501-2EDC088EE5D5}"/>
              </a:ext>
            </a:extLst>
          </p:cNvPr>
          <p:cNvSpPr>
            <a:spLocks xmlns:a="http://schemas.openxmlformats.org/drawingml/2006/main" noGrp="1"/>
          </p:cNvSpPr>
          <p:nvPr/>
        </p:nvSpPr>
        <p:spPr>
          <a:xfrm xmlns:a="http://schemas.openxmlformats.org/drawingml/2006/main">
            <a:off x="8096250" y="3362325"/>
            <a:ext cx="76200" cy="76200"/>
          </a:xfrm>
          <a:prstGeom xmlns:a="http://schemas.openxmlformats.org/drawingml/2006/main" prst="ellipse">
            <a:avLst/>
          </a:prstGeom>
          <a:solidFill xmlns:a="http://schemas.openxmlformats.org/drawingml/2006/main">
            <a:srgbClr val="16A6B6"/>
          </a:solidFill>
          <a:ln xmlns:a="http://schemas.openxmlformats.org/drawingml/2006/main" w="0">
            <a:solidFill>
              <a:srgbClr val="16A6B6"/>
            </a:solidFill>
            <a:prstDash val="solid"/>
          </a:ln>
        </p:spPr>
      </p:sp>
      <p:sp>
        <p:nvSpPr>
          <p:cNvPr id="27" name="text">
            <a:extLst xmlns:a="http://schemas.openxmlformats.org/drawingml/2006/main">
              <a:ext uri="{FF2B5EF4-FFF2-40B4-BE49-F238E27FC236}">
                <a16:creationId xmlns:a16="http://schemas.microsoft.com/office/drawing/2014/main" id="{655AAF80-49AB-4819-9AEB-F810A1B518E0}"/>
              </a:ext>
            </a:extLst>
          </p:cNvPr>
          <p:cNvSpPr>
            <a:spLocks xmlns:a="http://schemas.openxmlformats.org/drawingml/2006/main" noGrp="1"/>
          </p:cNvSpPr>
          <p:nvPr/>
        </p:nvSpPr>
        <p:spPr>
          <a:xfrm xmlns:a="http://schemas.openxmlformats.org/drawingml/2006/main">
            <a:off x="8286750" y="3267075"/>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02A43"/>
                </a:solidFill>
              </a:defRPr>
            </a:pPr>
            <a:r>
              <a:rPr sz="1500" b="0">
                <a:solidFill>
                  <a:srgbClr val="102A43"/>
                </a:solidFill>
              </a:rPr>
              <a:t>Keep biological density fixed</a:t>
            </a:r>
          </a:p>
        </p:txBody>
      </p:sp>
      <p:sp>
        <p:nvSpPr>
          <p:cNvPr id="28" name="text">
            <a:extLst xmlns:a="http://schemas.openxmlformats.org/drawingml/2006/main">
              <a:ext uri="{FF2B5EF4-FFF2-40B4-BE49-F238E27FC236}">
                <a16:creationId xmlns:a16="http://schemas.microsoft.com/office/drawing/2014/main" id="{62F2EA07-3247-4B66-A9BA-CD9DE906C288}"/>
              </a:ext>
            </a:extLst>
          </p:cNvPr>
          <p:cNvSpPr>
            <a:spLocks xmlns:a="http://schemas.openxmlformats.org/drawingml/2006/main" noGrp="1"/>
          </p:cNvSpPr>
          <p:nvPr/>
        </p:nvSpPr>
        <p:spPr>
          <a:xfrm xmlns:a="http://schemas.openxmlformats.org/drawingml/2006/main">
            <a:off x="857250" y="5762625"/>
            <a:ext cx="981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102A43"/>
                </a:solidFill>
              </a:defRPr>
            </a:pPr>
            <a:r>
              <a:rPr sz="1800" b="1">
                <a:solidFill>
                  <a:srgbClr val="102A43"/>
                </a:solidFill>
              </a:rPr>
              <a:t>“Fewer filaments” is not assumed to be the solution; the cost atlas decides.</a:t>
            </a:r>
          </a:p>
        </p:txBody>
      </p:sp>
    </p:spTree>
    <p:extLst>
      <p:ext uri="{BB962C8B-B14F-4D97-AF65-F5344CB8AC3E}">
        <p14:creationId xmlns:p14="http://schemas.microsoft.com/office/powerpoint/2010/main" val="1545121472"/>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text">
            <a:extLst xmlns:a="http://schemas.openxmlformats.org/drawingml/2006/main">
              <a:ext uri="{FF2B5EF4-FFF2-40B4-BE49-F238E27FC236}">
                <a16:creationId xmlns:a16="http://schemas.microsoft.com/office/drawing/2014/main" id="{F5FF7B65-8E2D-4066-8ADE-DC8DE3412291}"/>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EXPERIMENTAL CAMPAIGN</a:t>
            </a:r>
          </a:p>
        </p:txBody>
      </p:sp>
      <p:sp>
        <p:nvSpPr>
          <p:cNvPr id="2" name="text">
            <a:extLst xmlns:a="http://schemas.openxmlformats.org/drawingml/2006/main">
              <a:ext uri="{FF2B5EF4-FFF2-40B4-BE49-F238E27FC236}">
                <a16:creationId xmlns:a16="http://schemas.microsoft.com/office/drawing/2014/main" id="{51799375-DFB8-4A43-B0C8-8B1FC9BE33BC}"/>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0F14"/>
                </a:solidFill>
              </a:defRPr>
            </a:pPr>
            <a:r>
              <a:rPr sz="2850" b="1">
                <a:solidFill>
                  <a:srgbClr val="0B0F14"/>
                </a:solidFill>
              </a:rPr>
              <a:t>Use Aleph as a closed-loop experiment-design instrument</a:t>
            </a:r>
          </a:p>
        </p:txBody>
      </p:sp>
      <p:cxnSp>
        <p:nvCxnSpPr>
          <p:cNvPr id="29"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757D9F63-15D2-4ABB-B215-67DB554265EE}"/>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39</a:t>
            </a:r>
          </a:p>
        </p:txBody>
      </p:sp>
      <p:sp>
        <p:nvSpPr>
          <p:cNvPr id="5" name="text">
            <a:extLst xmlns:a="http://schemas.openxmlformats.org/drawingml/2006/main">
              <a:ext uri="{FF2B5EF4-FFF2-40B4-BE49-F238E27FC236}">
                <a16:creationId xmlns:a16="http://schemas.microsoft.com/office/drawing/2014/main" id="{A30472DA-5533-4427-BC4C-BAEC5E300CF4}"/>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sp>
        <p:nvSpPr>
          <p:cNvPr id="6" name="">
            <a:extLst xmlns:a="http://schemas.openxmlformats.org/drawingml/2006/main">
              <a:ext uri="{FF2B5EF4-FFF2-40B4-BE49-F238E27FC236}">
                <a16:creationId xmlns:a16="http://schemas.microsoft.com/office/drawing/2014/main" id="{ED7AA33A-FBEA-4BE4-8F56-FB7FC5272361}"/>
              </a:ext>
            </a:extLst>
          </p:cNvPr>
          <p:cNvSpPr>
            <a:spLocks xmlns:a="http://schemas.openxmlformats.org/drawingml/2006/main" noGrp="1"/>
          </p:cNvSpPr>
          <p:nvPr/>
        </p:nvSpPr>
        <p:spPr>
          <a:xfrm xmlns:a="http://schemas.openxmlformats.org/drawingml/2006/main">
            <a:off x="428625" y="2571750"/>
            <a:ext cx="1381125" cy="809625"/>
          </a:xfrm>
          <a:prstGeom xmlns:a="http://schemas.openxmlformats.org/drawingml/2006/main" prst="roundRect">
            <a:avLst>
              <a:gd name="adj" fmla="val 9412"/>
            </a:avLst>
          </a:prstGeom>
          <a:solidFill xmlns:a="http://schemas.openxmlformats.org/drawingml/2006/main">
            <a:srgbClr val="F5F7F8"/>
          </a:solidFill>
          <a:ln xmlns:a="http://schemas.openxmlformats.org/drawingml/2006/main" w="14288">
            <a:solidFill>
              <a:srgbClr val="B8C7D0"/>
            </a:solidFill>
            <a:prstDash val="solid"/>
          </a:ln>
        </p:spPr>
      </p:sp>
      <p:sp>
        <p:nvSpPr>
          <p:cNvPr id="7" name="text">
            <a:extLst xmlns:a="http://schemas.openxmlformats.org/drawingml/2006/main">
              <a:ext uri="{FF2B5EF4-FFF2-40B4-BE49-F238E27FC236}">
                <a16:creationId xmlns:a16="http://schemas.microsoft.com/office/drawing/2014/main" id="{03ADF5F9-D460-48EE-B4F3-6B709C916E52}"/>
              </a:ext>
            </a:extLst>
          </p:cNvPr>
          <p:cNvSpPr>
            <a:spLocks xmlns:a="http://schemas.openxmlformats.org/drawingml/2006/main" noGrp="1"/>
          </p:cNvSpPr>
          <p:nvPr/>
        </p:nvSpPr>
        <p:spPr>
          <a:xfrm xmlns:a="http://schemas.openxmlformats.org/drawingml/2006/main">
            <a:off x="523875" y="2705100"/>
            <a:ext cx="11906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102A43"/>
                </a:solidFill>
              </a:defRPr>
            </a:pPr>
            <a:r>
              <a:rPr sz="1275" b="1">
                <a:solidFill>
                  <a:srgbClr val="102A43"/>
                </a:solidFill>
              </a:rPr>
              <a:t>declare</a:t>
            </a:r>
          </a:p>
          <a:p xmlns:a="http://schemas.openxmlformats.org/drawingml/2006/main">
            <a:pPr algn="ctr">
              <a:defRPr sz="1275" b="1">
                <a:solidFill>
                  <a:srgbClr val="102A43"/>
                </a:solidFill>
              </a:defRPr>
            </a:pPr>
            <a:r>
              <a:rPr sz="1275" b="1">
                <a:solidFill>
                  <a:srgbClr val="102A43"/>
                </a:solidFill>
              </a:rPr>
              <a:t>baseline + H</a:t>
            </a:r>
          </a:p>
        </p:txBody>
      </p:sp>
      <p:cxnSp>
        <p:nvCxnSpPr>
          <p:cNvPr id="34" name=""/>
          <p:cNvCxnSpPr/>
          <p:nvPr/>
        </p:nvCxnSpPr>
        <p:spPr>
          <a:xfrm xmlns:a="http://schemas.openxmlformats.org/drawingml/2006/main">
            <a:off x="1809750" y="2971800"/>
            <a:ext cx="276225" cy="9525"/>
          </a:xfrm>
          <a:prstGeom xmlns:a="http://schemas.openxmlformats.org/drawingml/2006/main" prst="straightConnector1">
            <a:avLst/>
          </a:prstGeom>
          <a:ln xmlns:a="http://schemas.openxmlformats.org/drawingml/2006/main" w="19050">
            <a:solidFill>
              <a:srgbClr val="B8C7D0"/>
            </a:solidFill>
            <a:prstDash val="solid"/>
          </a:ln>
        </p:spPr>
      </p:cxnSp>
      <p:sp>
        <p:nvSpPr>
          <p:cNvPr id="9" name="">
            <a:extLst xmlns:a="http://schemas.openxmlformats.org/drawingml/2006/main">
              <a:ext uri="{FF2B5EF4-FFF2-40B4-BE49-F238E27FC236}">
                <a16:creationId xmlns:a16="http://schemas.microsoft.com/office/drawing/2014/main" id="{ADCF94E2-FE3F-4539-949E-2080963C9B62}"/>
              </a:ext>
            </a:extLst>
          </p:cNvPr>
          <p:cNvSpPr>
            <a:spLocks xmlns:a="http://schemas.openxmlformats.org/drawingml/2006/main" noGrp="1"/>
          </p:cNvSpPr>
          <p:nvPr/>
        </p:nvSpPr>
        <p:spPr>
          <a:xfrm xmlns:a="http://schemas.openxmlformats.org/drawingml/2006/main">
            <a:off x="2085975" y="2571750"/>
            <a:ext cx="1381125" cy="809625"/>
          </a:xfrm>
          <a:prstGeom xmlns:a="http://schemas.openxmlformats.org/drawingml/2006/main" prst="roundRect">
            <a:avLst>
              <a:gd name="adj" fmla="val 9412"/>
            </a:avLst>
          </a:prstGeom>
          <a:solidFill xmlns:a="http://schemas.openxmlformats.org/drawingml/2006/main">
            <a:srgbClr val="F5F7F8"/>
          </a:solidFill>
          <a:ln xmlns:a="http://schemas.openxmlformats.org/drawingml/2006/main" w="14288">
            <a:solidFill>
              <a:srgbClr val="B8C7D0"/>
            </a:solidFill>
            <a:prstDash val="solid"/>
          </a:ln>
        </p:spPr>
      </p:sp>
      <p:sp>
        <p:nvSpPr>
          <p:cNvPr id="10" name="text">
            <a:extLst xmlns:a="http://schemas.openxmlformats.org/drawingml/2006/main">
              <a:ext uri="{FF2B5EF4-FFF2-40B4-BE49-F238E27FC236}">
                <a16:creationId xmlns:a16="http://schemas.microsoft.com/office/drawing/2014/main" id="{3DBF597B-A60C-43DF-9DD9-5A1989A13DD0}"/>
              </a:ext>
            </a:extLst>
          </p:cNvPr>
          <p:cNvSpPr>
            <a:spLocks xmlns:a="http://schemas.openxmlformats.org/drawingml/2006/main" noGrp="1"/>
          </p:cNvSpPr>
          <p:nvPr/>
        </p:nvSpPr>
        <p:spPr>
          <a:xfrm xmlns:a="http://schemas.openxmlformats.org/drawingml/2006/main">
            <a:off x="2181225" y="2705100"/>
            <a:ext cx="11906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102A43"/>
                </a:solidFill>
              </a:defRPr>
            </a:pPr>
            <a:r>
              <a:rPr sz="1275" b="1">
                <a:solidFill>
                  <a:srgbClr val="102A43"/>
                </a:solidFill>
              </a:rPr>
              <a:t>register</a:t>
            </a:r>
          </a:p>
          <a:p xmlns:a="http://schemas.openxmlformats.org/drawingml/2006/main">
            <a:pPr algn="ctr">
              <a:defRPr sz="1275" b="1">
                <a:solidFill>
                  <a:srgbClr val="102A43"/>
                </a:solidFill>
              </a:defRPr>
            </a:pPr>
            <a:r>
              <a:rPr sz="1275" b="1">
                <a:solidFill>
                  <a:srgbClr val="102A43"/>
                </a:solidFill>
              </a:rPr>
              <a:t>provenance</a:t>
            </a:r>
          </a:p>
        </p:txBody>
      </p:sp>
      <p:cxnSp>
        <p:nvCxnSpPr>
          <p:cNvPr id="37" name=""/>
          <p:cNvCxnSpPr/>
          <p:nvPr/>
        </p:nvCxnSpPr>
        <p:spPr>
          <a:xfrm xmlns:a="http://schemas.openxmlformats.org/drawingml/2006/main">
            <a:off x="3467100" y="2971800"/>
            <a:ext cx="276225" cy="9525"/>
          </a:xfrm>
          <a:prstGeom xmlns:a="http://schemas.openxmlformats.org/drawingml/2006/main" prst="straightConnector1">
            <a:avLst/>
          </a:prstGeom>
          <a:ln xmlns:a="http://schemas.openxmlformats.org/drawingml/2006/main" w="19050">
            <a:solidFill>
              <a:srgbClr val="B8C7D0"/>
            </a:solidFill>
            <a:prstDash val="solid"/>
          </a:ln>
        </p:spPr>
      </p:cxnSp>
      <p:sp>
        <p:nvSpPr>
          <p:cNvPr id="12" name="">
            <a:extLst xmlns:a="http://schemas.openxmlformats.org/drawingml/2006/main">
              <a:ext uri="{FF2B5EF4-FFF2-40B4-BE49-F238E27FC236}">
                <a16:creationId xmlns:a16="http://schemas.microsoft.com/office/drawing/2014/main" id="{4CC51A4A-7368-42E6-BE02-6214044EE31A}"/>
              </a:ext>
            </a:extLst>
          </p:cNvPr>
          <p:cNvSpPr>
            <a:spLocks xmlns:a="http://schemas.openxmlformats.org/drawingml/2006/main" noGrp="1"/>
          </p:cNvSpPr>
          <p:nvPr/>
        </p:nvSpPr>
        <p:spPr>
          <a:xfrm xmlns:a="http://schemas.openxmlformats.org/drawingml/2006/main">
            <a:off x="3743325" y="2571750"/>
            <a:ext cx="1381125" cy="809625"/>
          </a:xfrm>
          <a:prstGeom xmlns:a="http://schemas.openxmlformats.org/drawingml/2006/main" prst="roundRect">
            <a:avLst>
              <a:gd name="adj" fmla="val 9412"/>
            </a:avLst>
          </a:prstGeom>
          <a:solidFill xmlns:a="http://schemas.openxmlformats.org/drawingml/2006/main">
            <a:srgbClr val="F5F7F8"/>
          </a:solidFill>
          <a:ln xmlns:a="http://schemas.openxmlformats.org/drawingml/2006/main" w="14288">
            <a:solidFill>
              <a:srgbClr val="B8C7D0"/>
            </a:solidFill>
            <a:prstDash val="solid"/>
          </a:ln>
        </p:spPr>
      </p:sp>
      <p:sp>
        <p:nvSpPr>
          <p:cNvPr id="13" name="text">
            <a:extLst xmlns:a="http://schemas.openxmlformats.org/drawingml/2006/main">
              <a:ext uri="{FF2B5EF4-FFF2-40B4-BE49-F238E27FC236}">
                <a16:creationId xmlns:a16="http://schemas.microsoft.com/office/drawing/2014/main" id="{D93605B5-5DEF-4048-8CE6-75B136D5868E}"/>
              </a:ext>
            </a:extLst>
          </p:cNvPr>
          <p:cNvSpPr>
            <a:spLocks xmlns:a="http://schemas.openxmlformats.org/drawingml/2006/main" noGrp="1"/>
          </p:cNvSpPr>
          <p:nvPr/>
        </p:nvSpPr>
        <p:spPr>
          <a:xfrm xmlns:a="http://schemas.openxmlformats.org/drawingml/2006/main">
            <a:off x="3838575" y="2705100"/>
            <a:ext cx="11906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102A43"/>
                </a:solidFill>
              </a:defRPr>
            </a:pPr>
            <a:r>
              <a:rPr sz="1275" b="1">
                <a:solidFill>
                  <a:srgbClr val="102A43"/>
                </a:solidFill>
              </a:rPr>
              <a:t>design</a:t>
            </a:r>
          </a:p>
          <a:p xmlns:a="http://schemas.openxmlformats.org/drawingml/2006/main">
            <a:pPr algn="ctr">
              <a:defRPr sz="1275" b="1">
                <a:solidFill>
                  <a:srgbClr val="102A43"/>
                </a:solidFill>
              </a:defRPr>
            </a:pPr>
            <a:r>
              <a:rPr sz="1275" b="1">
                <a:solidFill>
                  <a:srgbClr val="102A43"/>
                </a:solidFill>
              </a:rPr>
              <a:t>constrained runs</a:t>
            </a:r>
          </a:p>
        </p:txBody>
      </p:sp>
      <p:cxnSp>
        <p:nvCxnSpPr>
          <p:cNvPr id="40" name=""/>
          <p:cNvCxnSpPr/>
          <p:nvPr/>
        </p:nvCxnSpPr>
        <p:spPr>
          <a:xfrm xmlns:a="http://schemas.openxmlformats.org/drawingml/2006/main">
            <a:off x="5124450" y="2971800"/>
            <a:ext cx="276225" cy="9525"/>
          </a:xfrm>
          <a:prstGeom xmlns:a="http://schemas.openxmlformats.org/drawingml/2006/main" prst="straightConnector1">
            <a:avLst/>
          </a:prstGeom>
          <a:ln xmlns:a="http://schemas.openxmlformats.org/drawingml/2006/main" w="19050">
            <a:solidFill>
              <a:srgbClr val="B8C7D0"/>
            </a:solidFill>
            <a:prstDash val="solid"/>
          </a:ln>
        </p:spPr>
      </p:cxnSp>
      <p:sp>
        <p:nvSpPr>
          <p:cNvPr id="15" name="">
            <a:extLst xmlns:a="http://schemas.openxmlformats.org/drawingml/2006/main">
              <a:ext uri="{FF2B5EF4-FFF2-40B4-BE49-F238E27FC236}">
                <a16:creationId xmlns:a16="http://schemas.microsoft.com/office/drawing/2014/main" id="{1A82D85A-13AA-45F8-8D16-664D833BEC6B}"/>
              </a:ext>
            </a:extLst>
          </p:cNvPr>
          <p:cNvSpPr>
            <a:spLocks xmlns:a="http://schemas.openxmlformats.org/drawingml/2006/main" noGrp="1"/>
          </p:cNvSpPr>
          <p:nvPr/>
        </p:nvSpPr>
        <p:spPr>
          <a:xfrm xmlns:a="http://schemas.openxmlformats.org/drawingml/2006/main">
            <a:off x="5400675" y="2571750"/>
            <a:ext cx="1381125" cy="809625"/>
          </a:xfrm>
          <a:prstGeom xmlns:a="http://schemas.openxmlformats.org/drawingml/2006/main" prst="roundRect">
            <a:avLst>
              <a:gd name="adj" fmla="val 9412"/>
            </a:avLst>
          </a:prstGeom>
          <a:solidFill xmlns:a="http://schemas.openxmlformats.org/drawingml/2006/main">
            <a:srgbClr val="E8F4F5"/>
          </a:solidFill>
          <a:ln xmlns:a="http://schemas.openxmlformats.org/drawingml/2006/main" w="14288">
            <a:solidFill>
              <a:srgbClr val="16A6B6"/>
            </a:solidFill>
            <a:prstDash val="solid"/>
          </a:ln>
        </p:spPr>
      </p:sp>
      <p:sp>
        <p:nvSpPr>
          <p:cNvPr id="16" name="text">
            <a:extLst xmlns:a="http://schemas.openxmlformats.org/drawingml/2006/main">
              <a:ext uri="{FF2B5EF4-FFF2-40B4-BE49-F238E27FC236}">
                <a16:creationId xmlns:a16="http://schemas.microsoft.com/office/drawing/2014/main" id="{8E0434F8-A84A-4C97-BD20-2BE4FFBEDB45}"/>
              </a:ext>
            </a:extLst>
          </p:cNvPr>
          <p:cNvSpPr>
            <a:spLocks xmlns:a="http://schemas.openxmlformats.org/drawingml/2006/main" noGrp="1"/>
          </p:cNvSpPr>
          <p:nvPr/>
        </p:nvSpPr>
        <p:spPr>
          <a:xfrm xmlns:a="http://schemas.openxmlformats.org/drawingml/2006/main">
            <a:off x="5495925" y="2705100"/>
            <a:ext cx="11906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102A43"/>
                </a:solidFill>
              </a:defRPr>
            </a:pPr>
            <a:r>
              <a:rPr sz="1275" b="1">
                <a:solidFill>
                  <a:srgbClr val="102A43"/>
                </a:solidFill>
              </a:rPr>
              <a:t>run</a:t>
            </a:r>
          </a:p>
          <a:p xmlns:a="http://schemas.openxmlformats.org/drawingml/2006/main">
            <a:pPr algn="ctr">
              <a:defRPr sz="1275" b="1">
                <a:solidFill>
                  <a:srgbClr val="102A43"/>
                </a:solidFill>
              </a:defRPr>
            </a:pPr>
            <a:r>
              <a:rPr sz="1275" b="1">
                <a:solidFill>
                  <a:srgbClr val="102A43"/>
                </a:solidFill>
              </a:rPr>
              <a:t>accepted native</a:t>
            </a:r>
          </a:p>
        </p:txBody>
      </p:sp>
      <p:cxnSp>
        <p:nvCxnSpPr>
          <p:cNvPr id="43" name=""/>
          <p:cNvCxnSpPr/>
          <p:nvPr/>
        </p:nvCxnSpPr>
        <p:spPr>
          <a:xfrm xmlns:a="http://schemas.openxmlformats.org/drawingml/2006/main">
            <a:off x="6781800" y="2971800"/>
            <a:ext cx="276225" cy="9525"/>
          </a:xfrm>
          <a:prstGeom xmlns:a="http://schemas.openxmlformats.org/drawingml/2006/main" prst="straightConnector1">
            <a:avLst/>
          </a:prstGeom>
          <a:ln xmlns:a="http://schemas.openxmlformats.org/drawingml/2006/main" w="19050">
            <a:solidFill>
              <a:srgbClr val="B8C7D0"/>
            </a:solidFill>
            <a:prstDash val="solid"/>
          </a:ln>
        </p:spPr>
      </p:cxnSp>
      <p:sp>
        <p:nvSpPr>
          <p:cNvPr id="18" name="">
            <a:extLst xmlns:a="http://schemas.openxmlformats.org/drawingml/2006/main">
              <a:ext uri="{FF2B5EF4-FFF2-40B4-BE49-F238E27FC236}">
                <a16:creationId xmlns:a16="http://schemas.microsoft.com/office/drawing/2014/main" id="{F546D40E-874A-4650-B75E-AF4F7DB13B87}"/>
              </a:ext>
            </a:extLst>
          </p:cNvPr>
          <p:cNvSpPr>
            <a:spLocks xmlns:a="http://schemas.openxmlformats.org/drawingml/2006/main" noGrp="1"/>
          </p:cNvSpPr>
          <p:nvPr/>
        </p:nvSpPr>
        <p:spPr>
          <a:xfrm xmlns:a="http://schemas.openxmlformats.org/drawingml/2006/main">
            <a:off x="7058025" y="2571750"/>
            <a:ext cx="1381125" cy="809625"/>
          </a:xfrm>
          <a:prstGeom xmlns:a="http://schemas.openxmlformats.org/drawingml/2006/main" prst="roundRect">
            <a:avLst>
              <a:gd name="adj" fmla="val 9412"/>
            </a:avLst>
          </a:prstGeom>
          <a:solidFill xmlns:a="http://schemas.openxmlformats.org/drawingml/2006/main">
            <a:srgbClr val="F5F7F8"/>
          </a:solidFill>
          <a:ln xmlns:a="http://schemas.openxmlformats.org/drawingml/2006/main" w="14288">
            <a:solidFill>
              <a:srgbClr val="B8C7D0"/>
            </a:solidFill>
            <a:prstDash val="solid"/>
          </a:ln>
        </p:spPr>
      </p:sp>
      <p:sp>
        <p:nvSpPr>
          <p:cNvPr id="19" name="text">
            <a:extLst xmlns:a="http://schemas.openxmlformats.org/drawingml/2006/main">
              <a:ext uri="{FF2B5EF4-FFF2-40B4-BE49-F238E27FC236}">
                <a16:creationId xmlns:a16="http://schemas.microsoft.com/office/drawing/2014/main" id="{F030DF8A-468B-4212-87AF-3A35E19974A2}"/>
              </a:ext>
            </a:extLst>
          </p:cNvPr>
          <p:cNvSpPr>
            <a:spLocks xmlns:a="http://schemas.openxmlformats.org/drawingml/2006/main" noGrp="1"/>
          </p:cNvSpPr>
          <p:nvPr/>
        </p:nvSpPr>
        <p:spPr>
          <a:xfrm xmlns:a="http://schemas.openxmlformats.org/drawingml/2006/main">
            <a:off x="7153275" y="2705100"/>
            <a:ext cx="11906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102A43"/>
                </a:solidFill>
              </a:defRPr>
            </a:pPr>
            <a:r>
              <a:rPr sz="1275" b="1">
                <a:solidFill>
                  <a:srgbClr val="102A43"/>
                </a:solidFill>
              </a:rPr>
              <a:t>train</a:t>
            </a:r>
          </a:p>
          <a:p xmlns:a="http://schemas.openxmlformats.org/drawingml/2006/main">
            <a:pPr algn="ctr">
              <a:defRPr sz="1275" b="1">
                <a:solidFill>
                  <a:srgbClr val="102A43"/>
                </a:solidFill>
              </a:defRPr>
            </a:pPr>
            <a:r>
              <a:rPr sz="1275" b="1">
                <a:solidFill>
                  <a:srgbClr val="102A43"/>
                </a:solidFill>
              </a:rPr>
              <a:t>posterior / surrogate</a:t>
            </a:r>
          </a:p>
        </p:txBody>
      </p:sp>
      <p:cxnSp>
        <p:nvCxnSpPr>
          <p:cNvPr id="46" name=""/>
          <p:cNvCxnSpPr/>
          <p:nvPr/>
        </p:nvCxnSpPr>
        <p:spPr>
          <a:xfrm xmlns:a="http://schemas.openxmlformats.org/drawingml/2006/main">
            <a:off x="8439150" y="2971800"/>
            <a:ext cx="276225" cy="9525"/>
          </a:xfrm>
          <a:prstGeom xmlns:a="http://schemas.openxmlformats.org/drawingml/2006/main" prst="straightConnector1">
            <a:avLst/>
          </a:prstGeom>
          <a:ln xmlns:a="http://schemas.openxmlformats.org/drawingml/2006/main" w="19050">
            <a:solidFill>
              <a:srgbClr val="B8C7D0"/>
            </a:solidFill>
            <a:prstDash val="solid"/>
          </a:ln>
        </p:spPr>
      </p:cxnSp>
      <p:sp>
        <p:nvSpPr>
          <p:cNvPr id="21" name="">
            <a:extLst xmlns:a="http://schemas.openxmlformats.org/drawingml/2006/main">
              <a:ext uri="{FF2B5EF4-FFF2-40B4-BE49-F238E27FC236}">
                <a16:creationId xmlns:a16="http://schemas.microsoft.com/office/drawing/2014/main" id="{FF21BEBE-03D8-44D6-9D41-8B5B696A33FB}"/>
              </a:ext>
            </a:extLst>
          </p:cNvPr>
          <p:cNvSpPr>
            <a:spLocks xmlns:a="http://schemas.openxmlformats.org/drawingml/2006/main" noGrp="1"/>
          </p:cNvSpPr>
          <p:nvPr/>
        </p:nvSpPr>
        <p:spPr>
          <a:xfrm xmlns:a="http://schemas.openxmlformats.org/drawingml/2006/main">
            <a:off x="8715375" y="2571750"/>
            <a:ext cx="1381125" cy="809625"/>
          </a:xfrm>
          <a:prstGeom xmlns:a="http://schemas.openxmlformats.org/drawingml/2006/main" prst="roundRect">
            <a:avLst>
              <a:gd name="adj" fmla="val 9412"/>
            </a:avLst>
          </a:prstGeom>
          <a:solidFill xmlns:a="http://schemas.openxmlformats.org/drawingml/2006/main">
            <a:srgbClr val="FFF5DF"/>
          </a:solidFill>
          <a:ln xmlns:a="http://schemas.openxmlformats.org/drawingml/2006/main" w="14288">
            <a:solidFill>
              <a:srgbClr val="E9C46A"/>
            </a:solidFill>
            <a:prstDash val="solid"/>
          </a:ln>
        </p:spPr>
      </p:sp>
      <p:sp>
        <p:nvSpPr>
          <p:cNvPr id="22" name="text">
            <a:extLst xmlns:a="http://schemas.openxmlformats.org/drawingml/2006/main">
              <a:ext uri="{FF2B5EF4-FFF2-40B4-BE49-F238E27FC236}">
                <a16:creationId xmlns:a16="http://schemas.microsoft.com/office/drawing/2014/main" id="{1BF54B9F-D174-446C-956C-A92E0EB33B8D}"/>
              </a:ext>
            </a:extLst>
          </p:cNvPr>
          <p:cNvSpPr>
            <a:spLocks xmlns:a="http://schemas.openxmlformats.org/drawingml/2006/main" noGrp="1"/>
          </p:cNvSpPr>
          <p:nvPr/>
        </p:nvSpPr>
        <p:spPr>
          <a:xfrm xmlns:a="http://schemas.openxmlformats.org/drawingml/2006/main">
            <a:off x="8810625" y="2705100"/>
            <a:ext cx="11906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102A43"/>
                </a:solidFill>
              </a:defRPr>
            </a:pPr>
            <a:r>
              <a:rPr sz="1275" b="1">
                <a:solidFill>
                  <a:srgbClr val="102A43"/>
                </a:solidFill>
              </a:rPr>
              <a:t>choose next</a:t>
            </a:r>
          </a:p>
          <a:p xmlns:a="http://schemas.openxmlformats.org/drawingml/2006/main">
            <a:pPr algn="ctr">
              <a:defRPr sz="1275" b="1">
                <a:solidFill>
                  <a:srgbClr val="102A43"/>
                </a:solidFill>
              </a:defRPr>
            </a:pPr>
            <a:r>
              <a:rPr sz="1275" b="1">
                <a:solidFill>
                  <a:srgbClr val="102A43"/>
                </a:solidFill>
              </a:rPr>
              <a:t>experiment</a:t>
            </a:r>
          </a:p>
        </p:txBody>
      </p:sp>
      <p:cxnSp>
        <p:nvCxnSpPr>
          <p:cNvPr id="49" name=""/>
          <p:cNvCxnSpPr/>
          <p:nvPr/>
        </p:nvCxnSpPr>
        <p:spPr>
          <a:xfrm xmlns:a="http://schemas.openxmlformats.org/drawingml/2006/main">
            <a:off x="10096500" y="2971800"/>
            <a:ext cx="276225" cy="9525"/>
          </a:xfrm>
          <a:prstGeom xmlns:a="http://schemas.openxmlformats.org/drawingml/2006/main" prst="straightConnector1">
            <a:avLst/>
          </a:prstGeom>
          <a:ln xmlns:a="http://schemas.openxmlformats.org/drawingml/2006/main" w="19050">
            <a:solidFill>
              <a:srgbClr val="B8C7D0"/>
            </a:solidFill>
            <a:prstDash val="solid"/>
          </a:ln>
        </p:spPr>
      </p:cxnSp>
      <p:sp>
        <p:nvSpPr>
          <p:cNvPr id="24" name="">
            <a:extLst xmlns:a="http://schemas.openxmlformats.org/drawingml/2006/main">
              <a:ext uri="{FF2B5EF4-FFF2-40B4-BE49-F238E27FC236}">
                <a16:creationId xmlns:a16="http://schemas.microsoft.com/office/drawing/2014/main" id="{F7C76AB5-CE85-4DD6-A075-DA410B271214}"/>
              </a:ext>
            </a:extLst>
          </p:cNvPr>
          <p:cNvSpPr>
            <a:spLocks xmlns:a="http://schemas.openxmlformats.org/drawingml/2006/main" noGrp="1"/>
          </p:cNvSpPr>
          <p:nvPr/>
        </p:nvSpPr>
        <p:spPr>
          <a:xfrm xmlns:a="http://schemas.openxmlformats.org/drawingml/2006/main">
            <a:off x="10372725" y="2571750"/>
            <a:ext cx="1381125" cy="809625"/>
          </a:xfrm>
          <a:prstGeom xmlns:a="http://schemas.openxmlformats.org/drawingml/2006/main" prst="roundRect">
            <a:avLst>
              <a:gd name="adj" fmla="val 9412"/>
            </a:avLst>
          </a:prstGeom>
          <a:solidFill xmlns:a="http://schemas.openxmlformats.org/drawingml/2006/main">
            <a:srgbClr val="F5F7F8"/>
          </a:solidFill>
          <a:ln xmlns:a="http://schemas.openxmlformats.org/drawingml/2006/main" w="14288">
            <a:solidFill>
              <a:srgbClr val="B8C7D0"/>
            </a:solidFill>
            <a:prstDash val="solid"/>
          </a:ln>
        </p:spPr>
      </p:sp>
      <p:sp>
        <p:nvSpPr>
          <p:cNvPr id="25" name="text">
            <a:extLst xmlns:a="http://schemas.openxmlformats.org/drawingml/2006/main">
              <a:ext uri="{FF2B5EF4-FFF2-40B4-BE49-F238E27FC236}">
                <a16:creationId xmlns:a16="http://schemas.microsoft.com/office/drawing/2014/main" id="{57D03E8A-BD0C-41C9-85BA-93E36EBC1EF9}"/>
              </a:ext>
            </a:extLst>
          </p:cNvPr>
          <p:cNvSpPr>
            <a:spLocks xmlns:a="http://schemas.openxmlformats.org/drawingml/2006/main" noGrp="1"/>
          </p:cNvSpPr>
          <p:nvPr/>
        </p:nvSpPr>
        <p:spPr>
          <a:xfrm xmlns:a="http://schemas.openxmlformats.org/drawingml/2006/main">
            <a:off x="10467975" y="2705100"/>
            <a:ext cx="11906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102A43"/>
                </a:solidFill>
              </a:defRPr>
            </a:pPr>
            <a:r>
              <a:rPr sz="1275" b="1">
                <a:solidFill>
                  <a:srgbClr val="102A43"/>
                </a:solidFill>
              </a:rPr>
              <a:t>check posterior</a:t>
            </a:r>
          </a:p>
          <a:p xmlns:a="http://schemas.openxmlformats.org/drawingml/2006/main">
            <a:pPr algn="ctr">
              <a:defRPr sz="1275" b="1">
                <a:solidFill>
                  <a:srgbClr val="102A43"/>
                </a:solidFill>
              </a:defRPr>
            </a:pPr>
            <a:r>
              <a:rPr sz="1275" b="1">
                <a:solidFill>
                  <a:srgbClr val="102A43"/>
                </a:solidFill>
              </a:rPr>
              <a:t>predictions</a:t>
            </a:r>
          </a:p>
        </p:txBody>
      </p:sp>
      <p:sp>
        <p:nvSpPr>
          <p:cNvPr id="26" name="text">
            <a:extLst xmlns:a="http://schemas.openxmlformats.org/drawingml/2006/main">
              <a:ext uri="{FF2B5EF4-FFF2-40B4-BE49-F238E27FC236}">
                <a16:creationId xmlns:a16="http://schemas.microsoft.com/office/drawing/2014/main" id="{C1C8272D-36BD-4850-AAEC-56BD014D6A39}"/>
              </a:ext>
            </a:extLst>
          </p:cNvPr>
          <p:cNvSpPr>
            <a:spLocks xmlns:a="http://schemas.openxmlformats.org/drawingml/2006/main" noGrp="1"/>
          </p:cNvSpPr>
          <p:nvPr/>
        </p:nvSpPr>
        <p:spPr>
          <a:xfrm xmlns:a="http://schemas.openxmlformats.org/drawingml/2006/main">
            <a:off x="904875" y="476250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102A43"/>
                </a:solidFill>
              </a:defRPr>
            </a:pPr>
            <a:r>
              <a:rPr sz="1875" b="1">
                <a:solidFill>
                  <a:srgbClr val="102A43"/>
                </a:solidFill>
              </a:rPr>
              <a:t>The loop can join AFM, traction microscopy, live imaging, aspiration, laser ablation, and drug perturbation—once the observation map is declared.</a:t>
            </a:r>
          </a:p>
        </p:txBody>
      </p:sp>
    </p:spTree>
    <p:extLst>
      <p:ext uri="{BB962C8B-B14F-4D97-AF65-F5344CB8AC3E}">
        <p14:creationId xmlns:p14="http://schemas.microsoft.com/office/powerpoint/2010/main" val="1699322422"/>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F501EDB1-5415-4DA2-83A4-D91AA1787420}"/>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STUDENT EXERCISE</a:t>
            </a:r>
          </a:p>
        </p:txBody>
      </p:sp>
      <p:sp>
        <p:nvSpPr>
          <p:cNvPr id="2" name="text">
            <a:extLst xmlns:a="http://schemas.openxmlformats.org/drawingml/2006/main">
              <a:ext uri="{FF2B5EF4-FFF2-40B4-BE49-F238E27FC236}">
                <a16:creationId xmlns:a16="http://schemas.microsoft.com/office/drawing/2014/main" id="{0B1FE60F-FFFA-4C37-B908-93849AFCFC2E}"/>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0F14"/>
                </a:solidFill>
              </a:defRPr>
            </a:pPr>
            <a:r>
              <a:rPr sz="2850" b="1">
                <a:solidFill>
                  <a:srgbClr val="0B0F14"/>
                </a:solidFill>
              </a:rPr>
              <a:t>A useful graduate project is an identifiability experiment, not a parameter hunt</a:t>
            </a:r>
          </a:p>
        </p:txBody>
      </p:sp>
      <p:cxnSp>
        <p:nvCxnSpPr>
          <p:cNvPr id="18"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30577FDD-9E4F-4A49-80D5-5447BACA14FA}"/>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40</a:t>
            </a:r>
          </a:p>
        </p:txBody>
      </p:sp>
      <p:sp>
        <p:nvSpPr>
          <p:cNvPr id="5" name="text">
            <a:extLst xmlns:a="http://schemas.openxmlformats.org/drawingml/2006/main">
              <a:ext uri="{FF2B5EF4-FFF2-40B4-BE49-F238E27FC236}">
                <a16:creationId xmlns:a16="http://schemas.microsoft.com/office/drawing/2014/main" id="{B7C5366A-E372-4F35-90DD-1DE4B2E08E55}"/>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sp>
        <p:nvSpPr>
          <p:cNvPr id="6" name="">
            <a:extLst xmlns:a="http://schemas.openxmlformats.org/drawingml/2006/main">
              <a:ext uri="{FF2B5EF4-FFF2-40B4-BE49-F238E27FC236}">
                <a16:creationId xmlns:a16="http://schemas.microsoft.com/office/drawing/2014/main" id="{25F4C4C1-C9AC-48CB-8C7E-0ACCE0BCE2B4}"/>
              </a:ext>
            </a:extLst>
          </p:cNvPr>
          <p:cNvSpPr>
            <a:spLocks xmlns:a="http://schemas.openxmlformats.org/drawingml/2006/main" noGrp="1"/>
          </p:cNvSpPr>
          <p:nvPr/>
        </p:nvSpPr>
        <p:spPr>
          <a:xfrm xmlns:a="http://schemas.openxmlformats.org/drawingml/2006/main">
            <a:off x="904875" y="1714500"/>
            <a:ext cx="2857500" cy="1095375"/>
          </a:xfrm>
          <a:prstGeom xmlns:a="http://schemas.openxmlformats.org/drawingml/2006/main" prst="roundRect">
            <a:avLst>
              <a:gd name="adj" fmla="val 6957"/>
            </a:avLst>
          </a:prstGeom>
          <a:solidFill xmlns:a="http://schemas.openxmlformats.org/drawingml/2006/main">
            <a:srgbClr val="FCE7E1"/>
          </a:solidFill>
          <a:ln xmlns:a="http://schemas.openxmlformats.org/drawingml/2006/main" w="14288">
            <a:solidFill>
              <a:srgbClr val="E76F51"/>
            </a:solidFill>
            <a:prstDash val="solid"/>
          </a:ln>
        </p:spPr>
      </p:sp>
      <p:sp>
        <p:nvSpPr>
          <p:cNvPr id="7" name="text">
            <a:extLst xmlns:a="http://schemas.openxmlformats.org/drawingml/2006/main">
              <a:ext uri="{FF2B5EF4-FFF2-40B4-BE49-F238E27FC236}">
                <a16:creationId xmlns:a16="http://schemas.microsoft.com/office/drawing/2014/main" id="{2DEB15E9-14B7-49A0-8F2D-B71EEF36B865}"/>
              </a:ext>
            </a:extLst>
          </p:cNvPr>
          <p:cNvSpPr>
            <a:spLocks xmlns:a="http://schemas.openxmlformats.org/drawingml/2006/main" noGrp="1"/>
          </p:cNvSpPr>
          <p:nvPr/>
        </p:nvSpPr>
        <p:spPr>
          <a:xfrm xmlns:a="http://schemas.openxmlformats.org/drawingml/2006/main">
            <a:off x="1000125" y="1847850"/>
            <a:ext cx="266700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02A43"/>
                </a:solidFill>
              </a:defRPr>
            </a:pPr>
            <a:r>
              <a:rPr sz="1500" b="1">
                <a:solidFill>
                  <a:srgbClr val="102A43"/>
                </a:solidFill>
              </a:rPr>
              <a:t>Question</a:t>
            </a:r>
          </a:p>
          <a:p xmlns:a="http://schemas.openxmlformats.org/drawingml/2006/main">
            <a:pPr algn="ctr">
              <a:defRPr sz="1500" b="1">
                <a:solidFill>
                  <a:srgbClr val="102A43"/>
                </a:solidFill>
              </a:defRPr>
            </a:pPr>
            <a:r>
              <a:rPr sz="1500" b="1">
                <a:solidFill>
                  <a:srgbClr val="102A43"/>
                </a:solidFill>
              </a:rPr>
              <a:t>Can traction loss arise from motor, clutch, or ECM change?</a:t>
            </a:r>
          </a:p>
        </p:txBody>
      </p:sp>
      <p:cxnSp>
        <p:nvCxnSpPr>
          <p:cNvPr id="23" name=""/>
          <p:cNvCxnSpPr/>
          <p:nvPr/>
        </p:nvCxnSpPr>
        <p:spPr>
          <a:xfrm xmlns:a="http://schemas.openxmlformats.org/drawingml/2006/main">
            <a:off x="3762375" y="2257425"/>
            <a:ext cx="1095375" cy="9525"/>
          </a:xfrm>
          <a:prstGeom xmlns:a="http://schemas.openxmlformats.org/drawingml/2006/main" prst="straightConnector1">
            <a:avLst/>
          </a:prstGeom>
          <a:ln xmlns:a="http://schemas.openxmlformats.org/drawingml/2006/main" w="28575">
            <a:solidFill>
              <a:srgbClr val="B8C7D0"/>
            </a:solidFill>
            <a:prstDash val="solid"/>
          </a:ln>
        </p:spPr>
      </p:cxnSp>
      <p:sp>
        <p:nvSpPr>
          <p:cNvPr id="9" name="">
            <a:extLst xmlns:a="http://schemas.openxmlformats.org/drawingml/2006/main">
              <a:ext uri="{FF2B5EF4-FFF2-40B4-BE49-F238E27FC236}">
                <a16:creationId xmlns:a16="http://schemas.microsoft.com/office/drawing/2014/main" id="{67996688-7D5D-474A-B2AC-404E25E6D581}"/>
              </a:ext>
            </a:extLst>
          </p:cNvPr>
          <p:cNvSpPr>
            <a:spLocks xmlns:a="http://schemas.openxmlformats.org/drawingml/2006/main" noGrp="1"/>
          </p:cNvSpPr>
          <p:nvPr/>
        </p:nvSpPr>
        <p:spPr>
          <a:xfrm xmlns:a="http://schemas.openxmlformats.org/drawingml/2006/main">
            <a:off x="4857750" y="1714500"/>
            <a:ext cx="2857500" cy="1095375"/>
          </a:xfrm>
          <a:prstGeom xmlns:a="http://schemas.openxmlformats.org/drawingml/2006/main" prst="roundRect">
            <a:avLst>
              <a:gd name="adj" fmla="val 6957"/>
            </a:avLst>
          </a:prstGeom>
          <a:solidFill xmlns:a="http://schemas.openxmlformats.org/drawingml/2006/main">
            <a:srgbClr val="FFF5DF"/>
          </a:solidFill>
          <a:ln xmlns:a="http://schemas.openxmlformats.org/drawingml/2006/main" w="14288">
            <a:solidFill>
              <a:srgbClr val="E9C46A"/>
            </a:solidFill>
            <a:prstDash val="solid"/>
          </a:ln>
        </p:spPr>
      </p:sp>
      <p:sp>
        <p:nvSpPr>
          <p:cNvPr id="10" name="text">
            <a:extLst xmlns:a="http://schemas.openxmlformats.org/drawingml/2006/main">
              <a:ext uri="{FF2B5EF4-FFF2-40B4-BE49-F238E27FC236}">
                <a16:creationId xmlns:a16="http://schemas.microsoft.com/office/drawing/2014/main" id="{A3932AE7-AA97-4B95-B83C-DAE5220BB993}"/>
              </a:ext>
            </a:extLst>
          </p:cNvPr>
          <p:cNvSpPr>
            <a:spLocks xmlns:a="http://schemas.openxmlformats.org/drawingml/2006/main" noGrp="1"/>
          </p:cNvSpPr>
          <p:nvPr/>
        </p:nvSpPr>
        <p:spPr>
          <a:xfrm xmlns:a="http://schemas.openxmlformats.org/drawingml/2006/main">
            <a:off x="4953000" y="1847850"/>
            <a:ext cx="266700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02A43"/>
                </a:solidFill>
              </a:defRPr>
            </a:pPr>
            <a:r>
              <a:rPr sz="1500" b="1">
                <a:solidFill>
                  <a:srgbClr val="102A43"/>
                </a:solidFill>
              </a:rPr>
              <a:t>Design</a:t>
            </a:r>
          </a:p>
          <a:p xmlns:a="http://schemas.openxmlformats.org/drawingml/2006/main">
            <a:pPr algn="ctr">
              <a:defRPr sz="1500" b="1">
                <a:solidFill>
                  <a:srgbClr val="102A43"/>
                </a:solidFill>
              </a:defRPr>
            </a:pPr>
            <a:r>
              <a:rPr sz="1500" b="1">
                <a:solidFill>
                  <a:srgbClr val="102A43"/>
                </a:solidFill>
              </a:rPr>
              <a:t>Choose a perturbation + observable that separates posterior predictions</a:t>
            </a:r>
          </a:p>
        </p:txBody>
      </p:sp>
      <p:cxnSp>
        <p:nvCxnSpPr>
          <p:cNvPr id="26" name=""/>
          <p:cNvCxnSpPr/>
          <p:nvPr/>
        </p:nvCxnSpPr>
        <p:spPr>
          <a:xfrm xmlns:a="http://schemas.openxmlformats.org/drawingml/2006/main">
            <a:off x="7715250" y="2257425"/>
            <a:ext cx="1095375" cy="9525"/>
          </a:xfrm>
          <a:prstGeom xmlns:a="http://schemas.openxmlformats.org/drawingml/2006/main" prst="straightConnector1">
            <a:avLst/>
          </a:prstGeom>
          <a:ln xmlns:a="http://schemas.openxmlformats.org/drawingml/2006/main" w="28575">
            <a:solidFill>
              <a:srgbClr val="B8C7D0"/>
            </a:solidFill>
            <a:prstDash val="solid"/>
          </a:ln>
        </p:spPr>
      </p:cxnSp>
      <p:sp>
        <p:nvSpPr>
          <p:cNvPr id="12" name="">
            <a:extLst xmlns:a="http://schemas.openxmlformats.org/drawingml/2006/main">
              <a:ext uri="{FF2B5EF4-FFF2-40B4-BE49-F238E27FC236}">
                <a16:creationId xmlns:a16="http://schemas.microsoft.com/office/drawing/2014/main" id="{99E3792C-A92A-4E61-8B44-D0CA82CAF543}"/>
              </a:ext>
            </a:extLst>
          </p:cNvPr>
          <p:cNvSpPr>
            <a:spLocks xmlns:a="http://schemas.openxmlformats.org/drawingml/2006/main" noGrp="1"/>
          </p:cNvSpPr>
          <p:nvPr/>
        </p:nvSpPr>
        <p:spPr>
          <a:xfrm xmlns:a="http://schemas.openxmlformats.org/drawingml/2006/main">
            <a:off x="8810625" y="1714500"/>
            <a:ext cx="2428875" cy="1095375"/>
          </a:xfrm>
          <a:prstGeom xmlns:a="http://schemas.openxmlformats.org/drawingml/2006/main" prst="roundRect">
            <a:avLst>
              <a:gd name="adj" fmla="val 6957"/>
            </a:avLst>
          </a:prstGeom>
          <a:solidFill xmlns:a="http://schemas.openxmlformats.org/drawingml/2006/main">
            <a:srgbClr val="E8F4F5"/>
          </a:solidFill>
          <a:ln xmlns:a="http://schemas.openxmlformats.org/drawingml/2006/main" w="14288">
            <a:solidFill>
              <a:srgbClr val="16A6B6"/>
            </a:solidFill>
            <a:prstDash val="solid"/>
          </a:ln>
        </p:spPr>
      </p:sp>
      <p:sp>
        <p:nvSpPr>
          <p:cNvPr id="13" name="text">
            <a:extLst xmlns:a="http://schemas.openxmlformats.org/drawingml/2006/main">
              <a:ext uri="{FF2B5EF4-FFF2-40B4-BE49-F238E27FC236}">
                <a16:creationId xmlns:a16="http://schemas.microsoft.com/office/drawing/2014/main" id="{DDAA1391-2ACA-4177-8E49-ACDBB5B0F230}"/>
              </a:ext>
            </a:extLst>
          </p:cNvPr>
          <p:cNvSpPr>
            <a:spLocks xmlns:a="http://schemas.openxmlformats.org/drawingml/2006/main" noGrp="1"/>
          </p:cNvSpPr>
          <p:nvPr/>
        </p:nvSpPr>
        <p:spPr>
          <a:xfrm xmlns:a="http://schemas.openxmlformats.org/drawingml/2006/main">
            <a:off x="8905875" y="1847850"/>
            <a:ext cx="2238375"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102A43"/>
                </a:solidFill>
              </a:defRPr>
            </a:pPr>
            <a:r>
              <a:rPr sz="1425" b="1">
                <a:solidFill>
                  <a:srgbClr val="102A43"/>
                </a:solidFill>
              </a:rPr>
              <a:t>Evaluate</a:t>
            </a:r>
          </a:p>
          <a:p xmlns:a="http://schemas.openxmlformats.org/drawingml/2006/main">
            <a:pPr algn="ctr">
              <a:defRPr sz="1425" b="1">
                <a:solidFill>
                  <a:srgbClr val="102A43"/>
                </a:solidFill>
              </a:defRPr>
            </a:pPr>
            <a:r>
              <a:rPr sz="1425" b="1">
                <a:solidFill>
                  <a:srgbClr val="102A43"/>
                </a:solidFill>
              </a:rPr>
              <a:t>Posterior predictive check on held-out response</a:t>
            </a:r>
          </a:p>
        </p:txBody>
      </p:sp>
      <p:sp>
        <p:nvSpPr>
          <p:cNvPr id="14" name="text">
            <a:extLst xmlns:a="http://schemas.openxmlformats.org/drawingml/2006/main">
              <a:ext uri="{FF2B5EF4-FFF2-40B4-BE49-F238E27FC236}">
                <a16:creationId xmlns:a16="http://schemas.microsoft.com/office/drawing/2014/main" id="{C6880A29-C0A9-4B39-BEC1-A6EE3A84F600}"/>
              </a:ext>
            </a:extLst>
          </p:cNvPr>
          <p:cNvSpPr>
            <a:spLocks xmlns:a="http://schemas.openxmlformats.org/drawingml/2006/main" noGrp="1"/>
          </p:cNvSpPr>
          <p:nvPr/>
        </p:nvSpPr>
        <p:spPr>
          <a:xfrm xmlns:a="http://schemas.openxmlformats.org/drawingml/2006/main">
            <a:off x="952500" y="409575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102A43"/>
                </a:solidFill>
              </a:defRPr>
            </a:pPr>
            <a:r>
              <a:rPr sz="1950" b="1">
                <a:solidFill>
                  <a:srgbClr val="102A43"/>
                </a:solidFill>
              </a:rPr>
              <a:t>Deliverables: declared mechanism graph; source-constrained prior; observation operator; native reference protocol; posterior / calibration check; evidence label.</a:t>
            </a:r>
          </a:p>
        </p:txBody>
      </p:sp>
      <p:sp>
        <p:nvSpPr>
          <p:cNvPr id="15" name="text">
            <a:extLst xmlns:a="http://schemas.openxmlformats.org/drawingml/2006/main">
              <a:ext uri="{FF2B5EF4-FFF2-40B4-BE49-F238E27FC236}">
                <a16:creationId xmlns:a16="http://schemas.microsoft.com/office/drawing/2014/main" id="{30E49375-EDD6-4D85-914B-EEA8719F9D90}"/>
              </a:ext>
            </a:extLst>
          </p:cNvPr>
          <p:cNvSpPr>
            <a:spLocks xmlns:a="http://schemas.openxmlformats.org/drawingml/2006/main" noGrp="1"/>
          </p:cNvSpPr>
          <p:nvPr/>
        </p:nvSpPr>
        <p:spPr>
          <a:xfrm xmlns:a="http://schemas.openxmlformats.org/drawingml/2006/main">
            <a:off x="952500" y="5191125"/>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0">
                <a:solidFill>
                  <a:srgbClr val="9B1C1C"/>
                </a:solidFill>
              </a:defRPr>
            </a:pPr>
            <a:r>
              <a:rPr sz="1800" b="0">
                <a:solidFill>
                  <a:srgbClr val="9B1C1C"/>
                </a:solidFill>
              </a:rPr>
              <a:t>A beautiful fit without these objects is not the scientific output.</a:t>
            </a:r>
          </a:p>
        </p:txBody>
      </p:sp>
    </p:spTree>
    <p:extLst>
      <p:ext uri="{BB962C8B-B14F-4D97-AF65-F5344CB8AC3E}">
        <p14:creationId xmlns:p14="http://schemas.microsoft.com/office/powerpoint/2010/main" val="1853913774"/>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
            <a:extLst xmlns:a="http://schemas.openxmlformats.org/drawingml/2006/main">
              <a:ext uri="{FF2B5EF4-FFF2-40B4-BE49-F238E27FC236}">
                <a16:creationId xmlns:a16="http://schemas.microsoft.com/office/drawing/2014/main" id="{9E05CB8B-4153-400F-BD1C-C6F6F40394B0}"/>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RESEARCH QUESTIONS</a:t>
            </a:r>
          </a:p>
        </p:txBody>
      </p:sp>
      <p:sp>
        <p:nvSpPr>
          <p:cNvPr id="2" name="text">
            <a:extLst xmlns:a="http://schemas.openxmlformats.org/drawingml/2006/main">
              <a:ext uri="{FF2B5EF4-FFF2-40B4-BE49-F238E27FC236}">
                <a16:creationId xmlns:a16="http://schemas.microsoft.com/office/drawing/2014/main" id="{4CE929D2-FFFF-4D54-A5E4-65BF34D4E0E8}"/>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0F14"/>
                </a:solidFill>
              </a:defRPr>
            </a:pPr>
            <a:r>
              <a:rPr sz="2850" b="1">
                <a:solidFill>
                  <a:srgbClr val="0B0F14"/>
                </a:solidFill>
              </a:rPr>
              <a:t>Where this program can make cell-mechanics research more decisive</a:t>
            </a:r>
          </a:p>
        </p:txBody>
      </p:sp>
      <p:cxnSp>
        <p:nvCxnSpPr>
          <p:cNvPr id="21"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ADE849E2-20FC-4D9D-9B5E-EBF09C82E76B}"/>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41</a:t>
            </a:r>
          </a:p>
        </p:txBody>
      </p:sp>
      <p:sp>
        <p:nvSpPr>
          <p:cNvPr id="5" name="text">
            <a:extLst xmlns:a="http://schemas.openxmlformats.org/drawingml/2006/main">
              <a:ext uri="{FF2B5EF4-FFF2-40B4-BE49-F238E27FC236}">
                <a16:creationId xmlns:a16="http://schemas.microsoft.com/office/drawing/2014/main" id="{C78B3494-9E98-4A6B-B636-CBF14B0D0EFB}"/>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sp>
        <p:nvSpPr>
          <p:cNvPr id="6" name="">
            <a:extLst xmlns:a="http://schemas.openxmlformats.org/drawingml/2006/main">
              <a:ext uri="{FF2B5EF4-FFF2-40B4-BE49-F238E27FC236}">
                <a16:creationId xmlns:a16="http://schemas.microsoft.com/office/drawing/2014/main" id="{036B7C43-4DEC-42F5-B443-940817258BD7}"/>
              </a:ext>
            </a:extLst>
          </p:cNvPr>
          <p:cNvSpPr>
            <a:spLocks xmlns:a="http://schemas.openxmlformats.org/drawingml/2006/main" noGrp="1"/>
          </p:cNvSpPr>
          <p:nvPr/>
        </p:nvSpPr>
        <p:spPr>
          <a:xfrm xmlns:a="http://schemas.openxmlformats.org/drawingml/2006/main">
            <a:off x="857250" y="1524000"/>
            <a:ext cx="666750" cy="590550"/>
          </a:xfrm>
          <a:prstGeom xmlns:a="http://schemas.openxmlformats.org/drawingml/2006/main" prst="roundRect">
            <a:avLst>
              <a:gd name="adj" fmla="val 12903"/>
            </a:avLst>
          </a:prstGeom>
          <a:solidFill xmlns:a="http://schemas.openxmlformats.org/drawingml/2006/main">
            <a:srgbClr val="16A6B6"/>
          </a:solidFill>
          <a:ln xmlns:a="http://schemas.openxmlformats.org/drawingml/2006/main" w="0">
            <a:solidFill>
              <a:srgbClr val="16A6B6"/>
            </a:solidFill>
            <a:prstDash val="solid"/>
          </a:ln>
        </p:spPr>
      </p:sp>
      <p:sp>
        <p:nvSpPr>
          <p:cNvPr id="7" name="text">
            <a:extLst xmlns:a="http://schemas.openxmlformats.org/drawingml/2006/main">
              <a:ext uri="{FF2B5EF4-FFF2-40B4-BE49-F238E27FC236}">
                <a16:creationId xmlns:a16="http://schemas.microsoft.com/office/drawing/2014/main" id="{4C34C1CD-2F95-40B0-9D68-4C2FE92909B2}"/>
              </a:ext>
            </a:extLst>
          </p:cNvPr>
          <p:cNvSpPr>
            <a:spLocks xmlns:a="http://schemas.openxmlformats.org/drawingml/2006/main" noGrp="1"/>
          </p:cNvSpPr>
          <p:nvPr/>
        </p:nvSpPr>
        <p:spPr>
          <a:xfrm xmlns:a="http://schemas.openxmlformats.org/drawingml/2006/main">
            <a:off x="1047750" y="1685925"/>
            <a:ext cx="28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FFFFFF"/>
                </a:solidFill>
              </a:defRPr>
            </a:pPr>
            <a:r>
              <a:rPr sz="1575" b="1">
                <a:solidFill>
                  <a:srgbClr val="FFFFFF"/>
                </a:solidFill>
              </a:rPr>
              <a:t>1</a:t>
            </a:r>
          </a:p>
        </p:txBody>
      </p:sp>
      <p:sp>
        <p:nvSpPr>
          <p:cNvPr id="8" name="text">
            <a:extLst xmlns:a="http://schemas.openxmlformats.org/drawingml/2006/main">
              <a:ext uri="{FF2B5EF4-FFF2-40B4-BE49-F238E27FC236}">
                <a16:creationId xmlns:a16="http://schemas.microsoft.com/office/drawing/2014/main" id="{5D4A4F7D-4399-466B-A4CF-30DFC790E528}"/>
              </a:ext>
            </a:extLst>
          </p:cNvPr>
          <p:cNvSpPr>
            <a:spLocks xmlns:a="http://schemas.openxmlformats.org/drawingml/2006/main" noGrp="1"/>
          </p:cNvSpPr>
          <p:nvPr/>
        </p:nvSpPr>
        <p:spPr>
          <a:xfrm xmlns:a="http://schemas.openxmlformats.org/drawingml/2006/main">
            <a:off x="1905000" y="1657350"/>
            <a:ext cx="876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02A43"/>
                </a:solidFill>
              </a:defRPr>
            </a:pPr>
            <a:r>
              <a:rPr sz="1875" b="1">
                <a:solidFill>
                  <a:srgbClr val="102A43"/>
                </a:solidFill>
              </a:rPr>
              <a:t>Which measurements separate motor force-scale from clutch kinetics?</a:t>
            </a:r>
          </a:p>
        </p:txBody>
      </p:sp>
      <p:sp>
        <p:nvSpPr>
          <p:cNvPr id="9" name="">
            <a:extLst xmlns:a="http://schemas.openxmlformats.org/drawingml/2006/main">
              <a:ext uri="{FF2B5EF4-FFF2-40B4-BE49-F238E27FC236}">
                <a16:creationId xmlns:a16="http://schemas.microsoft.com/office/drawing/2014/main" id="{2E16F9E2-056D-4414-A865-11AC74B2EBFF}"/>
              </a:ext>
            </a:extLst>
          </p:cNvPr>
          <p:cNvSpPr>
            <a:spLocks xmlns:a="http://schemas.openxmlformats.org/drawingml/2006/main" noGrp="1"/>
          </p:cNvSpPr>
          <p:nvPr/>
        </p:nvSpPr>
        <p:spPr>
          <a:xfrm xmlns:a="http://schemas.openxmlformats.org/drawingml/2006/main">
            <a:off x="857250" y="2524125"/>
            <a:ext cx="666750" cy="590550"/>
          </a:xfrm>
          <a:prstGeom xmlns:a="http://schemas.openxmlformats.org/drawingml/2006/main" prst="roundRect">
            <a:avLst>
              <a:gd name="adj" fmla="val 12903"/>
            </a:avLst>
          </a:prstGeom>
          <a:solidFill xmlns:a="http://schemas.openxmlformats.org/drawingml/2006/main">
            <a:srgbClr val="E9C46A"/>
          </a:solidFill>
          <a:ln xmlns:a="http://schemas.openxmlformats.org/drawingml/2006/main" w="0">
            <a:solidFill>
              <a:srgbClr val="E9C46A"/>
            </a:solidFill>
            <a:prstDash val="solid"/>
          </a:ln>
        </p:spPr>
      </p:sp>
      <p:sp>
        <p:nvSpPr>
          <p:cNvPr id="10" name="text">
            <a:extLst xmlns:a="http://schemas.openxmlformats.org/drawingml/2006/main">
              <a:ext uri="{FF2B5EF4-FFF2-40B4-BE49-F238E27FC236}">
                <a16:creationId xmlns:a16="http://schemas.microsoft.com/office/drawing/2014/main" id="{3E14B10E-0EA8-409D-B353-9C798B9C467A}"/>
              </a:ext>
            </a:extLst>
          </p:cNvPr>
          <p:cNvSpPr>
            <a:spLocks xmlns:a="http://schemas.openxmlformats.org/drawingml/2006/main" noGrp="1"/>
          </p:cNvSpPr>
          <p:nvPr/>
        </p:nvSpPr>
        <p:spPr>
          <a:xfrm xmlns:a="http://schemas.openxmlformats.org/drawingml/2006/main">
            <a:off x="1047750" y="2686050"/>
            <a:ext cx="28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FFFFFF"/>
                </a:solidFill>
              </a:defRPr>
            </a:pPr>
            <a:r>
              <a:rPr sz="1575" b="1">
                <a:solidFill>
                  <a:srgbClr val="FFFFFF"/>
                </a:solidFill>
              </a:rPr>
              <a:t>2</a:t>
            </a:r>
          </a:p>
        </p:txBody>
      </p:sp>
      <p:sp>
        <p:nvSpPr>
          <p:cNvPr id="11" name="text">
            <a:extLst xmlns:a="http://schemas.openxmlformats.org/drawingml/2006/main">
              <a:ext uri="{FF2B5EF4-FFF2-40B4-BE49-F238E27FC236}">
                <a16:creationId xmlns:a16="http://schemas.microsoft.com/office/drawing/2014/main" id="{0B4799B6-9326-4771-8A20-871EA2C6BE5C}"/>
              </a:ext>
            </a:extLst>
          </p:cNvPr>
          <p:cNvSpPr>
            <a:spLocks xmlns:a="http://schemas.openxmlformats.org/drawingml/2006/main" noGrp="1"/>
          </p:cNvSpPr>
          <p:nvPr/>
        </p:nvSpPr>
        <p:spPr>
          <a:xfrm xmlns:a="http://schemas.openxmlformats.org/drawingml/2006/main">
            <a:off x="1905000" y="2657475"/>
            <a:ext cx="876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02A43"/>
                </a:solidFill>
              </a:defRPr>
            </a:pPr>
            <a:r>
              <a:rPr sz="1875" b="1">
                <a:solidFill>
                  <a:srgbClr val="102A43"/>
                </a:solidFill>
              </a:rPr>
              <a:t>When does ECM remodeling change inference rather than only response magnitude?</a:t>
            </a:r>
          </a:p>
        </p:txBody>
      </p:sp>
      <p:sp>
        <p:nvSpPr>
          <p:cNvPr id="12" name="">
            <a:extLst xmlns:a="http://schemas.openxmlformats.org/drawingml/2006/main">
              <a:ext uri="{FF2B5EF4-FFF2-40B4-BE49-F238E27FC236}">
                <a16:creationId xmlns:a16="http://schemas.microsoft.com/office/drawing/2014/main" id="{DA6FC071-7F20-4B9F-9D37-4D62AE5902A3}"/>
              </a:ext>
            </a:extLst>
          </p:cNvPr>
          <p:cNvSpPr>
            <a:spLocks xmlns:a="http://schemas.openxmlformats.org/drawingml/2006/main" noGrp="1"/>
          </p:cNvSpPr>
          <p:nvPr/>
        </p:nvSpPr>
        <p:spPr>
          <a:xfrm xmlns:a="http://schemas.openxmlformats.org/drawingml/2006/main">
            <a:off x="857250" y="3524250"/>
            <a:ext cx="666750" cy="590550"/>
          </a:xfrm>
          <a:prstGeom xmlns:a="http://schemas.openxmlformats.org/drawingml/2006/main" prst="roundRect">
            <a:avLst>
              <a:gd name="adj" fmla="val 12903"/>
            </a:avLst>
          </a:prstGeom>
          <a:solidFill xmlns:a="http://schemas.openxmlformats.org/drawingml/2006/main">
            <a:srgbClr val="7454A3"/>
          </a:solidFill>
          <a:ln xmlns:a="http://schemas.openxmlformats.org/drawingml/2006/main" w="0">
            <a:solidFill>
              <a:srgbClr val="7454A3"/>
            </a:solidFill>
            <a:prstDash val="solid"/>
          </a:ln>
        </p:spPr>
      </p:sp>
      <p:sp>
        <p:nvSpPr>
          <p:cNvPr id="13" name="text">
            <a:extLst xmlns:a="http://schemas.openxmlformats.org/drawingml/2006/main">
              <a:ext uri="{FF2B5EF4-FFF2-40B4-BE49-F238E27FC236}">
                <a16:creationId xmlns:a16="http://schemas.microsoft.com/office/drawing/2014/main" id="{1C5AF9F9-47FB-4BEB-9618-506AC382AC04}"/>
              </a:ext>
            </a:extLst>
          </p:cNvPr>
          <p:cNvSpPr>
            <a:spLocks xmlns:a="http://schemas.openxmlformats.org/drawingml/2006/main" noGrp="1"/>
          </p:cNvSpPr>
          <p:nvPr/>
        </p:nvSpPr>
        <p:spPr>
          <a:xfrm xmlns:a="http://schemas.openxmlformats.org/drawingml/2006/main">
            <a:off x="1047750" y="3686175"/>
            <a:ext cx="28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FFFFFF"/>
                </a:solidFill>
              </a:defRPr>
            </a:pPr>
            <a:r>
              <a:rPr sz="1575" b="1">
                <a:solidFill>
                  <a:srgbClr val="FFFFFF"/>
                </a:solidFill>
              </a:rPr>
              <a:t>3</a:t>
            </a:r>
          </a:p>
        </p:txBody>
      </p:sp>
      <p:sp>
        <p:nvSpPr>
          <p:cNvPr id="14" name="text">
            <a:extLst xmlns:a="http://schemas.openxmlformats.org/drawingml/2006/main">
              <a:ext uri="{FF2B5EF4-FFF2-40B4-BE49-F238E27FC236}">
                <a16:creationId xmlns:a16="http://schemas.microsoft.com/office/drawing/2014/main" id="{4C81EA7C-C8E1-475F-B715-B1B0C2F02C14}"/>
              </a:ext>
            </a:extLst>
          </p:cNvPr>
          <p:cNvSpPr>
            <a:spLocks xmlns:a="http://schemas.openxmlformats.org/drawingml/2006/main" noGrp="1"/>
          </p:cNvSpPr>
          <p:nvPr/>
        </p:nvSpPr>
        <p:spPr>
          <a:xfrm xmlns:a="http://schemas.openxmlformats.org/drawingml/2006/main">
            <a:off x="1905000" y="3657600"/>
            <a:ext cx="876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02A43"/>
                </a:solidFill>
              </a:defRPr>
            </a:pPr>
            <a:r>
              <a:rPr sz="1875" b="1">
                <a:solidFill>
                  <a:srgbClr val="102A43"/>
                </a:solidFill>
              </a:rPr>
              <a:t>Which load paths transmit stress to the nucleus under realistic topology?</a:t>
            </a:r>
          </a:p>
        </p:txBody>
      </p:sp>
      <p:sp>
        <p:nvSpPr>
          <p:cNvPr id="15" name="">
            <a:extLst xmlns:a="http://schemas.openxmlformats.org/drawingml/2006/main">
              <a:ext uri="{FF2B5EF4-FFF2-40B4-BE49-F238E27FC236}">
                <a16:creationId xmlns:a16="http://schemas.microsoft.com/office/drawing/2014/main" id="{73772085-8A2C-4E76-933A-6765A369C44B}"/>
              </a:ext>
            </a:extLst>
          </p:cNvPr>
          <p:cNvSpPr>
            <a:spLocks xmlns:a="http://schemas.openxmlformats.org/drawingml/2006/main" noGrp="1"/>
          </p:cNvSpPr>
          <p:nvPr/>
        </p:nvSpPr>
        <p:spPr>
          <a:xfrm xmlns:a="http://schemas.openxmlformats.org/drawingml/2006/main">
            <a:off x="857250" y="4524375"/>
            <a:ext cx="666750" cy="590550"/>
          </a:xfrm>
          <a:prstGeom xmlns:a="http://schemas.openxmlformats.org/drawingml/2006/main" prst="roundRect">
            <a:avLst>
              <a:gd name="adj" fmla="val 12903"/>
            </a:avLst>
          </a:prstGeom>
          <a:solidFill xmlns:a="http://schemas.openxmlformats.org/drawingml/2006/main">
            <a:srgbClr val="E76F51"/>
          </a:solidFill>
          <a:ln xmlns:a="http://schemas.openxmlformats.org/drawingml/2006/main" w="0">
            <a:solidFill>
              <a:srgbClr val="E76F51"/>
            </a:solidFill>
            <a:prstDash val="solid"/>
          </a:ln>
        </p:spPr>
      </p:sp>
      <p:sp>
        <p:nvSpPr>
          <p:cNvPr id="16" name="text">
            <a:extLst xmlns:a="http://schemas.openxmlformats.org/drawingml/2006/main">
              <a:ext uri="{FF2B5EF4-FFF2-40B4-BE49-F238E27FC236}">
                <a16:creationId xmlns:a16="http://schemas.microsoft.com/office/drawing/2014/main" id="{C57B519C-FED8-41A0-890F-A35362F7128E}"/>
              </a:ext>
            </a:extLst>
          </p:cNvPr>
          <p:cNvSpPr>
            <a:spLocks xmlns:a="http://schemas.openxmlformats.org/drawingml/2006/main" noGrp="1"/>
          </p:cNvSpPr>
          <p:nvPr/>
        </p:nvSpPr>
        <p:spPr>
          <a:xfrm xmlns:a="http://schemas.openxmlformats.org/drawingml/2006/main">
            <a:off x="1047750" y="4686300"/>
            <a:ext cx="28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FFFFFF"/>
                </a:solidFill>
              </a:defRPr>
            </a:pPr>
            <a:r>
              <a:rPr sz="1575" b="1">
                <a:solidFill>
                  <a:srgbClr val="FFFFFF"/>
                </a:solidFill>
              </a:rPr>
              <a:t>4</a:t>
            </a:r>
          </a:p>
        </p:txBody>
      </p:sp>
      <p:sp>
        <p:nvSpPr>
          <p:cNvPr id="17" name="text">
            <a:extLst xmlns:a="http://schemas.openxmlformats.org/drawingml/2006/main">
              <a:ext uri="{FF2B5EF4-FFF2-40B4-BE49-F238E27FC236}">
                <a16:creationId xmlns:a16="http://schemas.microsoft.com/office/drawing/2014/main" id="{2D863635-2F57-4192-9B6C-11D7E4EC2523}"/>
              </a:ext>
            </a:extLst>
          </p:cNvPr>
          <p:cNvSpPr>
            <a:spLocks xmlns:a="http://schemas.openxmlformats.org/drawingml/2006/main" noGrp="1"/>
          </p:cNvSpPr>
          <p:nvPr/>
        </p:nvSpPr>
        <p:spPr>
          <a:xfrm xmlns:a="http://schemas.openxmlformats.org/drawingml/2006/main">
            <a:off x="1905000" y="4657725"/>
            <a:ext cx="876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02A43"/>
                </a:solidFill>
              </a:defRPr>
            </a:pPr>
            <a:r>
              <a:rPr sz="1875" b="1">
                <a:solidFill>
                  <a:srgbClr val="102A43"/>
                </a:solidFill>
              </a:rPr>
              <a:t>Can a calibrated surrogate reduce design cost without hiding discrepancy?</a:t>
            </a:r>
          </a:p>
        </p:txBody>
      </p:sp>
      <p:sp>
        <p:nvSpPr>
          <p:cNvPr id="18" name="text">
            <a:extLst xmlns:a="http://schemas.openxmlformats.org/drawingml/2006/main">
              <a:ext uri="{FF2B5EF4-FFF2-40B4-BE49-F238E27FC236}">
                <a16:creationId xmlns:a16="http://schemas.microsoft.com/office/drawing/2014/main" id="{F6AC5E7D-E5BA-4CE8-837D-B5FA50E13CAF}"/>
              </a:ext>
            </a:extLst>
          </p:cNvPr>
          <p:cNvSpPr>
            <a:spLocks xmlns:a="http://schemas.openxmlformats.org/drawingml/2006/main" noGrp="1"/>
          </p:cNvSpPr>
          <p:nvPr/>
        </p:nvSpPr>
        <p:spPr>
          <a:xfrm xmlns:a="http://schemas.openxmlformats.org/drawingml/2006/main">
            <a:off x="952500" y="5762625"/>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0">
                <a:solidFill>
                  <a:srgbClr val="52616B"/>
                </a:solidFill>
              </a:defRPr>
            </a:pPr>
            <a:r>
              <a:rPr sz="1650" b="0">
                <a:solidFill>
                  <a:srgbClr val="52616B"/>
                </a:solidFill>
              </a:rPr>
              <a:t>Each question becomes testable only when its mechanism, measurement map, uncertainty, and evidence class are explicit.</a:t>
            </a:r>
          </a:p>
        </p:txBody>
      </p:sp>
    </p:spTree>
    <p:extLst>
      <p:ext uri="{BB962C8B-B14F-4D97-AF65-F5344CB8AC3E}">
        <p14:creationId xmlns:p14="http://schemas.microsoft.com/office/powerpoint/2010/main" val="2018951142"/>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
            <a:extLst xmlns:a="http://schemas.openxmlformats.org/drawingml/2006/main">
              <a:ext uri="{FF2B5EF4-FFF2-40B4-BE49-F238E27FC236}">
                <a16:creationId xmlns:a16="http://schemas.microsoft.com/office/drawing/2014/main" id="{C86C4462-FB91-4C17-B1C1-0636A45F8957}"/>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CONCLUSION</a:t>
            </a:r>
          </a:p>
        </p:txBody>
      </p:sp>
      <p:sp>
        <p:nvSpPr>
          <p:cNvPr id="2" name="text">
            <a:extLst xmlns:a="http://schemas.openxmlformats.org/drawingml/2006/main">
              <a:ext uri="{FF2B5EF4-FFF2-40B4-BE49-F238E27FC236}">
                <a16:creationId xmlns:a16="http://schemas.microsoft.com/office/drawing/2014/main" id="{20026DE1-07AF-4340-975B-22202E54D013}"/>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0F14"/>
                </a:solidFill>
              </a:defRPr>
            </a:pPr>
            <a:r>
              <a:rPr sz="2850" b="1">
                <a:solidFill>
                  <a:srgbClr val="0B0F14"/>
                </a:solidFill>
              </a:rPr>
              <a:t>Mechanistic detail earns its value only when evidence and uncertainty travel with it</a:t>
            </a:r>
          </a:p>
        </p:txBody>
      </p:sp>
      <p:cxnSp>
        <p:nvCxnSpPr>
          <p:cNvPr id="21"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7CD87FDD-8BF8-4790-A979-B7BC1E45A119}"/>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42</a:t>
            </a:r>
          </a:p>
        </p:txBody>
      </p:sp>
      <p:sp>
        <p:nvSpPr>
          <p:cNvPr id="5" name="text">
            <a:extLst xmlns:a="http://schemas.openxmlformats.org/drawingml/2006/main">
              <a:ext uri="{FF2B5EF4-FFF2-40B4-BE49-F238E27FC236}">
                <a16:creationId xmlns:a16="http://schemas.microsoft.com/office/drawing/2014/main" id="{44E03325-3A16-4B6B-ADAE-3FAC2F17E4C9}"/>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sp>
        <p:nvSpPr>
          <p:cNvPr id="6" name="text">
            <a:extLst xmlns:a="http://schemas.openxmlformats.org/drawingml/2006/main">
              <a:ext uri="{FF2B5EF4-FFF2-40B4-BE49-F238E27FC236}">
                <a16:creationId xmlns:a16="http://schemas.microsoft.com/office/drawing/2014/main" id="{2D191ADF-0B37-425C-9C31-7517AE2587EE}"/>
              </a:ext>
            </a:extLst>
          </p:cNvPr>
          <p:cNvSpPr>
            <a:spLocks xmlns:a="http://schemas.openxmlformats.org/drawingml/2006/main" noGrp="1"/>
          </p:cNvSpPr>
          <p:nvPr/>
        </p:nvSpPr>
        <p:spPr>
          <a:xfrm xmlns:a="http://schemas.openxmlformats.org/drawingml/2006/main">
            <a:off x="1000125" y="180975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102A43"/>
                </a:solidFill>
              </a:defRPr>
            </a:pPr>
            <a:r>
              <a:rPr sz="2100" b="1">
                <a:solidFill>
                  <a:srgbClr val="102A43"/>
                </a:solidFill>
              </a:rPr>
              <a:t>Explicit components</a:t>
            </a:r>
          </a:p>
        </p:txBody>
      </p:sp>
      <p:sp>
        <p:nvSpPr>
          <p:cNvPr id="7" name="text">
            <a:extLst xmlns:a="http://schemas.openxmlformats.org/drawingml/2006/main">
              <a:ext uri="{FF2B5EF4-FFF2-40B4-BE49-F238E27FC236}">
                <a16:creationId xmlns:a16="http://schemas.microsoft.com/office/drawing/2014/main" id="{F40E8F91-C8FC-4C28-B3ED-1A55753862F1}"/>
              </a:ext>
            </a:extLst>
          </p:cNvPr>
          <p:cNvSpPr>
            <a:spLocks xmlns:a="http://schemas.openxmlformats.org/drawingml/2006/main" noGrp="1"/>
          </p:cNvSpPr>
          <p:nvPr/>
        </p:nvSpPr>
        <p:spPr>
          <a:xfrm xmlns:a="http://schemas.openxmlformats.org/drawingml/2006/main">
            <a:off x="4476750" y="18097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102A43"/>
                </a:solidFill>
              </a:defRPr>
            </a:pPr>
            <a:r>
              <a:rPr sz="2100" b="1">
                <a:solidFill>
                  <a:srgbClr val="102A43"/>
                </a:solidFill>
              </a:rPr>
              <a:t>Bidirectional connectors</a:t>
            </a:r>
          </a:p>
        </p:txBody>
      </p:sp>
      <p:sp>
        <p:nvSpPr>
          <p:cNvPr id="8" name="text">
            <a:extLst xmlns:a="http://schemas.openxmlformats.org/drawingml/2006/main">
              <a:ext uri="{FF2B5EF4-FFF2-40B4-BE49-F238E27FC236}">
                <a16:creationId xmlns:a16="http://schemas.microsoft.com/office/drawing/2014/main" id="{F1593844-0A8A-422F-9EB8-0EB1135A868D}"/>
              </a:ext>
            </a:extLst>
          </p:cNvPr>
          <p:cNvSpPr>
            <a:spLocks xmlns:a="http://schemas.openxmlformats.org/drawingml/2006/main" noGrp="1"/>
          </p:cNvSpPr>
          <p:nvPr/>
        </p:nvSpPr>
        <p:spPr>
          <a:xfrm xmlns:a="http://schemas.openxmlformats.org/drawingml/2006/main">
            <a:off x="8191500" y="180975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102A43"/>
                </a:solidFill>
              </a:defRPr>
            </a:pPr>
            <a:r>
              <a:rPr sz="2100" b="1">
                <a:solidFill>
                  <a:srgbClr val="102A43"/>
                </a:solidFill>
              </a:rPr>
              <a:t>Accepted transactions</a:t>
            </a:r>
          </a:p>
        </p:txBody>
      </p:sp>
      <p:cxnSp>
        <p:nvCxnSpPr>
          <p:cNvPr id="27" name=""/>
          <p:cNvCxnSpPr/>
          <p:nvPr/>
        </p:nvCxnSpPr>
        <p:spPr>
          <a:xfrm xmlns:a="http://schemas.openxmlformats.org/drawingml/2006/main">
            <a:off x="2333625" y="2305050"/>
            <a:ext cx="9525" cy="981075"/>
          </a:xfrm>
          <a:prstGeom xmlns:a="http://schemas.openxmlformats.org/drawingml/2006/main" prst="straightConnector1">
            <a:avLst/>
          </a:prstGeom>
          <a:ln xmlns:a="http://schemas.openxmlformats.org/drawingml/2006/main" w="38100">
            <a:solidFill>
              <a:srgbClr val="16A6B6"/>
            </a:solidFill>
            <a:prstDash val="solid"/>
          </a:ln>
        </p:spPr>
      </p:cxnSp>
      <p:cxnSp>
        <p:nvCxnSpPr>
          <p:cNvPr id="28" name=""/>
          <p:cNvCxnSpPr/>
          <p:nvPr/>
        </p:nvCxnSpPr>
        <p:spPr>
          <a:xfrm xmlns:a="http://schemas.openxmlformats.org/drawingml/2006/main">
            <a:off x="6096000" y="2305050"/>
            <a:ext cx="9525" cy="981075"/>
          </a:xfrm>
          <a:prstGeom xmlns:a="http://schemas.openxmlformats.org/drawingml/2006/main" prst="straightConnector1">
            <a:avLst/>
          </a:prstGeom>
          <a:ln xmlns:a="http://schemas.openxmlformats.org/drawingml/2006/main" w="38100">
            <a:solidFill>
              <a:srgbClr val="E9C46A"/>
            </a:solidFill>
            <a:prstDash val="solid"/>
          </a:ln>
        </p:spPr>
      </p:cxnSp>
      <p:cxnSp>
        <p:nvCxnSpPr>
          <p:cNvPr id="29" name=""/>
          <p:cNvCxnSpPr/>
          <p:nvPr/>
        </p:nvCxnSpPr>
        <p:spPr>
          <a:xfrm xmlns:a="http://schemas.openxmlformats.org/drawingml/2006/main">
            <a:off x="9715500" y="2305050"/>
            <a:ext cx="9525" cy="981075"/>
          </a:xfrm>
          <a:prstGeom xmlns:a="http://schemas.openxmlformats.org/drawingml/2006/main" prst="straightConnector1">
            <a:avLst/>
          </a:prstGeom>
          <a:ln xmlns:a="http://schemas.openxmlformats.org/drawingml/2006/main" w="38100">
            <a:solidFill>
              <a:srgbClr val="7454A3"/>
            </a:solidFill>
            <a:prstDash val="solid"/>
          </a:ln>
        </p:spPr>
      </p:cxnSp>
      <p:sp>
        <p:nvSpPr>
          <p:cNvPr id="12" name="">
            <a:extLst xmlns:a="http://schemas.openxmlformats.org/drawingml/2006/main">
              <a:ext uri="{FF2B5EF4-FFF2-40B4-BE49-F238E27FC236}">
                <a16:creationId xmlns:a16="http://schemas.microsoft.com/office/drawing/2014/main" id="{17AA6216-F489-4AD6-8ACC-327171FA05B1}"/>
              </a:ext>
            </a:extLst>
          </p:cNvPr>
          <p:cNvSpPr>
            <a:spLocks xmlns:a="http://schemas.openxmlformats.org/drawingml/2006/main" noGrp="1"/>
          </p:cNvSpPr>
          <p:nvPr/>
        </p:nvSpPr>
        <p:spPr>
          <a:xfrm xmlns:a="http://schemas.openxmlformats.org/drawingml/2006/main">
            <a:off x="1428750" y="3333750"/>
            <a:ext cx="2000250" cy="762000"/>
          </a:xfrm>
          <a:prstGeom xmlns:a="http://schemas.openxmlformats.org/drawingml/2006/main" prst="roundRect">
            <a:avLst>
              <a:gd name="adj" fmla="val 10000"/>
            </a:avLst>
          </a:prstGeom>
          <a:solidFill xmlns:a="http://schemas.openxmlformats.org/drawingml/2006/main">
            <a:srgbClr val="E8F4F5"/>
          </a:solidFill>
          <a:ln xmlns:a="http://schemas.openxmlformats.org/drawingml/2006/main" w="14288">
            <a:solidFill>
              <a:srgbClr val="16A6B6"/>
            </a:solidFill>
            <a:prstDash val="solid"/>
          </a:ln>
        </p:spPr>
      </p:sp>
      <p:sp>
        <p:nvSpPr>
          <p:cNvPr id="13" name="text">
            <a:extLst xmlns:a="http://schemas.openxmlformats.org/drawingml/2006/main">
              <a:ext uri="{FF2B5EF4-FFF2-40B4-BE49-F238E27FC236}">
                <a16:creationId xmlns:a16="http://schemas.microsoft.com/office/drawing/2014/main" id="{89F04E37-1E60-46EC-ADCC-643B3BDF5B67}"/>
              </a:ext>
            </a:extLst>
          </p:cNvPr>
          <p:cNvSpPr>
            <a:spLocks xmlns:a="http://schemas.openxmlformats.org/drawingml/2006/main" noGrp="1"/>
          </p:cNvSpPr>
          <p:nvPr/>
        </p:nvSpPr>
        <p:spPr>
          <a:xfrm xmlns:a="http://schemas.openxmlformats.org/drawingml/2006/main">
            <a:off x="1524000" y="3467100"/>
            <a:ext cx="1809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02A43"/>
                </a:solidFill>
              </a:defRPr>
            </a:pPr>
            <a:r>
              <a:rPr sz="1500" b="1">
                <a:solidFill>
                  <a:srgbClr val="102A43"/>
                </a:solidFill>
              </a:rPr>
              <a:t>native reference</a:t>
            </a:r>
          </a:p>
          <a:p xmlns:a="http://schemas.openxmlformats.org/drawingml/2006/main">
            <a:pPr algn="ctr">
              <a:defRPr sz="1500" b="1">
                <a:solidFill>
                  <a:srgbClr val="102A43"/>
                </a:solidFill>
              </a:defRPr>
            </a:pPr>
            <a:r>
              <a:rPr sz="1500" b="1">
                <a:solidFill>
                  <a:srgbClr val="102A43"/>
                </a:solidFill>
              </a:rPr>
              <a:t>evidence</a:t>
            </a:r>
          </a:p>
        </p:txBody>
      </p:sp>
      <p:sp>
        <p:nvSpPr>
          <p:cNvPr id="14" name="">
            <a:extLst xmlns:a="http://schemas.openxmlformats.org/drawingml/2006/main">
              <a:ext uri="{FF2B5EF4-FFF2-40B4-BE49-F238E27FC236}">
                <a16:creationId xmlns:a16="http://schemas.microsoft.com/office/drawing/2014/main" id="{9D589628-D261-47EE-BD30-52AB8EA98A96}"/>
              </a:ext>
            </a:extLst>
          </p:cNvPr>
          <p:cNvSpPr>
            <a:spLocks xmlns:a="http://schemas.openxmlformats.org/drawingml/2006/main" noGrp="1"/>
          </p:cNvSpPr>
          <p:nvPr/>
        </p:nvSpPr>
        <p:spPr>
          <a:xfrm xmlns:a="http://schemas.openxmlformats.org/drawingml/2006/main">
            <a:off x="5095875" y="3333750"/>
            <a:ext cx="2000250" cy="762000"/>
          </a:xfrm>
          <a:prstGeom xmlns:a="http://schemas.openxmlformats.org/drawingml/2006/main" prst="roundRect">
            <a:avLst>
              <a:gd name="adj" fmla="val 10000"/>
            </a:avLst>
          </a:prstGeom>
          <a:solidFill xmlns:a="http://schemas.openxmlformats.org/drawingml/2006/main">
            <a:srgbClr val="FFF5DF"/>
          </a:solidFill>
          <a:ln xmlns:a="http://schemas.openxmlformats.org/drawingml/2006/main" w="14288">
            <a:solidFill>
              <a:srgbClr val="E9C46A"/>
            </a:solidFill>
            <a:prstDash val="solid"/>
          </a:ln>
        </p:spPr>
      </p:sp>
      <p:sp>
        <p:nvSpPr>
          <p:cNvPr id="15" name="text">
            <a:extLst xmlns:a="http://schemas.openxmlformats.org/drawingml/2006/main">
              <a:ext uri="{FF2B5EF4-FFF2-40B4-BE49-F238E27FC236}">
                <a16:creationId xmlns:a16="http://schemas.microsoft.com/office/drawing/2014/main" id="{37CFD4B6-1C32-4DAF-BD30-7A19246D36B5}"/>
              </a:ext>
            </a:extLst>
          </p:cNvPr>
          <p:cNvSpPr>
            <a:spLocks xmlns:a="http://schemas.openxmlformats.org/drawingml/2006/main" noGrp="1"/>
          </p:cNvSpPr>
          <p:nvPr/>
        </p:nvSpPr>
        <p:spPr>
          <a:xfrm xmlns:a="http://schemas.openxmlformats.org/drawingml/2006/main">
            <a:off x="5191125" y="3467100"/>
            <a:ext cx="1809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02A43"/>
                </a:solidFill>
              </a:defRPr>
            </a:pPr>
            <a:r>
              <a:rPr sz="1500" b="1">
                <a:solidFill>
                  <a:srgbClr val="102A43"/>
                </a:solidFill>
              </a:rPr>
              <a:t>provenance-aware</a:t>
            </a:r>
          </a:p>
          <a:p xmlns:a="http://schemas.openxmlformats.org/drawingml/2006/main">
            <a:pPr algn="ctr">
              <a:defRPr sz="1500" b="1">
                <a:solidFill>
                  <a:srgbClr val="102A43"/>
                </a:solidFill>
              </a:defRPr>
            </a:pPr>
            <a:r>
              <a:rPr sz="1500" b="1">
                <a:solidFill>
                  <a:srgbClr val="102A43"/>
                </a:solidFill>
              </a:rPr>
              <a:t>parameters</a:t>
            </a:r>
          </a:p>
        </p:txBody>
      </p:sp>
      <p:sp>
        <p:nvSpPr>
          <p:cNvPr id="16" name="">
            <a:extLst xmlns:a="http://schemas.openxmlformats.org/drawingml/2006/main">
              <a:ext uri="{FF2B5EF4-FFF2-40B4-BE49-F238E27FC236}">
                <a16:creationId xmlns:a16="http://schemas.microsoft.com/office/drawing/2014/main" id="{12234E44-725C-4E48-90C1-5714518FEC81}"/>
              </a:ext>
            </a:extLst>
          </p:cNvPr>
          <p:cNvSpPr>
            <a:spLocks xmlns:a="http://schemas.openxmlformats.org/drawingml/2006/main" noGrp="1"/>
          </p:cNvSpPr>
          <p:nvPr/>
        </p:nvSpPr>
        <p:spPr>
          <a:xfrm xmlns:a="http://schemas.openxmlformats.org/drawingml/2006/main">
            <a:off x="8715375" y="3333750"/>
            <a:ext cx="2000250" cy="762000"/>
          </a:xfrm>
          <a:prstGeom xmlns:a="http://schemas.openxmlformats.org/drawingml/2006/main" prst="roundRect">
            <a:avLst>
              <a:gd name="adj" fmla="val 10000"/>
            </a:avLst>
          </a:prstGeom>
          <a:solidFill xmlns:a="http://schemas.openxmlformats.org/drawingml/2006/main">
            <a:srgbClr val="F2ECFA"/>
          </a:solidFill>
          <a:ln xmlns:a="http://schemas.openxmlformats.org/drawingml/2006/main" w="14288">
            <a:solidFill>
              <a:srgbClr val="7454A3"/>
            </a:solidFill>
            <a:prstDash val="solid"/>
          </a:ln>
        </p:spPr>
      </p:sp>
      <p:sp>
        <p:nvSpPr>
          <p:cNvPr id="17" name="text">
            <a:extLst xmlns:a="http://schemas.openxmlformats.org/drawingml/2006/main">
              <a:ext uri="{FF2B5EF4-FFF2-40B4-BE49-F238E27FC236}">
                <a16:creationId xmlns:a16="http://schemas.microsoft.com/office/drawing/2014/main" id="{4FEEC2CB-A771-4617-9D28-0D87E0FF99CC}"/>
              </a:ext>
            </a:extLst>
          </p:cNvPr>
          <p:cNvSpPr>
            <a:spLocks xmlns:a="http://schemas.openxmlformats.org/drawingml/2006/main" noGrp="1"/>
          </p:cNvSpPr>
          <p:nvPr/>
        </p:nvSpPr>
        <p:spPr>
          <a:xfrm xmlns:a="http://schemas.openxmlformats.org/drawingml/2006/main">
            <a:off x="8810625" y="3467100"/>
            <a:ext cx="1809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02A43"/>
                </a:solidFill>
              </a:defRPr>
            </a:pPr>
            <a:r>
              <a:rPr sz="1500" b="1">
                <a:solidFill>
                  <a:srgbClr val="102A43"/>
                </a:solidFill>
              </a:rPr>
              <a:t>posterior +</a:t>
            </a:r>
          </a:p>
          <a:p xmlns:a="http://schemas.openxmlformats.org/drawingml/2006/main">
            <a:pPr algn="ctr">
              <a:defRPr sz="1500" b="1">
                <a:solidFill>
                  <a:srgbClr val="102A43"/>
                </a:solidFill>
              </a:defRPr>
            </a:pPr>
            <a:r>
              <a:rPr sz="1500" b="1">
                <a:solidFill>
                  <a:srgbClr val="102A43"/>
                </a:solidFill>
              </a:rPr>
              <a:t>active learning</a:t>
            </a:r>
          </a:p>
        </p:txBody>
      </p:sp>
      <p:sp>
        <p:nvSpPr>
          <p:cNvPr id="18" name="text">
            <a:extLst xmlns:a="http://schemas.openxmlformats.org/drawingml/2006/main">
              <a:ext uri="{FF2B5EF4-FFF2-40B4-BE49-F238E27FC236}">
                <a16:creationId xmlns:a16="http://schemas.microsoft.com/office/drawing/2014/main" id="{8323565C-A599-4418-973B-D140AF76A08B}"/>
              </a:ext>
            </a:extLst>
          </p:cNvPr>
          <p:cNvSpPr>
            <a:spLocks xmlns:a="http://schemas.openxmlformats.org/drawingml/2006/main" noGrp="1"/>
          </p:cNvSpPr>
          <p:nvPr/>
        </p:nvSpPr>
        <p:spPr>
          <a:xfrm xmlns:a="http://schemas.openxmlformats.org/drawingml/2006/main">
            <a:off x="1000125" y="5143500"/>
            <a:ext cx="1019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325" b="1">
                <a:solidFill>
                  <a:srgbClr val="102A43"/>
                </a:solidFill>
              </a:defRPr>
            </a:pPr>
            <a:r>
              <a:rPr sz="2325" b="1">
                <a:solidFill>
                  <a:srgbClr val="102A43"/>
                </a:solidFill>
              </a:rPr>
              <a:t>The end product is a defensible posterior over cell state and mechanism—not a table that has forgotten its uncertainty.</a:t>
            </a:r>
          </a:p>
        </p:txBody>
      </p:sp>
    </p:spTree>
    <p:extLst>
      <p:ext uri="{BB962C8B-B14F-4D97-AF65-F5344CB8AC3E}">
        <p14:creationId xmlns:p14="http://schemas.microsoft.com/office/powerpoint/2010/main" val="2146279121"/>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
            <a:extLst xmlns:a="http://schemas.openxmlformats.org/drawingml/2006/main">
              <a:ext uri="{FF2B5EF4-FFF2-40B4-BE49-F238E27FC236}">
                <a16:creationId xmlns:a16="http://schemas.microsoft.com/office/drawing/2014/main" id="{AFF19A16-199A-4AD8-BDE3-984071D45F1F}"/>
              </a:ext>
            </a:extLst>
          </p:cNvPr>
          <p:cNvSpPr>
            <a:spLocks xmlns:a="http://schemas.openxmlformats.org/drawingml/2006/main" noGrp="1"/>
          </p:cNvSpPr>
          <p:nvPr/>
        </p:nvSpPr>
        <p:spPr>
          <a:xfrm xmlns:a="http://schemas.openxmlformats.org/drawingml/2006/main">
            <a:off x="571500" y="266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6A6B6"/>
                </a:solidFill>
              </a:defRPr>
            </a:pPr>
            <a:r>
              <a:rPr sz="975" b="1">
                <a:solidFill>
                  <a:srgbClr val="16A6B6"/>
                </a:solidFill>
              </a:rPr>
              <a:t>DISCUSSION</a:t>
            </a:r>
          </a:p>
        </p:txBody>
      </p:sp>
      <p:sp>
        <p:nvSpPr>
          <p:cNvPr id="2" name="text">
            <a:extLst xmlns:a="http://schemas.openxmlformats.org/drawingml/2006/main">
              <a:ext uri="{FF2B5EF4-FFF2-40B4-BE49-F238E27FC236}">
                <a16:creationId xmlns:a16="http://schemas.microsoft.com/office/drawing/2014/main" id="{B1F5A349-0976-49C7-ABBF-64CB40FBCADC}"/>
              </a:ext>
            </a:extLst>
          </p:cNvPr>
          <p:cNvSpPr>
            <a:spLocks xmlns:a="http://schemas.openxmlformats.org/drawingml/2006/main" noGrp="1"/>
          </p:cNvSpPr>
          <p:nvPr/>
        </p:nvSpPr>
        <p:spPr>
          <a:xfrm xmlns:a="http://schemas.openxmlformats.org/drawingml/2006/main">
            <a:off x="476250" y="6096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0F14"/>
                </a:solidFill>
              </a:defRPr>
            </a:pPr>
            <a:r>
              <a:rPr sz="2850" b="1">
                <a:solidFill>
                  <a:srgbClr val="0B0F14"/>
                </a:solidFill>
              </a:rPr>
              <a:t>Selected sources and discussion prompts</a:t>
            </a:r>
          </a:p>
        </p:txBody>
      </p:sp>
      <p:cxnSp>
        <p:nvCxnSpPr>
          <p:cNvPr id="13" name=""/>
          <p:cNvCxnSpPr/>
          <p:nvPr/>
        </p:nvCxnSpPr>
        <p:spPr>
          <a:xfrm xmlns:a="http://schemas.openxmlformats.org/drawingml/2006/main">
            <a:off x="457200" y="6353175"/>
            <a:ext cx="11277600" cy="9525"/>
          </a:xfrm>
          <a:prstGeom xmlns:a="http://schemas.openxmlformats.org/drawingml/2006/main" prst="straightConnector1">
            <a:avLst/>
          </a:prstGeom>
          <a:ln xmlns:a="http://schemas.openxmlformats.org/drawingml/2006/main" w="9525">
            <a:solidFill>
              <a:srgbClr val="B8C7D0"/>
            </a:solidFill>
            <a:prstDash val="solid"/>
          </a:ln>
        </p:spPr>
      </p:cxnSp>
      <p:sp>
        <p:nvSpPr>
          <p:cNvPr id="4" name="text">
            <a:extLst xmlns:a="http://schemas.openxmlformats.org/drawingml/2006/main">
              <a:ext uri="{FF2B5EF4-FFF2-40B4-BE49-F238E27FC236}">
                <a16:creationId xmlns:a16="http://schemas.microsoft.com/office/drawing/2014/main" id="{90FEFC14-A564-4F4E-82EB-1A55626DDB0A}"/>
              </a:ext>
            </a:extLst>
          </p:cNvPr>
          <p:cNvSpPr>
            <a:spLocks xmlns:a="http://schemas.openxmlformats.org/drawingml/2006/main" noGrp="1"/>
          </p:cNvSpPr>
          <p:nvPr/>
        </p:nvSpPr>
        <p:spPr>
          <a:xfrm xmlns:a="http://schemas.openxmlformats.org/drawingml/2006/main">
            <a:off x="476250" y="64579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2616B"/>
                </a:solidFill>
              </a:defRPr>
            </a:pPr>
            <a:r>
              <a:rPr sz="825" b="0">
                <a:solidFill>
                  <a:srgbClr val="52616B"/>
                </a:solidFill>
              </a:rPr>
              <a:t>ALEPH · GRADUATE CELL MECHANICS · 43</a:t>
            </a:r>
          </a:p>
        </p:txBody>
      </p:sp>
      <p:sp>
        <p:nvSpPr>
          <p:cNvPr id="5" name="text">
            <a:extLst xmlns:a="http://schemas.openxmlformats.org/drawingml/2006/main">
              <a:ext uri="{FF2B5EF4-FFF2-40B4-BE49-F238E27FC236}">
                <a16:creationId xmlns:a16="http://schemas.microsoft.com/office/drawing/2014/main" id="{46F343BE-C5B3-4476-B8A9-71C67FC8FE8A}"/>
              </a:ext>
            </a:extLst>
          </p:cNvPr>
          <p:cNvSpPr>
            <a:spLocks xmlns:a="http://schemas.openxmlformats.org/drawingml/2006/main" noGrp="1"/>
          </p:cNvSpPr>
          <p:nvPr/>
        </p:nvSpPr>
        <p:spPr>
          <a:xfrm xmlns:a="http://schemas.openxmlformats.org/drawingml/2006/main">
            <a:off x="10287000" y="6457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16B"/>
                </a:solidFill>
              </a:defRPr>
            </a:pPr>
            <a:r>
              <a:rPr sz="825" b="0">
                <a:solidFill>
                  <a:srgbClr val="52616B"/>
                </a:solidFill>
              </a:rPr>
              <a:t>10 AUG 2026</a:t>
            </a:r>
          </a:p>
        </p:txBody>
      </p:sp>
      <p:sp>
        <p:nvSpPr>
          <p:cNvPr id="6" name="text">
            <a:extLst xmlns:a="http://schemas.openxmlformats.org/drawingml/2006/main">
              <a:ext uri="{FF2B5EF4-FFF2-40B4-BE49-F238E27FC236}">
                <a16:creationId xmlns:a16="http://schemas.microsoft.com/office/drawing/2014/main" id="{C8269623-8841-449F-9DFA-12978213F102}"/>
              </a:ext>
            </a:extLst>
          </p:cNvPr>
          <p:cNvSpPr>
            <a:spLocks xmlns:a="http://schemas.openxmlformats.org/drawingml/2006/main" noGrp="1"/>
          </p:cNvSpPr>
          <p:nvPr/>
        </p:nvSpPr>
        <p:spPr>
          <a:xfrm xmlns:a="http://schemas.openxmlformats.org/drawingml/2006/main">
            <a:off x="762000" y="14287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02A43"/>
                </a:solidFill>
              </a:defRPr>
            </a:pPr>
            <a:r>
              <a:rPr sz="1800" b="1">
                <a:solidFill>
                  <a:srgbClr val="102A43"/>
                </a:solidFill>
              </a:rPr>
              <a:t>Project status authority</a:t>
            </a:r>
          </a:p>
        </p:txBody>
      </p:sp>
      <p:sp>
        <p:nvSpPr>
          <p:cNvPr id="7" name="text">
            <a:extLst xmlns:a="http://schemas.openxmlformats.org/drawingml/2006/main">
              <a:ext uri="{FF2B5EF4-FFF2-40B4-BE49-F238E27FC236}">
                <a16:creationId xmlns:a16="http://schemas.microsoft.com/office/drawing/2014/main" id="{A3394128-4B56-4E5E-838B-5E3E832F168A}"/>
              </a:ext>
            </a:extLst>
          </p:cNvPr>
          <p:cNvSpPr>
            <a:spLocks xmlns:a="http://schemas.openxmlformats.org/drawingml/2006/main" noGrp="1"/>
          </p:cNvSpPr>
          <p:nvPr/>
        </p:nvSpPr>
        <p:spPr>
          <a:xfrm xmlns:a="http://schemas.openxmlformats.org/drawingml/2006/main">
            <a:off x="762000" y="1790700"/>
            <a:ext cx="9715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16B"/>
                </a:solidFill>
              </a:defRPr>
            </a:pPr>
            <a:r>
              <a:rPr sz="1425" b="0">
                <a:solidFill>
                  <a:srgbClr val="52616B"/>
                </a:solidFill>
              </a:rPr>
              <a:t>CLAUDE.md · STATE.md · ROADMAP.md · CELL_ENGINE_ARCHITECTURE.md · ROLLING_ROADMAP.md · PARAM_PROVENANCE_AUDIT.md</a:t>
            </a:r>
          </a:p>
        </p:txBody>
      </p:sp>
      <p:sp>
        <p:nvSpPr>
          <p:cNvPr id="8" name="text">
            <a:extLst xmlns:a="http://schemas.openxmlformats.org/drawingml/2006/main">
              <a:ext uri="{FF2B5EF4-FFF2-40B4-BE49-F238E27FC236}">
                <a16:creationId xmlns:a16="http://schemas.microsoft.com/office/drawing/2014/main" id="{AEE0BFDF-FCD9-4375-AA4E-F0D1490A19EA}"/>
              </a:ext>
            </a:extLst>
          </p:cNvPr>
          <p:cNvSpPr>
            <a:spLocks xmlns:a="http://schemas.openxmlformats.org/drawingml/2006/main" noGrp="1"/>
          </p:cNvSpPr>
          <p:nvPr/>
        </p:nvSpPr>
        <p:spPr>
          <a:xfrm xmlns:a="http://schemas.openxmlformats.org/drawingml/2006/main">
            <a:off x="762000" y="285750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02A43"/>
                </a:solidFill>
              </a:defRPr>
            </a:pPr>
            <a:r>
              <a:rPr sz="1800" b="1">
                <a:solidFill>
                  <a:srgbClr val="102A43"/>
                </a:solidFill>
              </a:rPr>
              <a:t>External conceptual anchors</a:t>
            </a:r>
          </a:p>
        </p:txBody>
      </p:sp>
      <p:sp>
        <p:nvSpPr>
          <p:cNvPr id="9" name="text">
            <a:extLst xmlns:a="http://schemas.openxmlformats.org/drawingml/2006/main">
              <a:ext uri="{FF2B5EF4-FFF2-40B4-BE49-F238E27FC236}">
                <a16:creationId xmlns:a16="http://schemas.microsoft.com/office/drawing/2014/main" id="{DBA666D4-9B4C-4A2A-B3BC-452C5E00F4F4}"/>
              </a:ext>
            </a:extLst>
          </p:cNvPr>
          <p:cNvSpPr>
            <a:spLocks xmlns:a="http://schemas.openxmlformats.org/drawingml/2006/main" noGrp="1"/>
          </p:cNvSpPr>
          <p:nvPr/>
        </p:nvSpPr>
        <p:spPr>
          <a:xfrm xmlns:a="http://schemas.openxmlformats.org/drawingml/2006/main">
            <a:off x="762000" y="3219450"/>
            <a:ext cx="10287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16B"/>
                </a:solidFill>
              </a:defRPr>
            </a:pPr>
            <a:r>
              <a:rPr sz="1425" b="0">
                <a:solidFill>
                  <a:srgbClr val="52616B"/>
                </a:solidFill>
              </a:rPr>
              <a:t>Gonçalves et al., eLife 2020 (simulator-based inference) · Engelhardt et al., JRSI 2017 (Bayesian inverse models) · Moeendarbary et al., Nat Mater 2013 (poroelasticity) · Nédélec et al., NJP 2007 (cytoskeletal mechanics) · Choi et al., Comput Biol Med 2026 (multi-fidelity emulators)</a:t>
            </a:r>
          </a:p>
        </p:txBody>
      </p:sp>
      <p:sp>
        <p:nvSpPr>
          <p:cNvPr id="10" name="text">
            <a:extLst xmlns:a="http://schemas.openxmlformats.org/drawingml/2006/main">
              <a:ext uri="{FF2B5EF4-FFF2-40B4-BE49-F238E27FC236}">
                <a16:creationId xmlns:a16="http://schemas.microsoft.com/office/drawing/2014/main" id="{719E2706-9F7A-4840-8C60-B88F0D4D66E6}"/>
              </a:ext>
            </a:extLst>
          </p:cNvPr>
          <p:cNvSpPr>
            <a:spLocks xmlns:a="http://schemas.openxmlformats.org/drawingml/2006/main" noGrp="1"/>
          </p:cNvSpPr>
          <p:nvPr/>
        </p:nvSpPr>
        <p:spPr>
          <a:xfrm xmlns:a="http://schemas.openxmlformats.org/drawingml/2006/main">
            <a:off x="762000" y="50482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102A43"/>
                </a:solidFill>
              </a:defRPr>
            </a:pPr>
            <a:r>
              <a:rPr sz="2250" b="1">
                <a:solidFill>
                  <a:srgbClr val="102A43"/>
                </a:solidFill>
              </a:rPr>
              <a:t>Discussion: Which observable would most reduce uncertainty in your own cell-mechanics system?</a:t>
            </a:r>
          </a:p>
        </p:txBody>
      </p:sp>
    </p:spTree>
    <p:extLst>
      <p:ext uri="{BB962C8B-B14F-4D97-AF65-F5344CB8AC3E}">
        <p14:creationId xmlns:p14="http://schemas.microsoft.com/office/powerpoint/2010/main" val="11220107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2026-08-09T16:25:33.3880000Z</dcterms:created>
  <dcterms:modified xsi:type="dcterms:W3CDTF">2026-08-09T16:25:33.3890000Z</dcterms:modified>
</coreProperties>
</file>